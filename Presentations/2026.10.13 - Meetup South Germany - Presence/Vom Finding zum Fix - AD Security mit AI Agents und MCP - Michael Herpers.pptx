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63" r:id="rId4"/>
  </p:sldMasterIdLst>
  <p:notesMasterIdLst>
    <p:notesMasterId r:id="rId27"/>
  </p:notesMasterIdLst>
  <p:handoutMasterIdLst>
    <p:handoutMasterId r:id="rId28"/>
  </p:handoutMasterIdLst>
  <p:sldIdLst>
    <p:sldId id="299" r:id="rId5"/>
    <p:sldId id="2147469952" r:id="rId6"/>
    <p:sldId id="2147469898" r:id="rId7"/>
    <p:sldId id="2147469951" r:id="rId8"/>
    <p:sldId id="2147469950" r:id="rId9"/>
    <p:sldId id="2147469941" r:id="rId10"/>
    <p:sldId id="2147469949" r:id="rId11"/>
    <p:sldId id="2147469940" r:id="rId12"/>
    <p:sldId id="2147469948" r:id="rId13"/>
    <p:sldId id="2147469947" r:id="rId14"/>
    <p:sldId id="2147469939" r:id="rId15"/>
    <p:sldId id="2147469938" r:id="rId16"/>
    <p:sldId id="2147469946" r:id="rId17"/>
    <p:sldId id="2147469937" r:id="rId18"/>
    <p:sldId id="2147469945" r:id="rId19"/>
    <p:sldId id="2147469936" r:id="rId20"/>
    <p:sldId id="2147469944" r:id="rId21"/>
    <p:sldId id="2147469934" r:id="rId22"/>
    <p:sldId id="2147469943" r:id="rId23"/>
    <p:sldId id="2147469933" r:id="rId24"/>
    <p:sldId id="2147469942" r:id="rId25"/>
    <p:sldId id="2147469935" r:id="rId26"/>
  </p:sldIdLst>
  <p:sldSz cx="12192000" cy="6858000"/>
  <p:notesSz cx="7099300" cy="10234613"/>
  <p:custDataLst>
    <p:tags r:id="rId29"/>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1298" userDrawn="1">
          <p15:clr>
            <a:srgbClr val="A4A3A4"/>
          </p15:clr>
        </p15:guide>
        <p15:guide id="4" pos="384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DADB5DB-2653-6C82-F924-11EA2B6EB325}" name="Schmoeller, Monika (DE)" initials="SM(" userId="S::monsch08@protiviti.com::2cd32bc1-ecf6-4571-ab4c-575f1e69d18e" providerId="AD"/>
  <p188:author id="{72FE34E7-79AA-B61C-6A0C-F8E04FBE8511}" name="Ricarda Klinkow" initials="RK" userId="S::rklinkow@contentfleet.com::58fcbe72-23c4-47ff-80f7-c4879ff0432b"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6F7FA"/>
    <a:srgbClr val="3B7290"/>
    <a:srgbClr val="BDE3F6"/>
    <a:srgbClr val="11A6BE"/>
    <a:srgbClr val="2390AA"/>
    <a:srgbClr val="04B6CC"/>
    <a:srgbClr val="2093AD"/>
    <a:srgbClr val="2C85A1"/>
    <a:srgbClr val="04B6CD"/>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Designformatvorlage 1 - Akz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Designformatvorlage 1 - Akz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Designformatvorlage 1 - Akz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Designformatvorlage 1 - Akz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FD0F851-EC5A-4D38-B0AD-8093EC10F338}" styleName="Helle Formatvorlage 1 - Akz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Helle Formatvorlage 1 - Akz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Helle Formatvorlage 1 - Akz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E3FDE45-AF77-4B5C-9715-49D594BDF05E}" styleName="Helle Formatvorlage 1 - Akz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8D230F3-CF80-4859-8CE7-A43EE81993B5}" styleName="Helle Formatvorlage 1 - Akz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12C8C85-51F0-491E-9774-3900AFEF0FD7}" styleName="Helle Formatvorlage 2 - Akz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0660B408-B3CF-4A94-85FC-2B1E0A45F4A2}" styleName="Dunkle Formatvorlage 2 - Akzent 1/Akz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E929F9F4-4A8F-4326-A1B4-22849713DDAB}" styleName="Dunkle Formatvorlage 1 - Akz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931" autoAdjust="0"/>
  </p:normalViewPr>
  <p:slideViewPr>
    <p:cSldViewPr snapToGrid="0">
      <p:cViewPr varScale="1">
        <p:scale>
          <a:sx n="134" d="100"/>
          <a:sy n="134" d="100"/>
        </p:scale>
        <p:origin x="810" y="132"/>
      </p:cViewPr>
      <p:guideLst>
        <p:guide orient="horz" pos="1298"/>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presProps" Target="presProps.xml"/><Relationship Id="rId35" Type="http://schemas.microsoft.com/office/2018/10/relationships/authors" Target="author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6D7CEBF5-E203-462B-A1EF-E76DA794D417}"/>
    <pc:docChg chg="addSld delSld modSld">
      <pc:chgData name="" userId="" providerId="" clId="Web-{6D7CEBF5-E203-462B-A1EF-E76DA794D417}" dt="2026-09-27T15:09:47.774" v="7" actId="34807"/>
      <pc:docMkLst>
        <pc:docMk/>
      </pc:docMkLst>
      <pc:sldChg chg="modSp">
        <pc:chgData name="" userId="" providerId="" clId="Web-{6D7CEBF5-E203-462B-A1EF-E76DA794D417}" dt="2026-09-27T15:06:41.425" v="5" actId="34807"/>
        <pc:sldMkLst>
          <pc:docMk/>
          <pc:sldMk cId="1500442253" sldId="299"/>
        </pc:sldMkLst>
        <pc:spChg chg="mod">
          <ac:chgData name="" userId="" providerId="" clId="Web-{6D7CEBF5-E203-462B-A1EF-E76DA794D417}" dt="2026-09-27T15:06:40.956" v="4" actId="34807"/>
          <ac:spMkLst>
            <pc:docMk/>
            <pc:sldMk cId="1500442253" sldId="299"/>
            <ac:spMk id="3" creationId="{C437675D-584B-A25E-724D-6817BC2E991C}"/>
          </ac:spMkLst>
        </pc:spChg>
        <pc:spChg chg="mod">
          <ac:chgData name="" userId="" providerId="" clId="Web-{6D7CEBF5-E203-462B-A1EF-E76DA794D417}" dt="2026-09-27T15:06:40.956" v="4" actId="34807"/>
          <ac:spMkLst>
            <pc:docMk/>
            <pc:sldMk cId="1500442253" sldId="299"/>
            <ac:spMk id="4" creationId="{EFA7387B-D5CE-10A2-76EE-FA7DC4CA105E}"/>
          </ac:spMkLst>
        </pc:spChg>
        <pc:spChg chg="mod">
          <ac:chgData name="" userId="" providerId="" clId="Web-{6D7CEBF5-E203-462B-A1EF-E76DA794D417}" dt="2026-09-27T15:06:41.425" v="5" actId="34807"/>
          <ac:spMkLst>
            <pc:docMk/>
            <pc:sldMk cId="1500442253" sldId="299"/>
            <ac:spMk id="5" creationId="{0E04DCED-8D0F-CEEF-9B50-5DF4A05BD948}"/>
          </ac:spMkLst>
        </pc:spChg>
        <pc:picChg chg="mod">
          <ac:chgData name="" userId="" providerId="" clId="Web-{6D7CEBF5-E203-462B-A1EF-E76DA794D417}" dt="2026-09-27T15:06:23.002" v="1" actId="34807"/>
          <ac:picMkLst>
            <pc:docMk/>
            <pc:sldMk cId="1500442253" sldId="299"/>
            <ac:picMk id="24" creationId="{F1CF0445-D9D4-EF02-0CB7-084C4CAA13CD}"/>
          </ac:picMkLst>
        </pc:picChg>
      </pc:sldChg>
      <pc:sldChg chg="addSp delSp modSp">
        <pc:chgData name="" userId="" providerId="" clId="Web-{6D7CEBF5-E203-462B-A1EF-E76DA794D417}" dt="2026-09-27T15:09:47.774" v="7" actId="34807"/>
        <pc:sldMkLst>
          <pc:docMk/>
          <pc:sldMk cId="826517427" sldId="2147469898"/>
        </pc:sldMkLst>
        <pc:spChg chg="mod">
          <ac:chgData name="" userId="" providerId="" clId="Web-{6D7CEBF5-E203-462B-A1EF-E76DA794D417}" dt="2026-09-27T15:09:47.274" v="6" actId="34807"/>
          <ac:spMkLst>
            <pc:docMk/>
            <pc:sldMk cId="826517427" sldId="2147469898"/>
            <ac:spMk id="6" creationId="{C7CE2544-7F8C-4E83-64ED-8CD236C4365B}"/>
          </ac:spMkLst>
        </pc:spChg>
        <pc:spChg chg="mod">
          <ac:chgData name="" userId="" providerId="" clId="Web-{6D7CEBF5-E203-462B-A1EF-E76DA794D417}" dt="2026-09-27T15:09:47.274" v="6" actId="34807"/>
          <ac:spMkLst>
            <pc:docMk/>
            <pc:sldMk cId="826517427" sldId="2147469898"/>
            <ac:spMk id="7" creationId="{C255CA80-702A-2F18-1DAA-D490892E5A65}"/>
          </ac:spMkLst>
        </pc:spChg>
      </pc:sldChg>
      <pc:sldChg chg="add">
        <pc:chgData name="" userId="" providerId="" clId="Web-{6D7CEBF5-E203-462B-A1EF-E76DA794D417}" dt="2026-09-27T15:06:29.440" v="2" actId="34807"/>
        <pc:sldMkLst>
          <pc:docMk/>
          <pc:sldMk cId="2720624042" sldId="2147469933"/>
        </pc:sldMkLst>
      </pc:sldChg>
      <pc:sldChg chg="add replId">
        <pc:chgData name="" userId="" providerId="" clId="Web-{6D7CEBF5-E203-462B-A1EF-E76DA794D417}" dt="2026-09-27T15:06:29.440" v="2" actId="34807"/>
        <pc:sldMkLst>
          <pc:docMk/>
          <pc:sldMk cId="1631992793" sldId="2147469934"/>
        </pc:sldMkLst>
      </pc:sldChg>
      <pc:sldChg chg="add replId">
        <pc:chgData name="" userId="" providerId="" clId="Web-{6D7CEBF5-E203-462B-A1EF-E76DA794D417}" dt="2026-09-27T15:06:29.440" v="2" actId="34807"/>
        <pc:sldMkLst>
          <pc:docMk/>
          <pc:sldMk cId="2022827714" sldId="2147469935"/>
        </pc:sldMkLst>
      </pc:sldChg>
      <pc:sldChg chg="add replId">
        <pc:chgData name="" userId="" providerId="" clId="Web-{6D7CEBF5-E203-462B-A1EF-E76DA794D417}" dt="2026-09-27T15:06:29.440" v="2" actId="34807"/>
        <pc:sldMkLst>
          <pc:docMk/>
          <pc:sldMk cId="88181743" sldId="2147469936"/>
        </pc:sldMkLst>
      </pc:sldChg>
      <pc:sldChg chg="add replId">
        <pc:chgData name="" userId="" providerId="" clId="Web-{6D7CEBF5-E203-462B-A1EF-E76DA794D417}" dt="2026-09-27T15:06:29.440" v="2" actId="34807"/>
        <pc:sldMkLst>
          <pc:docMk/>
          <pc:sldMk cId="1060313114" sldId="2147469937"/>
        </pc:sldMkLst>
      </pc:sldChg>
      <pc:sldChg chg="add replId">
        <pc:chgData name="" userId="" providerId="" clId="Web-{6D7CEBF5-E203-462B-A1EF-E76DA794D417}" dt="2026-09-27T15:06:29.440" v="2" actId="34807"/>
        <pc:sldMkLst>
          <pc:docMk/>
          <pc:sldMk cId="3144973276" sldId="2147469938"/>
        </pc:sldMkLst>
      </pc:sldChg>
      <pc:sldChg chg="add replId">
        <pc:chgData name="" userId="" providerId="" clId="Web-{6D7CEBF5-E203-462B-A1EF-E76DA794D417}" dt="2026-09-27T15:06:29.440" v="2" actId="34807"/>
        <pc:sldMkLst>
          <pc:docMk/>
          <pc:sldMk cId="3815216482" sldId="2147469939"/>
        </pc:sldMkLst>
      </pc:sldChg>
      <pc:sldChg chg="add replId">
        <pc:chgData name="" userId="" providerId="" clId="Web-{6D7CEBF5-E203-462B-A1EF-E76DA794D417}" dt="2026-09-27T15:06:29.440" v="2" actId="34807"/>
        <pc:sldMkLst>
          <pc:docMk/>
          <pc:sldMk cId="2198988200" sldId="2147469940"/>
        </pc:sldMkLst>
      </pc:sldChg>
      <pc:sldChg chg="add replId">
        <pc:chgData name="" userId="" providerId="" clId="Web-{6D7CEBF5-E203-462B-A1EF-E76DA794D417}" dt="2026-09-27T15:06:29.440" v="2" actId="34807"/>
        <pc:sldMkLst>
          <pc:docMk/>
          <pc:sldMk cId="2298413879" sldId="2147469941"/>
        </pc:sldMkLst>
      </pc:sldChg>
    </pc:docChg>
  </pc:docChgLst>
  <pc:docChgLst>
    <pc:chgData clId="Web-{D857E8E4-1A0F-4303-93D2-0CEFE818C589}"/>
    <pc:docChg chg="addSld delSld modSld">
      <pc:chgData name="" userId="" providerId="" clId="Web-{D857E8E4-1A0F-4303-93D2-0CEFE818C589}" dt="2026-09-27T15:47:24.802" v="143" actId="34807"/>
      <pc:docMkLst>
        <pc:docMk/>
      </pc:docMkLst>
      <pc:sldChg chg="modSp modNotesTx">
        <pc:chgData name="" userId="" providerId="" clId="Web-{D857E8E4-1A0F-4303-93D2-0CEFE818C589}" dt="2026-09-27T15:14:11.288" v="0" actId="34807"/>
        <pc:sldMkLst>
          <pc:docMk/>
          <pc:sldMk cId="1500442253" sldId="299"/>
        </pc:sldMkLst>
        <pc:spChg chg="mod">
          <ac:chgData name="" userId="" providerId="" clId="Web-{D857E8E4-1A0F-4303-93D2-0CEFE818C589}" dt="2026-09-27T15:14:11.288" v="0" actId="34807"/>
          <ac:spMkLst>
            <pc:docMk/>
            <pc:sldMk cId="1500442253" sldId="299"/>
            <ac:spMk id="5" creationId="{0E04DCED-8D0F-CEEF-9B50-5DF4A05BD948}"/>
          </ac:spMkLst>
        </pc:spChg>
      </pc:sldChg>
      <pc:sldChg chg="addSp delSp modSp modNotesTx">
        <pc:chgData name="" userId="" providerId="" clId="Web-{D857E8E4-1A0F-4303-93D2-0CEFE818C589}" dt="2026-09-27T15:47:24.802" v="143" actId="34807"/>
        <pc:sldMkLst>
          <pc:docMk/>
          <pc:sldMk cId="826517427" sldId="2147469898"/>
        </pc:sldMkLst>
        <pc:spChg chg="mod">
          <ac:chgData name="" userId="" providerId="" clId="Web-{D857E8E4-1A0F-4303-93D2-0CEFE818C589}" dt="2026-09-27T15:14:36.241" v="2" actId="34807"/>
          <ac:spMkLst>
            <pc:docMk/>
            <pc:sldMk cId="826517427" sldId="2147469898"/>
            <ac:spMk id="6" creationId="{C7CE2544-7F8C-4E83-64ED-8CD236C4365B}"/>
          </ac:spMkLst>
        </pc:spChg>
        <pc:spChg chg="mod">
          <ac:chgData name="" userId="" providerId="" clId="Web-{D857E8E4-1A0F-4303-93D2-0CEFE818C589}" dt="2026-09-27T15:14:36.241" v="2" actId="34807"/>
          <ac:spMkLst>
            <pc:docMk/>
            <pc:sldMk cId="826517427" sldId="2147469898"/>
            <ac:spMk id="7" creationId="{C255CA80-702A-2F18-1DAA-D490892E5A65}"/>
          </ac:spMkLst>
        </pc:spChg>
        <pc:spChg chg="add mod">
          <ac:chgData name="" userId="" providerId="" clId="Web-{D857E8E4-1A0F-4303-93D2-0CEFE818C589}" dt="2026-09-27T15:14:35.679" v="1" actId="34807"/>
          <ac:spMkLst>
            <pc:docMk/>
            <pc:sldMk cId="826517427" sldId="2147469898"/>
            <ac:spMk id="155" creationId="{661852B4-9548-29B6-6915-26986CC7A95E}"/>
          </ac:spMkLst>
        </pc:spChg>
        <pc:spChg chg="mod">
          <ac:chgData name="" userId="" providerId="" clId="Web-{D857E8E4-1A0F-4303-93D2-0CEFE818C589}" dt="2026-09-27T15:14:36.757" v="3" actId="34807"/>
          <ac:spMkLst>
            <pc:docMk/>
            <pc:sldMk cId="826517427" sldId="2147469898"/>
            <ac:spMk id="160" creationId="{D69B6D2F-B80D-3B74-DDDC-9D8600CFD55E}"/>
          </ac:spMkLst>
        </pc:spChg>
        <pc:spChg chg="add mod">
          <ac:chgData name="" userId="" providerId="" clId="Web-{D857E8E4-1A0F-4303-93D2-0CEFE818C589}" dt="2026-09-27T15:14:35.679" v="1" actId="34807"/>
          <ac:spMkLst>
            <pc:docMk/>
            <pc:sldMk cId="826517427" sldId="2147469898"/>
            <ac:spMk id="169" creationId="{54312849-1D79-FA5E-7F33-2683CAA13748}"/>
          </ac:spMkLst>
        </pc:spChg>
        <pc:spChg chg="add mod">
          <ac:chgData name="" userId="" providerId="" clId="Web-{D857E8E4-1A0F-4303-93D2-0CEFE818C589}" dt="2026-09-27T15:14:35.679" v="1" actId="34807"/>
          <ac:spMkLst>
            <pc:docMk/>
            <pc:sldMk cId="826517427" sldId="2147469898"/>
            <ac:spMk id="182" creationId="{5144A39A-5912-4281-B13D-3D90745D8A7E}"/>
          </ac:spMkLst>
        </pc:spChg>
        <pc:spChg chg="add mod">
          <ac:chgData name="" userId="" providerId="" clId="Web-{D857E8E4-1A0F-4303-93D2-0CEFE818C589}" dt="2026-09-27T15:14:35.679" v="1" actId="34807"/>
          <ac:spMkLst>
            <pc:docMk/>
            <pc:sldMk cId="826517427" sldId="2147469898"/>
            <ac:spMk id="199" creationId="{042E2C7D-0BFD-1213-8111-B36722F7144D}"/>
          </ac:spMkLst>
        </pc:spChg>
        <pc:spChg chg="add mod">
          <ac:chgData name="" userId="" providerId="" clId="Web-{D857E8E4-1A0F-4303-93D2-0CEFE818C589}" dt="2026-09-27T15:14:35.679" v="1" actId="34807"/>
          <ac:spMkLst>
            <pc:docMk/>
            <pc:sldMk cId="826517427" sldId="2147469898"/>
            <ac:spMk id="245" creationId="{25E5BDAF-32C2-DA94-1A4E-C6C5D68AA26E}"/>
          </ac:spMkLst>
        </pc:spChg>
        <pc:spChg chg="add mod">
          <ac:chgData name="" userId="" providerId="" clId="Web-{D857E8E4-1A0F-4303-93D2-0CEFE818C589}" dt="2026-09-27T15:14:35.679" v="1" actId="34807"/>
          <ac:spMkLst>
            <pc:docMk/>
            <pc:sldMk cId="826517427" sldId="2147469898"/>
            <ac:spMk id="259" creationId="{BFF59D2C-96BA-E0B5-39E9-977B7205DA1C}"/>
          </ac:spMkLst>
        </pc:spChg>
        <pc:spChg chg="add mod">
          <ac:chgData name="" userId="" providerId="" clId="Web-{D857E8E4-1A0F-4303-93D2-0CEFE818C589}" dt="2026-09-27T15:35:34.201" v="112" actId="34807"/>
          <ac:spMkLst>
            <pc:docMk/>
            <pc:sldMk cId="826517427" sldId="2147469898"/>
            <ac:spMk id="4512" creationId="{115BA4A9-DD86-D2BB-4AED-FB01095D6BCE}"/>
          </ac:spMkLst>
        </pc:spChg>
        <pc:spChg chg="add mod">
          <ac:chgData name="" userId="" providerId="" clId="Web-{D857E8E4-1A0F-4303-93D2-0CEFE818C589}" dt="2026-09-27T15:36:30.109" v="115" actId="34807"/>
          <ac:spMkLst>
            <pc:docMk/>
            <pc:sldMk cId="826517427" sldId="2147469898"/>
            <ac:spMk id="4513" creationId="{5E0B19DA-EDD3-AE42-C15B-44EB6E372172}"/>
          </ac:spMkLst>
        </pc:spChg>
        <pc:spChg chg="add mod">
          <ac:chgData name="" userId="" providerId="" clId="Web-{D857E8E4-1A0F-4303-93D2-0CEFE818C589}" dt="2026-09-27T15:36:28.827" v="113" actId="34807"/>
          <ac:spMkLst>
            <pc:docMk/>
            <pc:sldMk cId="826517427" sldId="2147469898"/>
            <ac:spMk id="4515" creationId="{DBF5601B-194E-71A8-05EB-61CBF0EA2CD2}"/>
          </ac:spMkLst>
        </pc:spChg>
        <pc:spChg chg="add mod">
          <ac:chgData name="" userId="" providerId="" clId="Web-{D857E8E4-1A0F-4303-93D2-0CEFE818C589}" dt="2026-09-27T15:36:28.827" v="113" actId="34807"/>
          <ac:spMkLst>
            <pc:docMk/>
            <pc:sldMk cId="826517427" sldId="2147469898"/>
            <ac:spMk id="4518" creationId="{2A1DBA17-3E56-722A-027D-FFFC3EE6C3E6}"/>
          </ac:spMkLst>
        </pc:spChg>
        <pc:spChg chg="add mod">
          <ac:chgData name="" userId="" providerId="" clId="Web-{D857E8E4-1A0F-4303-93D2-0CEFE818C589}" dt="2026-09-27T15:36:28.827" v="113" actId="34807"/>
          <ac:spMkLst>
            <pc:docMk/>
            <pc:sldMk cId="826517427" sldId="2147469898"/>
            <ac:spMk id="4522" creationId="{FC7D2AE8-9351-CC78-6F3E-69B309CE2C57}"/>
          </ac:spMkLst>
        </pc:spChg>
        <pc:spChg chg="add mod">
          <ac:chgData name="" userId="" providerId="" clId="Web-{D857E8E4-1A0F-4303-93D2-0CEFE818C589}" dt="2026-09-27T15:36:28.827" v="113" actId="34807"/>
          <ac:spMkLst>
            <pc:docMk/>
            <pc:sldMk cId="826517427" sldId="2147469898"/>
            <ac:spMk id="4527" creationId="{0DE4A56F-1E5F-9DF6-115A-7953D671917B}"/>
          </ac:spMkLst>
        </pc:spChg>
      </pc:sldChg>
      <pc:sldChg chg="addSp delSp modSp modNotesTx">
        <pc:chgData name="" userId="" providerId="" clId="Web-{D857E8E4-1A0F-4303-93D2-0CEFE818C589}" dt="2026-09-27T15:47:24.802" v="143" actId="34807"/>
        <pc:sldMkLst>
          <pc:docMk/>
          <pc:sldMk cId="2720624042" sldId="2147469933"/>
        </pc:sldMkLst>
        <pc:spChg chg="mod">
          <ac:chgData name="" userId="" providerId="" clId="Web-{D857E8E4-1A0F-4303-93D2-0CEFE818C589}" dt="2026-09-27T15:15:55.384" v="28" actId="34807"/>
          <ac:spMkLst>
            <pc:docMk/>
            <pc:sldMk cId="2720624042" sldId="2147469933"/>
            <ac:spMk id="6" creationId="{C7CE2544-7F8C-4E83-64ED-8CD236C4365B}"/>
          </ac:spMkLst>
        </pc:spChg>
        <pc:spChg chg="mod">
          <ac:chgData name="" userId="" providerId="" clId="Web-{D857E8E4-1A0F-4303-93D2-0CEFE818C589}" dt="2026-09-27T15:15:55.384" v="28" actId="34807"/>
          <ac:spMkLst>
            <pc:docMk/>
            <pc:sldMk cId="2720624042" sldId="2147469933"/>
            <ac:spMk id="7" creationId="{C255CA80-702A-2F18-1DAA-D490892E5A65}"/>
          </ac:spMkLst>
        </pc:spChg>
        <pc:spChg chg="add mod">
          <ac:chgData name="" userId="" providerId="" clId="Web-{D857E8E4-1A0F-4303-93D2-0CEFE818C589}" dt="2026-09-27T15:15:54.634" v="27" actId="34807"/>
          <ac:spMkLst>
            <pc:docMk/>
            <pc:sldMk cId="2720624042" sldId="2147469933"/>
            <ac:spMk id="2688" creationId="{531BFB3C-1A7A-9848-91EC-E69E9F141B37}"/>
          </ac:spMkLst>
        </pc:spChg>
        <pc:spChg chg="add mod">
          <ac:chgData name="" userId="" providerId="" clId="Web-{D857E8E4-1A0F-4303-93D2-0CEFE818C589}" dt="2026-09-27T15:15:54.634" v="27" actId="34807"/>
          <ac:spMkLst>
            <pc:docMk/>
            <pc:sldMk cId="2720624042" sldId="2147469933"/>
            <ac:spMk id="2690" creationId="{2E7B1F0F-89EE-A951-0631-7C81AC79EC73}"/>
          </ac:spMkLst>
        </pc:spChg>
        <pc:spChg chg="add mod">
          <ac:chgData name="" userId="" providerId="" clId="Web-{D857E8E4-1A0F-4303-93D2-0CEFE818C589}" dt="2026-09-27T15:15:54.634" v="27" actId="34807"/>
          <ac:spMkLst>
            <pc:docMk/>
            <pc:sldMk cId="2720624042" sldId="2147469933"/>
            <ac:spMk id="2697" creationId="{A2686F00-400F-EFB7-D177-0F3471C9EA08}"/>
          </ac:spMkLst>
        </pc:spChg>
        <pc:spChg chg="add mod">
          <ac:chgData name="" userId="" providerId="" clId="Web-{D857E8E4-1A0F-4303-93D2-0CEFE818C589}" dt="2026-09-27T15:15:54.634" v="27" actId="34807"/>
          <ac:spMkLst>
            <pc:docMk/>
            <pc:sldMk cId="2720624042" sldId="2147469933"/>
            <ac:spMk id="2715" creationId="{65A56B8A-281E-BF66-E9D5-5E7A9E5828C3}"/>
          </ac:spMkLst>
        </pc:spChg>
        <pc:spChg chg="add mod">
          <ac:chgData name="" userId="" providerId="" clId="Web-{D857E8E4-1A0F-4303-93D2-0CEFE818C589}" dt="2026-09-27T15:15:54.634" v="27" actId="34807"/>
          <ac:spMkLst>
            <pc:docMk/>
            <pc:sldMk cId="2720624042" sldId="2147469933"/>
            <ac:spMk id="2723" creationId="{724C322A-857A-29C0-6966-35EEFAAD6FB0}"/>
          </ac:spMkLst>
        </pc:spChg>
        <pc:spChg chg="add mod">
          <ac:chgData name="" userId="" providerId="" clId="Web-{D857E8E4-1A0F-4303-93D2-0CEFE818C589}" dt="2026-09-27T15:15:54.634" v="27" actId="34807"/>
          <ac:spMkLst>
            <pc:docMk/>
            <pc:sldMk cId="2720624042" sldId="2147469933"/>
            <ac:spMk id="2732" creationId="{226AA49C-3C00-8DD4-6D7D-93E60989CF48}"/>
          </ac:spMkLst>
        </pc:spChg>
        <pc:spChg chg="add mod">
          <ac:chgData name="" userId="" providerId="" clId="Web-{D857E8E4-1A0F-4303-93D2-0CEFE818C589}" dt="2026-09-27T15:15:54.634" v="27" actId="34807"/>
          <ac:spMkLst>
            <pc:docMk/>
            <pc:sldMk cId="2720624042" sldId="2147469933"/>
            <ac:spMk id="2753" creationId="{7AA0423F-F758-927E-9AD0-6AF70DFBA567}"/>
          </ac:spMkLst>
        </pc:spChg>
        <pc:spChg chg="add mod">
          <ac:chgData name="" userId="" providerId="" clId="Web-{D857E8E4-1A0F-4303-93D2-0CEFE818C589}" dt="2026-09-27T15:15:54.634" v="27" actId="34807"/>
          <ac:spMkLst>
            <pc:docMk/>
            <pc:sldMk cId="2720624042" sldId="2147469933"/>
            <ac:spMk id="2765" creationId="{DF5E6F07-F007-9137-BF15-BD7C4538FF06}"/>
          </ac:spMkLst>
        </pc:spChg>
        <pc:spChg chg="add mod">
          <ac:chgData name="" userId="" providerId="" clId="Web-{D857E8E4-1A0F-4303-93D2-0CEFE818C589}" dt="2026-09-27T15:36:46.312" v="119" actId="34807"/>
          <ac:spMkLst>
            <pc:docMk/>
            <pc:sldMk cId="2720624042" sldId="2147469933"/>
            <ac:spMk id="4583" creationId="{537B6F1D-31A0-0E03-219A-B26A993D32D8}"/>
          </ac:spMkLst>
        </pc:spChg>
        <pc:spChg chg="add mod">
          <ac:chgData name="" userId="" providerId="" clId="Web-{D857E8E4-1A0F-4303-93D2-0CEFE818C589}" dt="2026-09-27T15:36:46.312" v="119" actId="34807"/>
          <ac:spMkLst>
            <pc:docMk/>
            <pc:sldMk cId="2720624042" sldId="2147469933"/>
            <ac:spMk id="4585" creationId="{69ACC1BA-DF4F-C803-DA82-2681BA74154C}"/>
          </ac:spMkLst>
        </pc:spChg>
      </pc:sldChg>
      <pc:sldChg chg="addSp delSp modSp modNotesTx">
        <pc:chgData name="" userId="" providerId="" clId="Web-{D857E8E4-1A0F-4303-93D2-0CEFE818C589}" dt="2026-09-27T15:47:24.802" v="143" actId="34807"/>
        <pc:sldMkLst>
          <pc:docMk/>
          <pc:sldMk cId="1631992793" sldId="2147469934"/>
        </pc:sldMkLst>
        <pc:spChg chg="mod">
          <ac:chgData name="" userId="" providerId="" clId="Web-{D857E8E4-1A0F-4303-93D2-0CEFE818C589}" dt="2026-09-27T15:15:46.868" v="25" actId="34807"/>
          <ac:spMkLst>
            <pc:docMk/>
            <pc:sldMk cId="1631992793" sldId="2147469934"/>
            <ac:spMk id="6" creationId="{C7CE2544-7F8C-4E83-64ED-8CD236C4365B}"/>
          </ac:spMkLst>
        </pc:spChg>
        <pc:spChg chg="mod">
          <ac:chgData name="" userId="" providerId="" clId="Web-{D857E8E4-1A0F-4303-93D2-0CEFE818C589}" dt="2026-09-27T15:15:46.868" v="25" actId="34807"/>
          <ac:spMkLst>
            <pc:docMk/>
            <pc:sldMk cId="1631992793" sldId="2147469934"/>
            <ac:spMk id="7" creationId="{C255CA80-702A-2F18-1DAA-D490892E5A65}"/>
          </ac:spMkLst>
        </pc:spChg>
        <pc:spChg chg="mod">
          <ac:chgData name="" userId="" providerId="" clId="Web-{D857E8E4-1A0F-4303-93D2-0CEFE818C589}" dt="2026-09-27T15:15:47.556" v="26" actId="34807"/>
          <ac:spMkLst>
            <pc:docMk/>
            <pc:sldMk cId="1631992793" sldId="2147469934"/>
            <ac:spMk id="2462" creationId="{E78B1191-2420-C817-FC23-245F4F396107}"/>
          </ac:spMkLst>
        </pc:spChg>
        <pc:spChg chg="add mod">
          <ac:chgData name="" userId="" providerId="" clId="Web-{D857E8E4-1A0F-4303-93D2-0CEFE818C589}" dt="2026-09-27T15:15:46.259" v="24" actId="34807"/>
          <ac:spMkLst>
            <pc:docMk/>
            <pc:sldMk cId="1631992793" sldId="2147469934"/>
            <ac:spMk id="2471" creationId="{00DAA111-B133-D4EB-E7E8-E9A619DC957F}"/>
          </ac:spMkLst>
        </pc:spChg>
        <pc:spChg chg="add mod">
          <ac:chgData name="" userId="" providerId="" clId="Web-{D857E8E4-1A0F-4303-93D2-0CEFE818C589}" dt="2026-09-27T15:15:46.259" v="24" actId="34807"/>
          <ac:spMkLst>
            <pc:docMk/>
            <pc:sldMk cId="1631992793" sldId="2147469934"/>
            <ac:spMk id="2477" creationId="{CD58342B-2C20-8296-F8C8-78C58349772B}"/>
          </ac:spMkLst>
        </pc:spChg>
        <pc:spChg chg="add mod">
          <ac:chgData name="" userId="" providerId="" clId="Web-{D857E8E4-1A0F-4303-93D2-0CEFE818C589}" dt="2026-09-27T15:15:46.259" v="24" actId="34807"/>
          <ac:spMkLst>
            <pc:docMk/>
            <pc:sldMk cId="1631992793" sldId="2147469934"/>
            <ac:spMk id="2484" creationId="{942CBC79-5ECB-C1C6-D813-FC7FACA02465}"/>
          </ac:spMkLst>
        </pc:spChg>
        <pc:spChg chg="add mod">
          <ac:chgData name="" userId="" providerId="" clId="Web-{D857E8E4-1A0F-4303-93D2-0CEFE818C589}" dt="2026-09-27T15:15:46.259" v="24" actId="34807"/>
          <ac:spMkLst>
            <pc:docMk/>
            <pc:sldMk cId="1631992793" sldId="2147469934"/>
            <ac:spMk id="2492" creationId="{56608441-317C-54E2-B490-85A41A9DB1AC}"/>
          </ac:spMkLst>
        </pc:spChg>
        <pc:spChg chg="add mod">
          <ac:chgData name="" userId="" providerId="" clId="Web-{D857E8E4-1A0F-4303-93D2-0CEFE818C589}" dt="2026-09-27T15:36:37.796" v="116" actId="34807"/>
          <ac:spMkLst>
            <pc:docMk/>
            <pc:sldMk cId="1631992793" sldId="2147469934"/>
            <ac:spMk id="4528" creationId="{ADF8EFE2-0C53-FEF5-0936-55D899E77553}"/>
          </ac:spMkLst>
        </pc:spChg>
        <pc:spChg chg="add mod">
          <ac:chgData name="" userId="" providerId="" clId="Web-{D857E8E4-1A0F-4303-93D2-0CEFE818C589}" dt="2026-09-27T15:36:39" v="118" actId="34807"/>
          <ac:spMkLst>
            <pc:docMk/>
            <pc:sldMk cId="1631992793" sldId="2147469934"/>
            <ac:spMk id="4530" creationId="{DF919471-45D8-2BB3-D486-4A96692594C5}"/>
          </ac:spMkLst>
        </pc:spChg>
        <pc:spChg chg="add mod">
          <ac:chgData name="" userId="" providerId="" clId="Web-{D857E8E4-1A0F-4303-93D2-0CEFE818C589}" dt="2026-09-27T15:36:37.796" v="116" actId="34807"/>
          <ac:spMkLst>
            <pc:docMk/>
            <pc:sldMk cId="1631992793" sldId="2147469934"/>
            <ac:spMk id="4533" creationId="{EF20568E-44AA-307A-800F-1CE8BEE85403}"/>
          </ac:spMkLst>
        </pc:spChg>
        <pc:spChg chg="add mod">
          <ac:chgData name="" userId="" providerId="" clId="Web-{D857E8E4-1A0F-4303-93D2-0CEFE818C589}" dt="2026-09-27T15:36:37.796" v="116" actId="34807"/>
          <ac:spMkLst>
            <pc:docMk/>
            <pc:sldMk cId="1631992793" sldId="2147469934"/>
            <ac:spMk id="4537" creationId="{841D5C16-0457-2E39-77EE-A0E2B4CE477F}"/>
          </ac:spMkLst>
        </pc:spChg>
        <pc:spChg chg="add mod">
          <ac:chgData name="" userId="" providerId="" clId="Web-{D857E8E4-1A0F-4303-93D2-0CEFE818C589}" dt="2026-09-27T15:36:37.796" v="116" actId="34807"/>
          <ac:spMkLst>
            <pc:docMk/>
            <pc:sldMk cId="1631992793" sldId="2147469934"/>
            <ac:spMk id="4542" creationId="{677C5880-BC79-09C1-F51D-69034BE1D13D}"/>
          </ac:spMkLst>
        </pc:spChg>
        <pc:spChg chg="add mod">
          <ac:chgData name="" userId="" providerId="" clId="Web-{D857E8E4-1A0F-4303-93D2-0CEFE818C589}" dt="2026-09-27T15:36:37.796" v="116" actId="34807"/>
          <ac:spMkLst>
            <pc:docMk/>
            <pc:sldMk cId="1631992793" sldId="2147469934"/>
            <ac:spMk id="4548" creationId="{AFCF6123-7F42-D464-2FE5-F4F9BB53DB48}"/>
          </ac:spMkLst>
        </pc:spChg>
        <pc:spChg chg="add mod">
          <ac:chgData name="" userId="" providerId="" clId="Web-{D857E8E4-1A0F-4303-93D2-0CEFE818C589}" dt="2026-09-27T15:36:37.796" v="116" actId="34807"/>
          <ac:spMkLst>
            <pc:docMk/>
            <pc:sldMk cId="1631992793" sldId="2147469934"/>
            <ac:spMk id="4555" creationId="{1E8F0C71-460B-3EF0-1026-81CB43008FC1}"/>
          </ac:spMkLst>
        </pc:spChg>
        <pc:spChg chg="add mod">
          <ac:chgData name="" userId="" providerId="" clId="Web-{D857E8E4-1A0F-4303-93D2-0CEFE818C589}" dt="2026-09-27T15:36:37.796" v="116" actId="34807"/>
          <ac:spMkLst>
            <pc:docMk/>
            <pc:sldMk cId="1631992793" sldId="2147469934"/>
            <ac:spMk id="4563" creationId="{85F02483-3C96-6F4A-0B8F-E8D31AB7050F}"/>
          </ac:spMkLst>
        </pc:spChg>
        <pc:spChg chg="add mod">
          <ac:chgData name="" userId="" providerId="" clId="Web-{D857E8E4-1A0F-4303-93D2-0CEFE818C589}" dt="2026-09-27T15:36:37.796" v="116" actId="34807"/>
          <ac:spMkLst>
            <pc:docMk/>
            <pc:sldMk cId="1631992793" sldId="2147469934"/>
            <ac:spMk id="4572" creationId="{3AC8B283-B44A-B8B4-820C-F2568F8A048B}"/>
          </ac:spMkLst>
        </pc:spChg>
        <pc:spChg chg="add mod">
          <ac:chgData name="" userId="" providerId="" clId="Web-{D857E8E4-1A0F-4303-93D2-0CEFE818C589}" dt="2026-09-27T15:36:37.796" v="116" actId="34807"/>
          <ac:spMkLst>
            <pc:docMk/>
            <pc:sldMk cId="1631992793" sldId="2147469934"/>
            <ac:spMk id="4582" creationId="{BFBE3527-F9EA-08F7-85D5-CDD0E33E6132}"/>
          </ac:spMkLst>
        </pc:spChg>
      </pc:sldChg>
      <pc:sldChg chg="addSp delSp modSp modNotesTx">
        <pc:chgData name="" userId="" providerId="" clId="Web-{D857E8E4-1A0F-4303-93D2-0CEFE818C589}" dt="2026-09-27T15:47:24.802" v="143" actId="34807"/>
        <pc:sldMkLst>
          <pc:docMk/>
          <pc:sldMk cId="2022827714" sldId="2147469935"/>
        </pc:sldMkLst>
        <pc:spChg chg="mod">
          <ac:chgData name="" userId="" providerId="" clId="Web-{D857E8E4-1A0F-4303-93D2-0CEFE818C589}" dt="2026-09-27T15:15:39.571" v="22" actId="34807"/>
          <ac:spMkLst>
            <pc:docMk/>
            <pc:sldMk cId="2022827714" sldId="2147469935"/>
            <ac:spMk id="6" creationId="{C7CE2544-7F8C-4E83-64ED-8CD236C4365B}"/>
          </ac:spMkLst>
        </pc:spChg>
        <pc:spChg chg="mod">
          <ac:chgData name="" userId="" providerId="" clId="Web-{D857E8E4-1A0F-4303-93D2-0CEFE818C589}" dt="2026-09-27T15:15:39.571" v="22" actId="34807"/>
          <ac:spMkLst>
            <pc:docMk/>
            <pc:sldMk cId="2022827714" sldId="2147469935"/>
            <ac:spMk id="7" creationId="{C255CA80-702A-2F18-1DAA-D490892E5A65}"/>
          </ac:spMkLst>
        </pc:spChg>
        <pc:spChg chg="add mod">
          <ac:chgData name="" userId="" providerId="" clId="Web-{D857E8E4-1A0F-4303-93D2-0CEFE818C589}" dt="2026-09-27T15:15:39.040" v="21" actId="34807"/>
          <ac:spMkLst>
            <pc:docMk/>
            <pc:sldMk cId="2022827714" sldId="2147469935"/>
            <ac:spMk id="2426" creationId="{39D3188F-4425-DC92-2647-0BB1E2267E1B}"/>
          </ac:spMkLst>
        </pc:spChg>
        <pc:spChg chg="add mod">
          <ac:chgData name="" userId="" providerId="" clId="Web-{D857E8E4-1A0F-4303-93D2-0CEFE818C589}" dt="2026-09-27T15:15:39.040" v="21" actId="34807"/>
          <ac:spMkLst>
            <pc:docMk/>
            <pc:sldMk cId="2022827714" sldId="2147469935"/>
            <ac:spMk id="2435" creationId="{9DAD292E-BAF9-6517-5898-13228CAD5CE9}"/>
          </ac:spMkLst>
        </pc:spChg>
        <pc:spChg chg="add mod">
          <ac:chgData name="" userId="" providerId="" clId="Web-{D857E8E4-1A0F-4303-93D2-0CEFE818C589}" dt="2026-09-27T15:15:39.040" v="21" actId="34807"/>
          <ac:spMkLst>
            <pc:docMk/>
            <pc:sldMk cId="2022827714" sldId="2147469935"/>
            <ac:spMk id="2445" creationId="{7F7CA5E4-EBC9-42ED-46E2-7A9DB66EDA1C}"/>
          </ac:spMkLst>
        </pc:spChg>
        <pc:spChg chg="add mod">
          <ac:chgData name="" userId="" providerId="" clId="Web-{D857E8E4-1A0F-4303-93D2-0CEFE818C589}" dt="2026-09-27T15:15:39.040" v="21" actId="34807"/>
          <ac:spMkLst>
            <pc:docMk/>
            <pc:sldMk cId="2022827714" sldId="2147469935"/>
            <ac:spMk id="2456" creationId="{03030F5E-BB17-9778-2501-1532205486BD}"/>
          </ac:spMkLst>
        </pc:spChg>
        <pc:spChg chg="add mod">
          <ac:chgData name="" userId="" providerId="" clId="Web-{D857E8E4-1A0F-4303-93D2-0CEFE818C589}" dt="2026-09-27T15:22:47.834" v="57" actId="34807"/>
          <ac:spMkLst>
            <pc:docMk/>
            <pc:sldMk cId="2022827714" sldId="2147469935"/>
            <ac:spMk id="4195" creationId="{A3BC8EDD-5F19-6340-6EA9-81EA60CA2339}"/>
          </ac:spMkLst>
        </pc:spChg>
        <pc:spChg chg="add mod">
          <ac:chgData name="" userId="" providerId="" clId="Web-{D857E8E4-1A0F-4303-93D2-0CEFE818C589}" dt="2026-09-27T15:22:47.834" v="57" actId="34807"/>
          <ac:spMkLst>
            <pc:docMk/>
            <pc:sldMk cId="2022827714" sldId="2147469935"/>
            <ac:spMk id="4197" creationId="{0F18627F-F097-FA79-63DC-29E856A65BB8}"/>
          </ac:spMkLst>
        </pc:spChg>
        <pc:spChg chg="add mod">
          <ac:chgData name="" userId="" providerId="" clId="Web-{D857E8E4-1A0F-4303-93D2-0CEFE818C589}" dt="2026-09-27T15:22:47.834" v="57" actId="34807"/>
          <ac:spMkLst>
            <pc:docMk/>
            <pc:sldMk cId="2022827714" sldId="2147469935"/>
            <ac:spMk id="4200" creationId="{877CFBE9-EC02-EE06-5509-1F78088D49E0}"/>
          </ac:spMkLst>
        </pc:spChg>
        <pc:spChg chg="add mod">
          <ac:chgData name="" userId="" providerId="" clId="Web-{D857E8E4-1A0F-4303-93D2-0CEFE818C589}" dt="2026-09-27T15:22:47.834" v="57" actId="34807"/>
          <ac:spMkLst>
            <pc:docMk/>
            <pc:sldMk cId="2022827714" sldId="2147469935"/>
            <ac:spMk id="4209" creationId="{68130278-DEC2-0E8D-F71C-EEB85540BB2A}"/>
          </ac:spMkLst>
        </pc:spChg>
        <pc:spChg chg="add mod">
          <ac:chgData name="" userId="" providerId="" clId="Web-{D857E8E4-1A0F-4303-93D2-0CEFE818C589}" dt="2026-09-27T15:22:47.834" v="57" actId="34807"/>
          <ac:spMkLst>
            <pc:docMk/>
            <pc:sldMk cId="2022827714" sldId="2147469935"/>
            <ac:spMk id="4222" creationId="{C2DCDC51-1547-1792-8C7D-78D49FB41A85}"/>
          </ac:spMkLst>
        </pc:spChg>
        <pc:spChg chg="add mod">
          <ac:chgData name="" userId="" providerId="" clId="Web-{D857E8E4-1A0F-4303-93D2-0CEFE818C589}" dt="2026-09-27T15:22:47.834" v="57" actId="34807"/>
          <ac:spMkLst>
            <pc:docMk/>
            <pc:sldMk cId="2022827714" sldId="2147469935"/>
            <ac:spMk id="4239" creationId="{716670C8-9B33-BDDE-6054-3DB3D9D7DE73}"/>
          </ac:spMkLst>
        </pc:spChg>
        <pc:spChg chg="add mod">
          <ac:chgData name="" userId="" providerId="" clId="Web-{D857E8E4-1A0F-4303-93D2-0CEFE818C589}" dt="2026-09-27T15:22:47.834" v="57" actId="34807"/>
          <ac:spMkLst>
            <pc:docMk/>
            <pc:sldMk cId="2022827714" sldId="2147469935"/>
            <ac:spMk id="4249" creationId="{01E1A53B-DDBB-299A-51E3-4FD0F4EA7C14}"/>
          </ac:spMkLst>
        </pc:spChg>
        <pc:spChg chg="add mod">
          <ac:chgData name="" userId="" providerId="" clId="Web-{D857E8E4-1A0F-4303-93D2-0CEFE818C589}" dt="2026-09-27T15:22:47.834" v="57" actId="34807"/>
          <ac:spMkLst>
            <pc:docMk/>
            <pc:sldMk cId="2022827714" sldId="2147469935"/>
            <ac:spMk id="4260" creationId="{E10C76DB-E70D-9FF2-6761-FAB58693D39F}"/>
          </ac:spMkLst>
        </pc:spChg>
        <pc:spChg chg="add mod">
          <ac:chgData name="" userId="" providerId="" clId="Web-{D857E8E4-1A0F-4303-93D2-0CEFE818C589}" dt="2026-09-27T15:22:47.834" v="57" actId="34807"/>
          <ac:spMkLst>
            <pc:docMk/>
            <pc:sldMk cId="2022827714" sldId="2147469935"/>
            <ac:spMk id="4272" creationId="{62BE4515-67D8-2B66-A310-E4EE657E227B}"/>
          </ac:spMkLst>
        </pc:spChg>
        <pc:spChg chg="add mod">
          <ac:chgData name="" userId="" providerId="" clId="Web-{D857E8E4-1A0F-4303-93D2-0CEFE818C589}" dt="2026-09-27T15:22:47.834" v="57" actId="34807"/>
          <ac:spMkLst>
            <pc:docMk/>
            <pc:sldMk cId="2022827714" sldId="2147469935"/>
            <ac:spMk id="4285" creationId="{FAD92A27-083C-5293-2D28-8F10CAA3D1CA}"/>
          </ac:spMkLst>
        </pc:spChg>
      </pc:sldChg>
      <pc:sldChg chg="addSp delSp modSp modNotesTx">
        <pc:chgData name="" userId="" providerId="" clId="Web-{D857E8E4-1A0F-4303-93D2-0CEFE818C589}" dt="2026-09-27T15:47:24.802" v="143" actId="34807"/>
        <pc:sldMkLst>
          <pc:docMk/>
          <pc:sldMk cId="88181743" sldId="2147469936"/>
        </pc:sldMkLst>
        <pc:spChg chg="mod">
          <ac:chgData name="" userId="" providerId="" clId="Web-{D857E8E4-1A0F-4303-93D2-0CEFE818C589}" dt="2026-09-27T15:15:33.149" v="19" actId="34807"/>
          <ac:spMkLst>
            <pc:docMk/>
            <pc:sldMk cId="88181743" sldId="2147469936"/>
            <ac:spMk id="6" creationId="{C7CE2544-7F8C-4E83-64ED-8CD236C4365B}"/>
          </ac:spMkLst>
        </pc:spChg>
        <pc:spChg chg="mod">
          <ac:chgData name="" userId="" providerId="" clId="Web-{D857E8E4-1A0F-4303-93D2-0CEFE818C589}" dt="2026-09-27T15:15:33.149" v="19" actId="34807"/>
          <ac:spMkLst>
            <pc:docMk/>
            <pc:sldMk cId="88181743" sldId="2147469936"/>
            <ac:spMk id="7" creationId="{C255CA80-702A-2F18-1DAA-D490892E5A65}"/>
          </ac:spMkLst>
        </pc:spChg>
        <pc:spChg chg="mod">
          <ac:chgData name="" userId="" providerId="" clId="Web-{D857E8E4-1A0F-4303-93D2-0CEFE818C589}" dt="2026-09-27T15:22:41.756" v="56" actId="34807"/>
          <ac:spMkLst>
            <pc:docMk/>
            <pc:sldMk cId="88181743" sldId="2147469936"/>
            <ac:spMk id="4075" creationId="{3E9F98E2-BC69-F8EE-BEF0-D4BA1ECB8337}"/>
          </ac:spMkLst>
        </pc:spChg>
        <pc:spChg chg="add mod">
          <ac:chgData name="" userId="" providerId="" clId="Web-{D857E8E4-1A0F-4303-93D2-0CEFE818C589}" dt="2026-09-27T15:22:41.756" v="56" actId="34807"/>
          <ac:spMkLst>
            <pc:docMk/>
            <pc:sldMk cId="88181743" sldId="2147469936"/>
            <ac:spMk id="4084" creationId="{61217909-9742-6C26-639A-4FF57EB87EB0}"/>
          </ac:spMkLst>
        </pc:spChg>
        <pc:spChg chg="add mod">
          <ac:chgData name="" userId="" providerId="" clId="Web-{D857E8E4-1A0F-4303-93D2-0CEFE818C589}" dt="2026-09-27T15:22:41.756" v="56" actId="34807"/>
          <ac:spMkLst>
            <pc:docMk/>
            <pc:sldMk cId="88181743" sldId="2147469936"/>
            <ac:spMk id="4102" creationId="{5B63ED21-408A-F83B-6A60-0E963B5DDBC5}"/>
          </ac:spMkLst>
        </pc:spChg>
        <pc:spChg chg="add mod">
          <ac:chgData name="" userId="" providerId="" clId="Web-{D857E8E4-1A0F-4303-93D2-0CEFE818C589}" dt="2026-09-27T15:22:41.756" v="56" actId="34807"/>
          <ac:spMkLst>
            <pc:docMk/>
            <pc:sldMk cId="88181743" sldId="2147469936"/>
            <ac:spMk id="4129" creationId="{6B2C7BA2-C29E-A0A5-E95F-D3D72AFD5F52}"/>
          </ac:spMkLst>
        </pc:spChg>
        <pc:spChg chg="add mod">
          <ac:chgData name="" userId="" providerId="" clId="Web-{D857E8E4-1A0F-4303-93D2-0CEFE818C589}" dt="2026-09-27T15:22:41.756" v="56" actId="34807"/>
          <ac:spMkLst>
            <pc:docMk/>
            <pc:sldMk cId="88181743" sldId="2147469936"/>
            <ac:spMk id="4165" creationId="{A559CBB4-D144-7BF6-FE7B-05AF6C59D505}"/>
          </ac:spMkLst>
        </pc:spChg>
        <pc:spChg chg="add mod">
          <ac:chgData name="" userId="" providerId="" clId="Web-{D857E8E4-1A0F-4303-93D2-0CEFE818C589}" dt="2026-09-27T15:32:46.931" v="110" actId="34807"/>
          <ac:spMkLst>
            <pc:docMk/>
            <pc:sldMk cId="88181743" sldId="2147469936"/>
            <ac:spMk id="4502" creationId="{E84300C5-EE55-E761-66FA-647743807652}"/>
          </ac:spMkLst>
        </pc:spChg>
        <pc:spChg chg="add mod">
          <ac:chgData name="" userId="" providerId="" clId="Web-{D857E8E4-1A0F-4303-93D2-0CEFE818C589}" dt="2026-09-27T15:32:46.931" v="110" actId="34807"/>
          <ac:spMkLst>
            <pc:docMk/>
            <pc:sldMk cId="88181743" sldId="2147469936"/>
            <ac:spMk id="4504" creationId="{53029045-A47D-E3C4-8D00-A128625497E5}"/>
          </ac:spMkLst>
        </pc:spChg>
        <pc:spChg chg="add mod">
          <ac:chgData name="" userId="" providerId="" clId="Web-{D857E8E4-1A0F-4303-93D2-0CEFE818C589}" dt="2026-09-27T15:32:46.931" v="110" actId="34807"/>
          <ac:spMkLst>
            <pc:docMk/>
            <pc:sldMk cId="88181743" sldId="2147469936"/>
            <ac:spMk id="4507" creationId="{FC7A2163-B172-3751-A6D5-0B1C95B3F4FD}"/>
          </ac:spMkLst>
        </pc:spChg>
        <pc:spChg chg="add mod">
          <ac:chgData name="" userId="" providerId="" clId="Web-{D857E8E4-1A0F-4303-93D2-0CEFE818C589}" dt="2026-09-27T15:32:46.931" v="110" actId="34807"/>
          <ac:spMkLst>
            <pc:docMk/>
            <pc:sldMk cId="88181743" sldId="2147469936"/>
            <ac:spMk id="4511" creationId="{92073A30-8C27-7408-FC26-0B6840DD8705}"/>
          </ac:spMkLst>
        </pc:spChg>
        <pc:spChg chg="add mod">
          <ac:chgData name="" userId="" providerId="" clId="Web-{D857E8E4-1A0F-4303-93D2-0CEFE818C589}" dt="2026-09-27T15:41:01.727" v="129" actId="34807"/>
          <ac:spMkLst>
            <pc:docMk/>
            <pc:sldMk cId="88181743" sldId="2147469936"/>
            <ac:spMk id="4598" creationId="{062E88BD-4A40-4456-4AB2-82F842AF00E5}"/>
          </ac:spMkLst>
        </pc:spChg>
        <pc:spChg chg="add mod">
          <ac:chgData name="" userId="" providerId="" clId="Web-{D857E8E4-1A0F-4303-93D2-0CEFE818C589}" dt="2026-09-27T15:41:01.727" v="129" actId="34807"/>
          <ac:spMkLst>
            <pc:docMk/>
            <pc:sldMk cId="88181743" sldId="2147469936"/>
            <ac:spMk id="4600" creationId="{6CEFCB96-2454-CA4F-6C6D-C86E9A1C916A}"/>
          </ac:spMkLst>
        </pc:spChg>
        <pc:spChg chg="add mod">
          <ac:chgData name="" userId="" providerId="" clId="Web-{D857E8E4-1A0F-4303-93D2-0CEFE818C589}" dt="2026-09-27T15:41:01.727" v="129" actId="34807"/>
          <ac:spMkLst>
            <pc:docMk/>
            <pc:sldMk cId="88181743" sldId="2147469936"/>
            <ac:spMk id="4603" creationId="{0473CE37-CAEC-EB75-775E-C78DD5A1A54D}"/>
          </ac:spMkLst>
        </pc:spChg>
        <pc:spChg chg="add mod">
          <ac:chgData name="" userId="" providerId="" clId="Web-{D857E8E4-1A0F-4303-93D2-0CEFE818C589}" dt="2026-09-27T15:41:01.727" v="129" actId="34807"/>
          <ac:spMkLst>
            <pc:docMk/>
            <pc:sldMk cId="88181743" sldId="2147469936"/>
            <ac:spMk id="4607" creationId="{64B3CE82-4374-5230-4C33-B2C7C79F8207}"/>
          </ac:spMkLst>
        </pc:spChg>
        <pc:spChg chg="add mod">
          <ac:chgData name="" userId="" providerId="" clId="Web-{D857E8E4-1A0F-4303-93D2-0CEFE818C589}" dt="2026-09-27T15:41:01.727" v="129" actId="34807"/>
          <ac:spMkLst>
            <pc:docMk/>
            <pc:sldMk cId="88181743" sldId="2147469936"/>
            <ac:spMk id="4612" creationId="{F948A66C-9A8A-3B02-7B45-336C5D5073AF}"/>
          </ac:spMkLst>
        </pc:spChg>
      </pc:sldChg>
      <pc:sldChg chg="addSp delSp modSp modNotesTx">
        <pc:chgData name="" userId="" providerId="" clId="Web-{D857E8E4-1A0F-4303-93D2-0CEFE818C589}" dt="2026-09-27T15:47:24.802" v="143" actId="34807"/>
        <pc:sldMkLst>
          <pc:docMk/>
          <pc:sldMk cId="1060313114" sldId="2147469937"/>
        </pc:sldMkLst>
        <pc:spChg chg="mod">
          <ac:chgData name="" userId="" providerId="" clId="Web-{D857E8E4-1A0F-4303-93D2-0CEFE818C589}" dt="2026-09-27T15:15:26.258" v="16" actId="34807"/>
          <ac:spMkLst>
            <pc:docMk/>
            <pc:sldMk cId="1060313114" sldId="2147469937"/>
            <ac:spMk id="6" creationId="{C7CE2544-7F8C-4E83-64ED-8CD236C4365B}"/>
          </ac:spMkLst>
        </pc:spChg>
        <pc:spChg chg="mod">
          <ac:chgData name="" userId="" providerId="" clId="Web-{D857E8E4-1A0F-4303-93D2-0CEFE818C589}" dt="2026-09-27T15:15:26.258" v="16" actId="34807"/>
          <ac:spMkLst>
            <pc:docMk/>
            <pc:sldMk cId="1060313114" sldId="2147469937"/>
            <ac:spMk id="7" creationId="{C255CA80-702A-2F18-1DAA-D490892E5A65}"/>
          </ac:spMkLst>
        </pc:spChg>
        <pc:spChg chg="mod">
          <ac:chgData name="" userId="" providerId="" clId="Web-{D857E8E4-1A0F-4303-93D2-0CEFE818C589}" dt="2026-09-27T15:15:26.946" v="17" actId="34807"/>
          <ac:spMkLst>
            <pc:docMk/>
            <pc:sldMk cId="1060313114" sldId="2147469937"/>
            <ac:spMk id="1766" creationId="{1928D34F-8FD8-0A95-2E30-F4C5DF2D6423}"/>
          </ac:spMkLst>
        </pc:spChg>
        <pc:spChg chg="mod">
          <ac:chgData name="" userId="" providerId="" clId="Web-{D857E8E4-1A0F-4303-93D2-0CEFE818C589}" dt="2026-09-27T15:22:33.209" v="53" actId="34807"/>
          <ac:spMkLst>
            <pc:docMk/>
            <pc:sldMk cId="1060313114" sldId="2147469937"/>
            <ac:spMk id="3697" creationId="{615BDBE1-C484-FA6F-FE2E-32B538877A6C}"/>
          </ac:spMkLst>
        </pc:spChg>
        <pc:spChg chg="mod">
          <ac:chgData name="" userId="" providerId="" clId="Web-{D857E8E4-1A0F-4303-93D2-0CEFE818C589}" dt="2026-09-27T15:22:33.209" v="53" actId="34807"/>
          <ac:spMkLst>
            <pc:docMk/>
            <pc:sldMk cId="1060313114" sldId="2147469937"/>
            <ac:spMk id="3702" creationId="{04F8D4DC-27A3-3547-698B-96C8485454BE}"/>
          </ac:spMkLst>
        </pc:spChg>
        <pc:spChg chg="mod">
          <ac:chgData name="" userId="" providerId="" clId="Web-{D857E8E4-1A0F-4303-93D2-0CEFE818C589}" dt="2026-09-27T15:22:33.209" v="53" actId="34807"/>
          <ac:spMkLst>
            <pc:docMk/>
            <pc:sldMk cId="1060313114" sldId="2147469937"/>
            <ac:spMk id="3717" creationId="{EE552A7A-C5D1-AD78-31FB-ED788CAA9073}"/>
          </ac:spMkLst>
        </pc:spChg>
        <pc:spChg chg="mod">
          <ac:chgData name="" userId="" providerId="" clId="Web-{D857E8E4-1A0F-4303-93D2-0CEFE818C589}" dt="2026-09-27T15:22:33.209" v="53" actId="34807"/>
          <ac:spMkLst>
            <pc:docMk/>
            <pc:sldMk cId="1060313114" sldId="2147469937"/>
            <ac:spMk id="3741" creationId="{9E9DE67C-5C87-68EA-39A1-544B2626C6F1}"/>
          </ac:spMkLst>
        </pc:spChg>
        <pc:spChg chg="add mod">
          <ac:chgData name="" userId="" providerId="" clId="Web-{D857E8E4-1A0F-4303-93D2-0CEFE818C589}" dt="2026-09-27T15:22:31.709" v="51" actId="34807"/>
          <ac:spMkLst>
            <pc:docMk/>
            <pc:sldMk cId="1060313114" sldId="2147469937"/>
            <ac:spMk id="3751" creationId="{D2A35975-509B-E963-8181-92EDA5601897}"/>
          </ac:spMkLst>
        </pc:spChg>
        <pc:spChg chg="mod">
          <ac:chgData name="" userId="" providerId="" clId="Web-{D857E8E4-1A0F-4303-93D2-0CEFE818C589}" dt="2026-09-27T15:22:33.209" v="53" actId="34807"/>
          <ac:spMkLst>
            <pc:docMk/>
            <pc:sldMk cId="1060313114" sldId="2147469937"/>
            <ac:spMk id="3774" creationId="{C1E3C053-9821-D1D2-1F67-0FCCA09AE899}"/>
          </ac:spMkLst>
        </pc:spChg>
        <pc:spChg chg="add mod">
          <ac:chgData name="" userId="" providerId="" clId="Web-{D857E8E4-1A0F-4303-93D2-0CEFE818C589}" dt="2026-09-27T15:22:31.709" v="51" actId="34807"/>
          <ac:spMkLst>
            <pc:docMk/>
            <pc:sldMk cId="1060313114" sldId="2147469937"/>
            <ac:spMk id="3787" creationId="{3E13B9E4-41BD-786D-B4E8-91F5A9D30DAD}"/>
          </ac:spMkLst>
        </pc:spChg>
        <pc:spChg chg="add mod">
          <ac:chgData name="" userId="" providerId="" clId="Web-{D857E8E4-1A0F-4303-93D2-0CEFE818C589}" dt="2026-09-27T15:22:33.209" v="53" actId="34807"/>
          <ac:spMkLst>
            <pc:docMk/>
            <pc:sldMk cId="1060313114" sldId="2147469937"/>
            <ac:spMk id="3816" creationId="{B0F364D7-18A7-A453-639B-93CA4669ABD4}"/>
          </ac:spMkLst>
        </pc:spChg>
        <pc:spChg chg="add mod">
          <ac:chgData name="" userId="" providerId="" clId="Web-{D857E8E4-1A0F-4303-93D2-0CEFE818C589}" dt="2026-09-27T15:22:31.709" v="51" actId="34807"/>
          <ac:spMkLst>
            <pc:docMk/>
            <pc:sldMk cId="1060313114" sldId="2147469937"/>
            <ac:spMk id="3832" creationId="{EC013BBF-FA2A-4D48-9305-2FD0A680FCB5}"/>
          </ac:spMkLst>
        </pc:spChg>
        <pc:spChg chg="add mod">
          <ac:chgData name="" userId="" providerId="" clId="Web-{D857E8E4-1A0F-4303-93D2-0CEFE818C589}" dt="2026-09-27T15:22:31.709" v="51" actId="34807"/>
          <ac:spMkLst>
            <pc:docMk/>
            <pc:sldMk cId="1060313114" sldId="2147469937"/>
            <ac:spMk id="3949" creationId="{5AA40DD3-87EA-E44A-D1BA-0658ECD6DB44}"/>
          </ac:spMkLst>
        </pc:spChg>
        <pc:spChg chg="add mod">
          <ac:chgData name="" userId="" providerId="" clId="Web-{D857E8E4-1A0F-4303-93D2-0CEFE818C589}" dt="2026-09-27T15:22:31.709" v="51" actId="34807"/>
          <ac:spMkLst>
            <pc:docMk/>
            <pc:sldMk cId="1060313114" sldId="2147469937"/>
            <ac:spMk id="3972" creationId="{D1DCD569-434B-49F6-FC7F-1573DD55B7CA}"/>
          </ac:spMkLst>
        </pc:spChg>
        <pc:spChg chg="add mod">
          <ac:chgData name="" userId="" providerId="" clId="Web-{D857E8E4-1A0F-4303-93D2-0CEFE818C589}" dt="2026-09-27T15:22:31.709" v="51" actId="34807"/>
          <ac:spMkLst>
            <pc:docMk/>
            <pc:sldMk cId="1060313114" sldId="2147469937"/>
            <ac:spMk id="3996" creationId="{C808A622-AD2A-D65A-6F7D-387A543B1A38}"/>
          </ac:spMkLst>
        </pc:spChg>
        <pc:spChg chg="mod">
          <ac:chgData name="" userId="" providerId="" clId="Web-{D857E8E4-1A0F-4303-93D2-0CEFE818C589}" dt="2026-09-27T15:22:33.209" v="53" actId="34807"/>
          <ac:spMkLst>
            <pc:docMk/>
            <pc:sldMk cId="1060313114" sldId="2147469937"/>
            <ac:spMk id="4047" creationId="{3A4F53B0-EE76-70AF-D08B-B81F9CE88FD3}"/>
          </ac:spMkLst>
        </pc:spChg>
        <pc:spChg chg="add mod">
          <ac:chgData name="" userId="" providerId="" clId="Web-{D857E8E4-1A0F-4303-93D2-0CEFE818C589}" dt="2026-09-27T15:22:33.209" v="53" actId="34807"/>
          <ac:spMkLst>
            <pc:docMk/>
            <pc:sldMk cId="1060313114" sldId="2147469937"/>
            <ac:spMk id="4074" creationId="{03CD62C1-D885-3A29-21F9-4AD9F5C13B5A}"/>
          </ac:spMkLst>
        </pc:spChg>
        <pc:spChg chg="add mod">
          <ac:chgData name="" userId="" providerId="" clId="Web-{D857E8E4-1A0F-4303-93D2-0CEFE818C589}" dt="2026-09-27T15:37:02.688" v="124" actId="34807"/>
          <ac:spMkLst>
            <pc:docMk/>
            <pc:sldMk cId="1060313114" sldId="2147469937"/>
            <ac:spMk id="4592" creationId="{A703CAC9-EFF2-1943-74DB-FB92DA399E60}"/>
          </ac:spMkLst>
        </pc:spChg>
        <pc:spChg chg="add mod">
          <ac:chgData name="" userId="" providerId="" clId="Web-{D857E8E4-1A0F-4303-93D2-0CEFE818C589}" dt="2026-09-27T15:37:02.688" v="124" actId="34807"/>
          <ac:spMkLst>
            <pc:docMk/>
            <pc:sldMk cId="1060313114" sldId="2147469937"/>
            <ac:spMk id="4594" creationId="{9EEF1998-C714-3C7A-7800-A5F340D29FA1}"/>
          </ac:spMkLst>
        </pc:spChg>
        <pc:spChg chg="add mod">
          <ac:chgData name="" userId="" providerId="" clId="Web-{D857E8E4-1A0F-4303-93D2-0CEFE818C589}" dt="2026-09-27T15:37:03.891" v="126" actId="34807"/>
          <ac:spMkLst>
            <pc:docMk/>
            <pc:sldMk cId="1060313114" sldId="2147469937"/>
            <ac:spMk id="4597" creationId="{8A3ACE5F-E831-7AB0-D1FE-D139CDEA5777}"/>
          </ac:spMkLst>
        </pc:spChg>
      </pc:sldChg>
      <pc:sldChg chg="addSp delSp modSp modNotesTx">
        <pc:chgData name="" userId="" providerId="" clId="Web-{D857E8E4-1A0F-4303-93D2-0CEFE818C589}" dt="2026-09-27T15:47:24.802" v="143" actId="34807"/>
        <pc:sldMkLst>
          <pc:docMk/>
          <pc:sldMk cId="3144973276" sldId="2147469938"/>
        </pc:sldMkLst>
        <pc:spChg chg="mod">
          <ac:chgData name="" userId="" providerId="" clId="Web-{D857E8E4-1A0F-4303-93D2-0CEFE818C589}" dt="2026-09-27T15:15:19.211" v="13" actId="34807"/>
          <ac:spMkLst>
            <pc:docMk/>
            <pc:sldMk cId="3144973276" sldId="2147469938"/>
            <ac:spMk id="6" creationId="{C7CE2544-7F8C-4E83-64ED-8CD236C4365B}"/>
          </ac:spMkLst>
        </pc:spChg>
        <pc:spChg chg="mod">
          <ac:chgData name="" userId="" providerId="" clId="Web-{D857E8E4-1A0F-4303-93D2-0CEFE818C589}" dt="2026-09-27T15:15:19.211" v="13" actId="34807"/>
          <ac:spMkLst>
            <pc:docMk/>
            <pc:sldMk cId="3144973276" sldId="2147469938"/>
            <ac:spMk id="7" creationId="{C255CA80-702A-2F18-1DAA-D490892E5A65}"/>
          </ac:spMkLst>
        </pc:spChg>
        <pc:spChg chg="add mod">
          <ac:chgData name="" userId="" providerId="" clId="Web-{D857E8E4-1A0F-4303-93D2-0CEFE818C589}" dt="2026-09-27T15:22:22.709" v="48" actId="34807"/>
          <ac:spMkLst>
            <pc:docMk/>
            <pc:sldMk cId="3144973276" sldId="2147469938"/>
            <ac:spMk id="3232" creationId="{03B4212C-B512-1FD6-F5CB-27D53E59DBF4}"/>
          </ac:spMkLst>
        </pc:spChg>
        <pc:spChg chg="mod">
          <ac:chgData name="" userId="" providerId="" clId="Web-{D857E8E4-1A0F-4303-93D2-0CEFE818C589}" dt="2026-09-27T15:22:24.833" v="50" actId="34807"/>
          <ac:spMkLst>
            <pc:docMk/>
            <pc:sldMk cId="3144973276" sldId="2147469938"/>
            <ac:spMk id="3237" creationId="{B6ADFEAD-58FF-11C4-3FE3-F7242FA9FE33}"/>
          </ac:spMkLst>
        </pc:spChg>
        <pc:spChg chg="mod">
          <ac:chgData name="" userId="" providerId="" clId="Web-{D857E8E4-1A0F-4303-93D2-0CEFE818C589}" dt="2026-09-27T15:22:24.833" v="50" actId="34807"/>
          <ac:spMkLst>
            <pc:docMk/>
            <pc:sldMk cId="3144973276" sldId="2147469938"/>
            <ac:spMk id="3252" creationId="{E55D1656-5CD6-30A1-7615-FE21789947EA}"/>
          </ac:spMkLst>
        </pc:spChg>
        <pc:spChg chg="add mod">
          <ac:chgData name="" userId="" providerId="" clId="Web-{D857E8E4-1A0F-4303-93D2-0CEFE818C589}" dt="2026-09-27T15:22:22.709" v="48" actId="34807"/>
          <ac:spMkLst>
            <pc:docMk/>
            <pc:sldMk cId="3144973276" sldId="2147469938"/>
            <ac:spMk id="3259" creationId="{2BAC27A4-8CF0-492C-C3EE-466304684DBD}"/>
          </ac:spMkLst>
        </pc:spChg>
        <pc:spChg chg="add mod">
          <ac:chgData name="" userId="" providerId="" clId="Web-{D857E8E4-1A0F-4303-93D2-0CEFE818C589}" dt="2026-09-27T15:22:22.709" v="48" actId="34807"/>
          <ac:spMkLst>
            <pc:docMk/>
            <pc:sldMk cId="3144973276" sldId="2147469938"/>
            <ac:spMk id="3267" creationId="{5C0F9B40-49F3-1822-876B-2117C71633E8}"/>
          </ac:spMkLst>
        </pc:spChg>
        <pc:spChg chg="add mod">
          <ac:chgData name="" userId="" providerId="" clId="Web-{D857E8E4-1A0F-4303-93D2-0CEFE818C589}" dt="2026-09-27T15:22:24.833" v="50" actId="34807"/>
          <ac:spMkLst>
            <pc:docMk/>
            <pc:sldMk cId="3144973276" sldId="2147469938"/>
            <ac:spMk id="3276" creationId="{9B6A6368-CC10-510F-0BE5-DCD0822BF2A3}"/>
          </ac:spMkLst>
        </pc:spChg>
        <pc:spChg chg="add mod">
          <ac:chgData name="" userId="" providerId="" clId="Web-{D857E8E4-1A0F-4303-93D2-0CEFE818C589}" dt="2026-09-27T15:22:22.709" v="48" actId="34807"/>
          <ac:spMkLst>
            <pc:docMk/>
            <pc:sldMk cId="3144973276" sldId="2147469938"/>
            <ac:spMk id="3322" creationId="{35101ED8-4064-D8B6-9645-87B4DBF53B0D}"/>
          </ac:spMkLst>
        </pc:spChg>
        <pc:spChg chg="mod">
          <ac:chgData name="" userId="" providerId="" clId="Web-{D857E8E4-1A0F-4303-93D2-0CEFE818C589}" dt="2026-09-27T15:22:24.833" v="50" actId="34807"/>
          <ac:spMkLst>
            <pc:docMk/>
            <pc:sldMk cId="3144973276" sldId="2147469938"/>
            <ac:spMk id="3351" creationId="{A14A7BE2-BE49-11E7-C76D-A0AFEF22D812}"/>
          </ac:spMkLst>
        </pc:spChg>
        <pc:spChg chg="add mod">
          <ac:chgData name="" userId="" providerId="" clId="Web-{D857E8E4-1A0F-4303-93D2-0CEFE818C589}" dt="2026-09-27T15:22:22.709" v="48" actId="34807"/>
          <ac:spMkLst>
            <pc:docMk/>
            <pc:sldMk cId="3144973276" sldId="2147469938"/>
            <ac:spMk id="3367" creationId="{AA3986E3-0DDC-EF0C-39D9-130A727BC029}"/>
          </ac:spMkLst>
        </pc:spChg>
        <pc:spChg chg="add mod">
          <ac:chgData name="" userId="" providerId="" clId="Web-{D857E8E4-1A0F-4303-93D2-0CEFE818C589}" dt="2026-09-27T15:22:22.709" v="48" actId="34807"/>
          <ac:spMkLst>
            <pc:docMk/>
            <pc:sldMk cId="3144973276" sldId="2147469938"/>
            <ac:spMk id="3384" creationId="{6583E6D6-C9EC-B73E-7819-E835A35A8D7C}"/>
          </ac:spMkLst>
        </pc:spChg>
        <pc:spChg chg="add mod">
          <ac:chgData name="" userId="" providerId="" clId="Web-{D857E8E4-1A0F-4303-93D2-0CEFE818C589}" dt="2026-09-27T15:22:22.709" v="48" actId="34807"/>
          <ac:spMkLst>
            <pc:docMk/>
            <pc:sldMk cId="3144973276" sldId="2147469938"/>
            <ac:spMk id="3402" creationId="{368E9BCD-35A2-F411-77D0-EDE550D68EA2}"/>
          </ac:spMkLst>
        </pc:spChg>
        <pc:spChg chg="mod">
          <ac:chgData name="" userId="" providerId="" clId="Web-{D857E8E4-1A0F-4303-93D2-0CEFE818C589}" dt="2026-09-27T15:22:24.833" v="50" actId="34807"/>
          <ac:spMkLst>
            <pc:docMk/>
            <pc:sldMk cId="3144973276" sldId="2147469938"/>
            <ac:spMk id="3462" creationId="{97D49047-CEC3-2B4A-D954-0FC6C94B34EA}"/>
          </ac:spMkLst>
        </pc:spChg>
        <pc:spChg chg="add mod">
          <ac:chgData name="" userId="" providerId="" clId="Web-{D857E8E4-1A0F-4303-93D2-0CEFE818C589}" dt="2026-09-27T15:22:24.833" v="50" actId="34807"/>
          <ac:spMkLst>
            <pc:docMk/>
            <pc:sldMk cId="3144973276" sldId="2147469938"/>
            <ac:spMk id="3531" creationId="{DBFCD268-545C-EFA8-1E97-59BA4AE567F7}"/>
          </ac:spMkLst>
        </pc:spChg>
        <pc:spChg chg="add mod">
          <ac:chgData name="" userId="" providerId="" clId="Web-{D857E8E4-1A0F-4303-93D2-0CEFE818C589}" dt="2026-09-27T15:22:22.709" v="48" actId="34807"/>
          <ac:spMkLst>
            <pc:docMk/>
            <pc:sldMk cId="3144973276" sldId="2147469938"/>
            <ac:spMk id="3556" creationId="{7A72197F-82ED-890F-591C-7A8B8E06BCF9}"/>
          </ac:spMkLst>
        </pc:spChg>
        <pc:spChg chg="mod">
          <ac:chgData name="" userId="" providerId="" clId="Web-{D857E8E4-1A0F-4303-93D2-0CEFE818C589}" dt="2026-09-27T15:22:24.833" v="50" actId="34807"/>
          <ac:spMkLst>
            <pc:docMk/>
            <pc:sldMk cId="3144973276" sldId="2147469938"/>
            <ac:spMk id="3609" creationId="{404BA47D-76F4-ACF6-92F1-EF6119FB817A}"/>
          </ac:spMkLst>
        </pc:spChg>
        <pc:spChg chg="mod">
          <ac:chgData name="" userId="" providerId="" clId="Web-{D857E8E4-1A0F-4303-93D2-0CEFE818C589}" dt="2026-09-27T15:22:24.833" v="50" actId="34807"/>
          <ac:spMkLst>
            <pc:docMk/>
            <pc:sldMk cId="3144973276" sldId="2147469938"/>
            <ac:spMk id="3637" creationId="{8E33AC23-96CE-ACDA-5790-648F232266EB}"/>
          </ac:spMkLst>
        </pc:spChg>
        <pc:spChg chg="add mod">
          <ac:chgData name="" userId="" providerId="" clId="Web-{D857E8E4-1A0F-4303-93D2-0CEFE818C589}" dt="2026-09-27T15:36:54" v="121" actId="34807"/>
          <ac:spMkLst>
            <pc:docMk/>
            <pc:sldMk cId="3144973276" sldId="2147469938"/>
            <ac:spMk id="4586" creationId="{C9A26E76-1078-D4F0-BAD8-3B61F6B51A97}"/>
          </ac:spMkLst>
        </pc:spChg>
        <pc:spChg chg="add mod">
          <ac:chgData name="" userId="" providerId="" clId="Web-{D857E8E4-1A0F-4303-93D2-0CEFE818C589}" dt="2026-09-27T15:36:54" v="121" actId="34807"/>
          <ac:spMkLst>
            <pc:docMk/>
            <pc:sldMk cId="3144973276" sldId="2147469938"/>
            <ac:spMk id="4588" creationId="{DC8C63E2-7653-A75C-D54E-F6050307FB5D}"/>
          </ac:spMkLst>
        </pc:spChg>
        <pc:spChg chg="add mod">
          <ac:chgData name="" userId="" providerId="" clId="Web-{D857E8E4-1A0F-4303-93D2-0CEFE818C589}" dt="2026-09-27T15:36:55.219" v="123" actId="34807"/>
          <ac:spMkLst>
            <pc:docMk/>
            <pc:sldMk cId="3144973276" sldId="2147469938"/>
            <ac:spMk id="4591" creationId="{6D0851F7-857B-1299-DD1B-CBC030AAEA11}"/>
          </ac:spMkLst>
        </pc:spChg>
      </pc:sldChg>
      <pc:sldChg chg="addSp delSp modSp modNotesTx">
        <pc:chgData name="" userId="" providerId="" clId="Web-{D857E8E4-1A0F-4303-93D2-0CEFE818C589}" dt="2026-09-27T15:47:24.802" v="143" actId="34807"/>
        <pc:sldMkLst>
          <pc:docMk/>
          <pc:sldMk cId="3815216482" sldId="2147469939"/>
        </pc:sldMkLst>
        <pc:spChg chg="mod">
          <ac:chgData name="" userId="" providerId="" clId="Web-{D857E8E4-1A0F-4303-93D2-0CEFE818C589}" dt="2026-09-27T15:15:12.289" v="10" actId="34807"/>
          <ac:spMkLst>
            <pc:docMk/>
            <pc:sldMk cId="3815216482" sldId="2147469939"/>
            <ac:spMk id="6" creationId="{C7CE2544-7F8C-4E83-64ED-8CD236C4365B}"/>
          </ac:spMkLst>
        </pc:spChg>
        <pc:spChg chg="mod">
          <ac:chgData name="" userId="" providerId="" clId="Web-{D857E8E4-1A0F-4303-93D2-0CEFE818C589}" dt="2026-09-27T15:15:12.289" v="10" actId="34807"/>
          <ac:spMkLst>
            <pc:docMk/>
            <pc:sldMk cId="3815216482" sldId="2147469939"/>
            <ac:spMk id="7" creationId="{C255CA80-702A-2F18-1DAA-D490892E5A65}"/>
          </ac:spMkLst>
        </pc:spChg>
        <pc:spChg chg="add mod">
          <ac:chgData name="" userId="" providerId="" clId="Web-{D857E8E4-1A0F-4303-93D2-0CEFE818C589}" dt="2026-09-27T15:22:13.630" v="45" actId="34807"/>
          <ac:spMkLst>
            <pc:docMk/>
            <pc:sldMk cId="3815216482" sldId="2147469939"/>
            <ac:spMk id="2856" creationId="{4B426858-26AB-02AD-12FE-72915959DE2F}"/>
          </ac:spMkLst>
        </pc:spChg>
        <pc:spChg chg="mod">
          <ac:chgData name="" userId="" providerId="" clId="Web-{D857E8E4-1A0F-4303-93D2-0CEFE818C589}" dt="2026-09-27T15:22:15.380" v="47" actId="34807"/>
          <ac:spMkLst>
            <pc:docMk/>
            <pc:sldMk cId="3815216482" sldId="2147469939"/>
            <ac:spMk id="2874" creationId="{04DD9193-3892-9EA4-AB2A-490C0A4D9253}"/>
          </ac:spMkLst>
        </pc:spChg>
        <pc:spChg chg="add mod">
          <ac:chgData name="" userId="" providerId="" clId="Web-{D857E8E4-1A0F-4303-93D2-0CEFE818C589}" dt="2026-09-27T15:22:13.630" v="45" actId="34807"/>
          <ac:spMkLst>
            <pc:docMk/>
            <pc:sldMk cId="3815216482" sldId="2147469939"/>
            <ac:spMk id="2881" creationId="{F842C133-C441-D2D4-CD00-35239DCE38C9}"/>
          </ac:spMkLst>
        </pc:spChg>
        <pc:spChg chg="add mod">
          <ac:chgData name="" userId="" providerId="" clId="Web-{D857E8E4-1A0F-4303-93D2-0CEFE818C589}" dt="2026-09-27T15:22:13.630" v="45" actId="34807"/>
          <ac:spMkLst>
            <pc:docMk/>
            <pc:sldMk cId="3815216482" sldId="2147469939"/>
            <ac:spMk id="2889" creationId="{27CAFD3C-B288-0812-C038-91361BB5BF44}"/>
          </ac:spMkLst>
        </pc:spChg>
        <pc:spChg chg="add mod">
          <ac:chgData name="" userId="" providerId="" clId="Web-{D857E8E4-1A0F-4303-93D2-0CEFE818C589}" dt="2026-09-27T15:22:13.630" v="45" actId="34807"/>
          <ac:spMkLst>
            <pc:docMk/>
            <pc:sldMk cId="3815216482" sldId="2147469939"/>
            <ac:spMk id="2908" creationId="{296A187E-7581-7AF5-A4BC-0099ABB48603}"/>
          </ac:spMkLst>
        </pc:spChg>
        <pc:spChg chg="mod">
          <ac:chgData name="" userId="" providerId="" clId="Web-{D857E8E4-1A0F-4303-93D2-0CEFE818C589}" dt="2026-09-27T15:22:15.380" v="47" actId="34807"/>
          <ac:spMkLst>
            <pc:docMk/>
            <pc:sldMk cId="3815216482" sldId="2147469939"/>
            <ac:spMk id="2919" creationId="{3A3FE5A8-694B-BFD0-BA43-A3744C53DDDD}"/>
          </ac:spMkLst>
        </pc:spChg>
        <pc:spChg chg="add mod">
          <ac:chgData name="" userId="" providerId="" clId="Web-{D857E8E4-1A0F-4303-93D2-0CEFE818C589}" dt="2026-09-27T15:22:13.630" v="45" actId="34807"/>
          <ac:spMkLst>
            <pc:docMk/>
            <pc:sldMk cId="3815216482" sldId="2147469939"/>
            <ac:spMk id="2958" creationId="{2E062B05-7D40-AC21-CC70-D7B17EC8B110}"/>
          </ac:spMkLst>
        </pc:spChg>
        <pc:spChg chg="add mod">
          <ac:chgData name="" userId="" providerId="" clId="Web-{D857E8E4-1A0F-4303-93D2-0CEFE818C589}" dt="2026-09-27T15:22:13.630" v="45" actId="34807"/>
          <ac:spMkLst>
            <pc:docMk/>
            <pc:sldMk cId="3815216482" sldId="2147469939"/>
            <ac:spMk id="2973" creationId="{53CFFD8D-6225-EDA4-5592-8D9AC09956C1}"/>
          </ac:spMkLst>
        </pc:spChg>
        <pc:spChg chg="add mod">
          <ac:chgData name="" userId="" providerId="" clId="Web-{D857E8E4-1A0F-4303-93D2-0CEFE818C589}" dt="2026-09-27T15:22:13.630" v="45" actId="34807"/>
          <ac:spMkLst>
            <pc:docMk/>
            <pc:sldMk cId="3815216482" sldId="2147469939"/>
            <ac:spMk id="3006" creationId="{D0D0B7F1-2C58-8CE6-BA86-019242B54471}"/>
          </ac:spMkLst>
        </pc:spChg>
        <pc:spChg chg="add mod">
          <ac:chgData name="" userId="" providerId="" clId="Web-{D857E8E4-1A0F-4303-93D2-0CEFE818C589}" dt="2026-09-27T15:22:13.630" v="45" actId="34807"/>
          <ac:spMkLst>
            <pc:docMk/>
            <pc:sldMk cId="3815216482" sldId="2147469939"/>
            <ac:spMk id="3024" creationId="{CA2F439D-56C3-1EA3-D15A-87C0FA1D2AD9}"/>
          </ac:spMkLst>
        </pc:spChg>
        <pc:spChg chg="add mod">
          <ac:chgData name="" userId="" providerId="" clId="Web-{D857E8E4-1A0F-4303-93D2-0CEFE818C589}" dt="2026-09-27T15:22:13.630" v="45" actId="34807"/>
          <ac:spMkLst>
            <pc:docMk/>
            <pc:sldMk cId="3815216482" sldId="2147469939"/>
            <ac:spMk id="3153" creationId="{2EA37663-580E-B277-96B4-49BC623C810C}"/>
          </ac:spMkLst>
        </pc:spChg>
        <pc:spChg chg="add mod">
          <ac:chgData name="" userId="" providerId="" clId="Web-{D857E8E4-1A0F-4303-93D2-0CEFE818C589}" dt="2026-09-27T15:22:13.630" v="45" actId="34807"/>
          <ac:spMkLst>
            <pc:docMk/>
            <pc:sldMk cId="3815216482" sldId="2147469939"/>
            <ac:spMk id="3178" creationId="{1FD92784-11FD-B0F5-B7CD-5949924728D1}"/>
          </ac:spMkLst>
        </pc:spChg>
      </pc:sldChg>
      <pc:sldChg chg="addSp delSp modSp modNotesTx">
        <pc:chgData name="" userId="" providerId="" clId="Web-{D857E8E4-1A0F-4303-93D2-0CEFE818C589}" dt="2026-09-27T15:47:24.802" v="143" actId="34807"/>
        <pc:sldMkLst>
          <pc:docMk/>
          <pc:sldMk cId="2198988200" sldId="2147469940"/>
        </pc:sldMkLst>
        <pc:spChg chg="mod">
          <ac:chgData name="" userId="" providerId="" clId="Web-{D857E8E4-1A0F-4303-93D2-0CEFE818C589}" dt="2026-09-27T15:15:05.742" v="7" actId="34807"/>
          <ac:spMkLst>
            <pc:docMk/>
            <pc:sldMk cId="2198988200" sldId="2147469940"/>
            <ac:spMk id="6" creationId="{C7CE2544-7F8C-4E83-64ED-8CD236C4365B}"/>
          </ac:spMkLst>
        </pc:spChg>
        <pc:spChg chg="mod">
          <ac:chgData name="" userId="" providerId="" clId="Web-{D857E8E4-1A0F-4303-93D2-0CEFE818C589}" dt="2026-09-27T15:15:05.742" v="7" actId="34807"/>
          <ac:spMkLst>
            <pc:docMk/>
            <pc:sldMk cId="2198988200" sldId="2147469940"/>
            <ac:spMk id="7" creationId="{C255CA80-702A-2F18-1DAA-D490892E5A65}"/>
          </ac:spMkLst>
        </pc:spChg>
        <pc:spChg chg="add mod">
          <ac:chgData name="" userId="" providerId="" clId="Web-{D857E8E4-1A0F-4303-93D2-0CEFE818C589}" dt="2026-09-27T15:15:05.180" v="6" actId="34807"/>
          <ac:spMkLst>
            <pc:docMk/>
            <pc:sldMk cId="2198988200" sldId="2147469940"/>
            <ac:spMk id="396" creationId="{7452C668-7ACC-A4A1-5427-206A0067086A}"/>
          </ac:spMkLst>
        </pc:spChg>
        <pc:spChg chg="add mod">
          <ac:chgData name="" userId="" providerId="" clId="Web-{D857E8E4-1A0F-4303-93D2-0CEFE818C589}" dt="2026-09-27T15:15:05.180" v="6" actId="34807"/>
          <ac:spMkLst>
            <pc:docMk/>
            <pc:sldMk cId="2198988200" sldId="2147469940"/>
            <ac:spMk id="401" creationId="{79B96353-0DEF-6684-B76D-C72FF21E60B2}"/>
          </ac:spMkLst>
        </pc:spChg>
        <pc:spChg chg="add mod">
          <ac:chgData name="" userId="" providerId="" clId="Web-{D857E8E4-1A0F-4303-93D2-0CEFE818C589}" dt="2026-09-27T15:15:05.180" v="6" actId="34807"/>
          <ac:spMkLst>
            <pc:docMk/>
            <pc:sldMk cId="2198988200" sldId="2147469940"/>
            <ac:spMk id="416" creationId="{108972E9-0A64-CD13-B34C-2B9728DB30B2}"/>
          </ac:spMkLst>
        </pc:spChg>
        <pc:spChg chg="add mod">
          <ac:chgData name="" userId="" providerId="" clId="Web-{D857E8E4-1A0F-4303-93D2-0CEFE818C589}" dt="2026-09-27T15:15:05.180" v="6" actId="34807"/>
          <ac:spMkLst>
            <pc:docMk/>
            <pc:sldMk cId="2198988200" sldId="2147469940"/>
            <ac:spMk id="431" creationId="{6747C886-C7E9-C57A-26B2-77A36F1AAF0F}"/>
          </ac:spMkLst>
        </pc:spChg>
        <pc:spChg chg="mod">
          <ac:chgData name="" userId="" providerId="" clId="Web-{D857E8E4-1A0F-4303-93D2-0CEFE818C589}" dt="2026-09-27T15:15:06.352" v="8" actId="34807"/>
          <ac:spMkLst>
            <pc:docMk/>
            <pc:sldMk cId="2198988200" sldId="2147469940"/>
            <ac:spMk id="440" creationId="{EA1F24AA-1537-49F4-F594-E3BC1D71302E}"/>
          </ac:spMkLst>
        </pc:spChg>
        <pc:spChg chg="add mod">
          <ac:chgData name="" userId="" providerId="" clId="Web-{D857E8E4-1A0F-4303-93D2-0CEFE818C589}" dt="2026-09-27T15:15:05.180" v="6" actId="34807"/>
          <ac:spMkLst>
            <pc:docMk/>
            <pc:sldMk cId="2198988200" sldId="2147469940"/>
            <ac:spMk id="486" creationId="{AB2F9F3B-BCD7-404E-13D3-6FD50A6E0050}"/>
          </ac:spMkLst>
        </pc:spChg>
        <pc:spChg chg="add mod">
          <ac:chgData name="" userId="" providerId="" clId="Web-{D857E8E4-1A0F-4303-93D2-0CEFE818C589}" dt="2026-09-27T15:15:05.180" v="6" actId="34807"/>
          <ac:spMkLst>
            <pc:docMk/>
            <pc:sldMk cId="2198988200" sldId="2147469940"/>
            <ac:spMk id="500" creationId="{16445A82-C453-A3C6-5B75-6E148213C942}"/>
          </ac:spMkLst>
        </pc:spChg>
        <pc:spChg chg="add mod">
          <ac:chgData name="" userId="" providerId="" clId="Web-{D857E8E4-1A0F-4303-93D2-0CEFE818C589}" dt="2026-09-27T15:15:05.180" v="6" actId="34807"/>
          <ac:spMkLst>
            <pc:docMk/>
            <pc:sldMk cId="2198988200" sldId="2147469940"/>
            <ac:spMk id="548" creationId="{6963B2EB-EB0C-6C6C-2ADE-6DE10B4175DA}"/>
          </ac:spMkLst>
        </pc:spChg>
        <pc:spChg chg="add mod">
          <ac:chgData name="" userId="" providerId="" clId="Web-{D857E8E4-1A0F-4303-93D2-0CEFE818C589}" dt="2026-09-27T15:15:05.180" v="6" actId="34807"/>
          <ac:spMkLst>
            <pc:docMk/>
            <pc:sldMk cId="2198988200" sldId="2147469940"/>
            <ac:spMk id="566" creationId="{F5F8B201-55E5-3D5D-6259-61E7A732F48D}"/>
          </ac:spMkLst>
        </pc:spChg>
        <pc:spChg chg="add mod">
          <ac:chgData name="" userId="" providerId="" clId="Web-{D857E8E4-1A0F-4303-93D2-0CEFE818C589}" dt="2026-09-27T15:15:05.180" v="6" actId="34807"/>
          <ac:spMkLst>
            <pc:docMk/>
            <pc:sldMk cId="2198988200" sldId="2147469940"/>
            <ac:spMk id="585" creationId="{EDAC972C-1A8A-402F-FEA7-292C0696CB4F}"/>
          </ac:spMkLst>
        </pc:spChg>
        <pc:spChg chg="add mod">
          <ac:chgData name="" userId="" providerId="" clId="Web-{D857E8E4-1A0F-4303-93D2-0CEFE818C589}" dt="2026-09-27T15:15:05.180" v="6" actId="34807"/>
          <ac:spMkLst>
            <pc:docMk/>
            <pc:sldMk cId="2198988200" sldId="2147469940"/>
            <ac:spMk id="605" creationId="{9365140D-119B-748F-E62E-8E422AEFA970}"/>
          </ac:spMkLst>
        </pc:spChg>
      </pc:sldChg>
      <pc:sldChg chg="addSp delSp modSp modNotesTx">
        <pc:chgData name="" userId="" providerId="" clId="Web-{D857E8E4-1A0F-4303-93D2-0CEFE818C589}" dt="2026-09-27T15:47:24.802" v="143" actId="34807"/>
        <pc:sldMkLst>
          <pc:docMk/>
          <pc:sldMk cId="2298413879" sldId="2147469941"/>
        </pc:sldMkLst>
        <pc:spChg chg="mod">
          <ac:chgData name="" userId="" providerId="" clId="Web-{D857E8E4-1A0F-4303-93D2-0CEFE818C589}" dt="2026-09-27T15:14:44.101" v="5" actId="34807"/>
          <ac:spMkLst>
            <pc:docMk/>
            <pc:sldMk cId="2298413879" sldId="2147469941"/>
            <ac:spMk id="6" creationId="{C7CE2544-7F8C-4E83-64ED-8CD236C4365B}"/>
          </ac:spMkLst>
        </pc:spChg>
        <pc:spChg chg="mod">
          <ac:chgData name="" userId="" providerId="" clId="Web-{D857E8E4-1A0F-4303-93D2-0CEFE818C589}" dt="2026-09-27T15:14:44.101" v="5" actId="34807"/>
          <ac:spMkLst>
            <pc:docMk/>
            <pc:sldMk cId="2298413879" sldId="2147469941"/>
            <ac:spMk id="7" creationId="{C255CA80-702A-2F18-1DAA-D490892E5A65}"/>
          </ac:spMkLst>
        </pc:spChg>
        <pc:spChg chg="add mod">
          <ac:chgData name="" userId="" providerId="" clId="Web-{D857E8E4-1A0F-4303-93D2-0CEFE818C589}" dt="2026-09-27T15:14:43.210" v="4" actId="34807"/>
          <ac:spMkLst>
            <pc:docMk/>
            <pc:sldMk cId="2298413879" sldId="2147469941"/>
            <ac:spMk id="260" creationId="{22AE9C32-857D-6C79-694C-A53931EB159A}"/>
          </ac:spMkLst>
        </pc:spChg>
        <pc:spChg chg="add mod">
          <ac:chgData name="" userId="" providerId="" clId="Web-{D857E8E4-1A0F-4303-93D2-0CEFE818C589}" dt="2026-09-27T15:14:43.210" v="4" actId="34807"/>
          <ac:spMkLst>
            <pc:docMk/>
            <pc:sldMk cId="2298413879" sldId="2147469941"/>
            <ac:spMk id="304" creationId="{F9593CA1-553F-9242-3BF0-0157087F6DD1}"/>
          </ac:spMkLst>
        </pc:spChg>
        <pc:spChg chg="add mod">
          <ac:chgData name="" userId="" providerId="" clId="Web-{D857E8E4-1A0F-4303-93D2-0CEFE818C589}" dt="2026-09-27T15:14:43.210" v="4" actId="34807"/>
          <ac:spMkLst>
            <pc:docMk/>
            <pc:sldMk cId="2298413879" sldId="2147469941"/>
            <ac:spMk id="379" creationId="{210755E0-B363-DC8B-C813-34D1B2CBB837}"/>
          </ac:spMkLst>
        </pc:spChg>
        <pc:spChg chg="add mod">
          <ac:chgData name="" userId="" providerId="" clId="Web-{D857E8E4-1A0F-4303-93D2-0CEFE818C589}" dt="2026-09-27T15:22:05.130" v="42" actId="34807"/>
          <ac:spMkLst>
            <pc:docMk/>
            <pc:sldMk cId="2298413879" sldId="2147469941"/>
            <ac:spMk id="2788" creationId="{D2C99F09-B7C8-2905-7B4D-7BCFB28AC845}"/>
          </ac:spMkLst>
        </pc:spChg>
        <pc:spChg chg="add mod">
          <ac:chgData name="" userId="" providerId="" clId="Web-{D857E8E4-1A0F-4303-93D2-0CEFE818C589}" dt="2026-09-27T15:22:05.130" v="42" actId="34807"/>
          <ac:spMkLst>
            <pc:docMk/>
            <pc:sldMk cId="2298413879" sldId="2147469941"/>
            <ac:spMk id="2790" creationId="{DCB94D85-AF05-6B58-F6AA-D1753B245A2A}"/>
          </ac:spMkLst>
        </pc:spChg>
        <pc:spChg chg="add mod">
          <ac:chgData name="" userId="" providerId="" clId="Web-{D857E8E4-1A0F-4303-93D2-0CEFE818C589}" dt="2026-09-27T15:22:05.130" v="42" actId="34807"/>
          <ac:spMkLst>
            <pc:docMk/>
            <pc:sldMk cId="2298413879" sldId="2147469941"/>
            <ac:spMk id="2793" creationId="{BE33B2BB-47F1-DECD-D7C7-088055D50D5F}"/>
          </ac:spMkLst>
        </pc:spChg>
        <pc:spChg chg="add mod">
          <ac:chgData name="" userId="" providerId="" clId="Web-{D857E8E4-1A0F-4303-93D2-0CEFE818C589}" dt="2026-09-27T15:22:05.130" v="42" actId="34807"/>
          <ac:spMkLst>
            <pc:docMk/>
            <pc:sldMk cId="2298413879" sldId="2147469941"/>
            <ac:spMk id="2802" creationId="{EF2C096B-62E0-3B67-2FFB-E52ECA2BCCB2}"/>
          </ac:spMkLst>
        </pc:spChg>
        <pc:spChg chg="add mod">
          <ac:chgData name="" userId="" providerId="" clId="Web-{D857E8E4-1A0F-4303-93D2-0CEFE818C589}" dt="2026-09-27T15:22:05.130" v="42" actId="34807"/>
          <ac:spMkLst>
            <pc:docMk/>
            <pc:sldMk cId="2298413879" sldId="2147469941"/>
            <ac:spMk id="2808" creationId="{D8177D8E-8678-ECF4-2A2C-0596730A78EB}"/>
          </ac:spMkLst>
        </pc:spChg>
        <pc:spChg chg="add mod">
          <ac:chgData name="" userId="" providerId="" clId="Web-{D857E8E4-1A0F-4303-93D2-0CEFE818C589}" dt="2026-09-27T15:22:05.130" v="42" actId="34807"/>
          <ac:spMkLst>
            <pc:docMk/>
            <pc:sldMk cId="2298413879" sldId="2147469941"/>
            <ac:spMk id="2815" creationId="{2FBFA1D5-6323-89BD-DB72-8FF4184D178A}"/>
          </ac:spMkLst>
        </pc:spChg>
        <pc:spChg chg="add mod">
          <ac:chgData name="" userId="" providerId="" clId="Web-{D857E8E4-1A0F-4303-93D2-0CEFE818C589}" dt="2026-09-27T15:22:05.130" v="42" actId="34807"/>
          <ac:spMkLst>
            <pc:docMk/>
            <pc:sldMk cId="2298413879" sldId="2147469941"/>
            <ac:spMk id="2823" creationId="{88108655-CC31-5665-7271-A5EC92E13624}"/>
          </ac:spMkLst>
        </pc:spChg>
        <pc:spChg chg="add mod">
          <ac:chgData name="" userId="" providerId="" clId="Web-{D857E8E4-1A0F-4303-93D2-0CEFE818C589}" dt="2026-09-27T15:22:05.130" v="42" actId="34807"/>
          <ac:spMkLst>
            <pc:docMk/>
            <pc:sldMk cId="2298413879" sldId="2147469941"/>
            <ac:spMk id="2832" creationId="{C7C27A0F-1FC2-5F7F-27E4-FB433EB512EE}"/>
          </ac:spMkLst>
        </pc:spChg>
        <pc:spChg chg="add mod">
          <ac:chgData name="" userId="" providerId="" clId="Web-{D857E8E4-1A0F-4303-93D2-0CEFE818C589}" dt="2026-09-27T15:22:05.130" v="42" actId="34807"/>
          <ac:spMkLst>
            <pc:docMk/>
            <pc:sldMk cId="2298413879" sldId="2147469941"/>
            <ac:spMk id="2842" creationId="{CA0A3976-E3DA-45C0-CDE1-35575D2E6C15}"/>
          </ac:spMkLst>
        </pc:spChg>
        <pc:spChg chg="add mod">
          <ac:chgData name="" userId="" providerId="" clId="Web-{D857E8E4-1A0F-4303-93D2-0CEFE818C589}" dt="2026-09-27T15:22:05.130" v="42" actId="34807"/>
          <ac:spMkLst>
            <pc:docMk/>
            <pc:sldMk cId="2298413879" sldId="2147469941"/>
            <ac:spMk id="2853" creationId="{43FDC525-D01D-CD5D-5AA1-1AC8154EC337}"/>
          </ac:spMkLst>
        </pc:spChg>
      </pc:sldChg>
      <pc:sldChg chg="addSp delSp modSp add modNotesTx">
        <pc:chgData name="" userId="" providerId="" clId="Web-{D857E8E4-1A0F-4303-93D2-0CEFE818C589}" dt="2026-09-27T15:47:24.802" v="143" actId="34807"/>
        <pc:sldMkLst>
          <pc:docMk/>
          <pc:sldMk cId="645266411" sldId="2147469942"/>
        </pc:sldMkLst>
        <pc:spChg chg="mod">
          <ac:chgData name="" userId="" providerId="" clId="Web-{D857E8E4-1A0F-4303-93D2-0CEFE818C589}" dt="2026-09-27T15:45:41.424" v="140" actId="34807"/>
          <ac:spMkLst>
            <pc:docMk/>
            <pc:sldMk cId="645266411" sldId="2147469942"/>
            <ac:spMk id="7" creationId="{C255CA80-702A-2F18-1DAA-D490892E5A65}"/>
          </ac:spMkLst>
        </pc:spChg>
        <pc:spChg chg="add mod">
          <ac:chgData name="" userId="" providerId="" clId="Web-{D857E8E4-1A0F-4303-93D2-0CEFE818C589}" dt="2026-09-27T15:45:40.596" v="139" actId="34807"/>
          <ac:spMkLst>
            <pc:docMk/>
            <pc:sldMk cId="645266411" sldId="2147469942"/>
            <ac:spMk id="4689" creationId="{7D4466BB-4E03-7C16-AE5B-1BA0414EE3EA}"/>
          </ac:spMkLst>
        </pc:spChg>
        <pc:spChg chg="add mod">
          <ac:chgData name="" userId="" providerId="" clId="Web-{D857E8E4-1A0F-4303-93D2-0CEFE818C589}" dt="2026-09-27T15:45:40.596" v="139" actId="34807"/>
          <ac:spMkLst>
            <pc:docMk/>
            <pc:sldMk cId="645266411" sldId="2147469942"/>
            <ac:spMk id="4691" creationId="{4A7DC1A1-4BCC-1FB6-1A04-E8434BC3E3A0}"/>
          </ac:spMkLst>
        </pc:spChg>
        <pc:spChg chg="add mod">
          <ac:chgData name="" userId="" providerId="" clId="Web-{D857E8E4-1A0F-4303-93D2-0CEFE818C589}" dt="2026-09-27T15:45:40.596" v="139" actId="34807"/>
          <ac:spMkLst>
            <pc:docMk/>
            <pc:sldMk cId="645266411" sldId="2147469942"/>
            <ac:spMk id="4694" creationId="{7257ADC2-D5BF-C1B1-D9E9-200F3F3A62ED}"/>
          </ac:spMkLst>
        </pc:spChg>
        <pc:spChg chg="add mod">
          <ac:chgData name="" userId="" providerId="" clId="Web-{D857E8E4-1A0F-4303-93D2-0CEFE818C589}" dt="2026-09-27T15:45:40.596" v="139" actId="34807"/>
          <ac:spMkLst>
            <pc:docMk/>
            <pc:sldMk cId="645266411" sldId="2147469942"/>
            <ac:spMk id="4698" creationId="{766F991F-08A0-F02D-EE11-C06FF84C1507}"/>
          </ac:spMkLst>
        </pc:spChg>
        <pc:spChg chg="add mod">
          <ac:chgData name="" userId="" providerId="" clId="Web-{D857E8E4-1A0F-4303-93D2-0CEFE818C589}" dt="2026-09-27T15:45:40.596" v="139" actId="34807"/>
          <ac:spMkLst>
            <pc:docMk/>
            <pc:sldMk cId="645266411" sldId="2147469942"/>
            <ac:spMk id="4703" creationId="{A7D4FE60-179D-F677-0079-B1F4DD3C92F1}"/>
          </ac:spMkLst>
        </pc:spChg>
      </pc:sldChg>
    </pc:docChg>
  </pc:docChgLst>
  <pc:docChgLst>
    <pc:chgData clId="Web-{5337E1DF-8F8F-4A3D-9A77-48D493880D67}"/>
    <pc:docChg chg="addSld modSld sldOrd">
      <pc:chgData name="" userId="" providerId="" clId="Web-{5337E1DF-8F8F-4A3D-9A77-48D493880D67}" dt="2026-10-08T13:08:04.853" v="30" actId="34807"/>
      <pc:docMkLst>
        <pc:docMk/>
      </pc:docMkLst>
      <pc:sldChg chg="ord modNotesTx">
        <pc:chgData name="" userId="" providerId="" clId="Web-{5337E1DF-8F8F-4A3D-9A77-48D493880D67}" dt="2026-10-08T13:08:04.853" v="30" actId="34807"/>
        <pc:sldMkLst>
          <pc:docMk/>
          <pc:sldMk cId="1500442253" sldId="299"/>
        </pc:sldMkLst>
      </pc:sldChg>
      <pc:sldChg chg="ord modNotesTx">
        <pc:chgData name="" userId="" providerId="" clId="Web-{5337E1DF-8F8F-4A3D-9A77-48D493880D67}" dt="2026-10-08T13:08:04.853" v="30" actId="34807"/>
        <pc:sldMkLst>
          <pc:docMk/>
          <pc:sldMk cId="826517427" sldId="2147469898"/>
        </pc:sldMkLst>
      </pc:sldChg>
      <pc:sldChg chg="ord modNotesTx">
        <pc:chgData name="" userId="" providerId="" clId="Web-{5337E1DF-8F8F-4A3D-9A77-48D493880D67}" dt="2026-10-08T13:08:04.853" v="30" actId="34807"/>
        <pc:sldMkLst>
          <pc:docMk/>
          <pc:sldMk cId="2720624042" sldId="2147469933"/>
        </pc:sldMkLst>
      </pc:sldChg>
      <pc:sldChg chg="ord modNotesTx">
        <pc:chgData name="" userId="" providerId="" clId="Web-{5337E1DF-8F8F-4A3D-9A77-48D493880D67}" dt="2026-10-08T13:08:04.853" v="30" actId="34807"/>
        <pc:sldMkLst>
          <pc:docMk/>
          <pc:sldMk cId="1631992793" sldId="2147469934"/>
        </pc:sldMkLst>
      </pc:sldChg>
      <pc:sldChg chg="ord modNotesTx">
        <pc:chgData name="" userId="" providerId="" clId="Web-{5337E1DF-8F8F-4A3D-9A77-48D493880D67}" dt="2026-10-08T13:08:04.853" v="30" actId="34807"/>
        <pc:sldMkLst>
          <pc:docMk/>
          <pc:sldMk cId="2022827714" sldId="2147469935"/>
        </pc:sldMkLst>
      </pc:sldChg>
      <pc:sldChg chg="ord modNotesTx">
        <pc:chgData name="" userId="" providerId="" clId="Web-{5337E1DF-8F8F-4A3D-9A77-48D493880D67}" dt="2026-10-08T13:08:04.853" v="30" actId="34807"/>
        <pc:sldMkLst>
          <pc:docMk/>
          <pc:sldMk cId="88181743" sldId="2147469936"/>
        </pc:sldMkLst>
      </pc:sldChg>
      <pc:sldChg chg="ord modNotesTx">
        <pc:chgData name="" userId="" providerId="" clId="Web-{5337E1DF-8F8F-4A3D-9A77-48D493880D67}" dt="2026-10-08T13:08:04.853" v="30" actId="34807"/>
        <pc:sldMkLst>
          <pc:docMk/>
          <pc:sldMk cId="1060313114" sldId="2147469937"/>
        </pc:sldMkLst>
      </pc:sldChg>
      <pc:sldChg chg="ord modNotesTx">
        <pc:chgData name="" userId="" providerId="" clId="Web-{5337E1DF-8F8F-4A3D-9A77-48D493880D67}" dt="2026-10-08T13:08:04.853" v="30" actId="34807"/>
        <pc:sldMkLst>
          <pc:docMk/>
          <pc:sldMk cId="3144973276" sldId="2147469938"/>
        </pc:sldMkLst>
      </pc:sldChg>
      <pc:sldChg chg="ord modNotesTx">
        <pc:chgData name="" userId="" providerId="" clId="Web-{5337E1DF-8F8F-4A3D-9A77-48D493880D67}" dt="2026-10-08T13:08:04.853" v="30" actId="34807"/>
        <pc:sldMkLst>
          <pc:docMk/>
          <pc:sldMk cId="3815216482" sldId="2147469939"/>
        </pc:sldMkLst>
      </pc:sldChg>
      <pc:sldChg chg="ord modNotesTx">
        <pc:chgData name="" userId="" providerId="" clId="Web-{5337E1DF-8F8F-4A3D-9A77-48D493880D67}" dt="2026-10-08T13:08:04.853" v="30" actId="34807"/>
        <pc:sldMkLst>
          <pc:docMk/>
          <pc:sldMk cId="2198988200" sldId="2147469940"/>
        </pc:sldMkLst>
      </pc:sldChg>
      <pc:sldChg chg="ord modNotesTx">
        <pc:chgData name="" userId="" providerId="" clId="Web-{5337E1DF-8F8F-4A3D-9A77-48D493880D67}" dt="2026-10-08T13:08:04.853" v="30" actId="34807"/>
        <pc:sldMkLst>
          <pc:docMk/>
          <pc:sldMk cId="2298413879" sldId="2147469941"/>
        </pc:sldMkLst>
      </pc:sldChg>
      <pc:sldChg chg="ord">
        <pc:chgData name="" userId="" providerId="" clId="Web-{5337E1DF-8F8F-4A3D-9A77-48D493880D67}" dt="2026-10-08T13:08:04.853" v="30" actId="34807"/>
        <pc:sldMkLst>
          <pc:docMk/>
          <pc:sldMk cId="645266411" sldId="2147469942"/>
        </pc:sldMkLst>
      </pc:sldChg>
      <pc:sldChg chg="addSp delSp modSp add ord modNotesTx">
        <pc:chgData name="" userId="" providerId="" clId="Web-{5337E1DF-8F8F-4A3D-9A77-48D493880D67}" dt="2026-10-08T13:08:04.853" v="30" actId="34807"/>
        <pc:sldMkLst>
          <pc:docMk/>
          <pc:sldMk cId="119473354" sldId="2147469943"/>
        </pc:sldMkLst>
        <pc:spChg chg="mod">
          <ac:chgData name="" userId="" providerId="" clId="Web-{5337E1DF-8F8F-4A3D-9A77-48D493880D67}" dt="2026-10-08T13:07:02.473" v="28" actId="34807"/>
          <ac:spMkLst>
            <pc:docMk/>
            <pc:sldMk cId="119473354" sldId="2147469943"/>
            <ac:spMk id="6" creationId="{C7CE2544-7F8C-4E83-64ED-8CD236C4365B}"/>
          </ac:spMkLst>
        </pc:spChg>
        <pc:spChg chg="mod">
          <ac:chgData name="" userId="" providerId="" clId="Web-{5337E1DF-8F8F-4A3D-9A77-48D493880D67}" dt="2026-10-08T13:07:02.473" v="28" actId="34807"/>
          <ac:spMkLst>
            <pc:docMk/>
            <pc:sldMk cId="119473354" sldId="2147469943"/>
            <ac:spMk id="7" creationId="{C255CA80-702A-2F18-1DAA-D490892E5A65}"/>
          </ac:spMkLst>
        </pc:spChg>
      </pc:sldChg>
      <pc:sldChg chg="addSp delSp modSp add ord replId modNotesTx">
        <pc:chgData name="" userId="" providerId="" clId="Web-{5337E1DF-8F8F-4A3D-9A77-48D493880D67}" dt="2026-10-08T13:08:04.853" v="30" actId="34807"/>
        <pc:sldMkLst>
          <pc:docMk/>
          <pc:sldMk cId="1272212009" sldId="2147469944"/>
        </pc:sldMkLst>
        <pc:spChg chg="mod">
          <ac:chgData name="" userId="" providerId="" clId="Web-{5337E1DF-8F8F-4A3D-9A77-48D493880D67}" dt="2026-10-08T13:06:52.801" v="25" actId="34807"/>
          <ac:spMkLst>
            <pc:docMk/>
            <pc:sldMk cId="1272212009" sldId="2147469944"/>
            <ac:spMk id="6" creationId="{C7CE2544-7F8C-4E83-64ED-8CD236C4365B}"/>
          </ac:spMkLst>
        </pc:spChg>
        <pc:spChg chg="mod">
          <ac:chgData name="" userId="" providerId="" clId="Web-{5337E1DF-8F8F-4A3D-9A77-48D493880D67}" dt="2026-10-08T13:06:52.801" v="25" actId="34807"/>
          <ac:spMkLst>
            <pc:docMk/>
            <pc:sldMk cId="1272212009" sldId="2147469944"/>
            <ac:spMk id="7" creationId="{C255CA80-702A-2F18-1DAA-D490892E5A65}"/>
          </ac:spMkLst>
        </pc:spChg>
      </pc:sldChg>
      <pc:sldChg chg="addSp delSp modSp add ord replId modNotesTx">
        <pc:chgData name="" userId="" providerId="" clId="Web-{5337E1DF-8F8F-4A3D-9A77-48D493880D67}" dt="2026-10-08T13:08:04.853" v="30" actId="34807"/>
        <pc:sldMkLst>
          <pc:docMk/>
          <pc:sldMk cId="25631764" sldId="2147469945"/>
        </pc:sldMkLst>
      </pc:sldChg>
      <pc:sldChg chg="addSp delSp modSp add ord replId modNotesTx">
        <pc:chgData name="" userId="" providerId="" clId="Web-{5337E1DF-8F8F-4A3D-9A77-48D493880D67}" dt="2026-10-08T13:08:04.853" v="30" actId="34807"/>
        <pc:sldMkLst>
          <pc:docMk/>
          <pc:sldMk cId="3820300390" sldId="2147469946"/>
        </pc:sldMkLst>
        <pc:spChg chg="mod">
          <ac:chgData name="" userId="" providerId="" clId="Web-{5337E1DF-8F8F-4A3D-9A77-48D493880D67}" dt="2026-10-08T13:06:29.830" v="19" actId="34807"/>
          <ac:spMkLst>
            <pc:docMk/>
            <pc:sldMk cId="3820300390" sldId="2147469946"/>
            <ac:spMk id="7" creationId="{C255CA80-702A-2F18-1DAA-D490892E5A65}"/>
          </ac:spMkLst>
        </pc:spChg>
      </pc:sldChg>
      <pc:sldChg chg="addSp delSp modSp add ord replId modNotesTx">
        <pc:chgData name="" userId="" providerId="" clId="Web-{5337E1DF-8F8F-4A3D-9A77-48D493880D67}" dt="2026-10-08T13:08:04.853" v="30" actId="34807"/>
        <pc:sldMkLst>
          <pc:docMk/>
          <pc:sldMk cId="791208101" sldId="2147469947"/>
        </pc:sldMkLst>
        <pc:spChg chg="mod">
          <ac:chgData name="" userId="" providerId="" clId="Web-{5337E1DF-8F8F-4A3D-9A77-48D493880D67}" dt="2026-10-08T13:06:21.455" v="17" actId="34807"/>
          <ac:spMkLst>
            <pc:docMk/>
            <pc:sldMk cId="791208101" sldId="2147469947"/>
            <ac:spMk id="6" creationId="{C7CE2544-7F8C-4E83-64ED-8CD236C4365B}"/>
          </ac:spMkLst>
        </pc:spChg>
        <pc:spChg chg="mod">
          <ac:chgData name="" userId="" providerId="" clId="Web-{5337E1DF-8F8F-4A3D-9A77-48D493880D67}" dt="2026-10-08T13:06:21.455" v="17" actId="34807"/>
          <ac:spMkLst>
            <pc:docMk/>
            <pc:sldMk cId="791208101" sldId="2147469947"/>
            <ac:spMk id="7" creationId="{C255CA80-702A-2F18-1DAA-D490892E5A65}"/>
          </ac:spMkLst>
        </pc:spChg>
      </pc:sldChg>
      <pc:sldChg chg="addSp delSp modSp add ord replId modNotesTx">
        <pc:chgData name="" userId="" providerId="" clId="Web-{5337E1DF-8F8F-4A3D-9A77-48D493880D67}" dt="2026-10-08T13:08:04.853" v="30" actId="34807"/>
        <pc:sldMkLst>
          <pc:docMk/>
          <pc:sldMk cId="4153345110" sldId="2147469948"/>
        </pc:sldMkLst>
        <pc:spChg chg="mod">
          <ac:chgData name="" userId="" providerId="" clId="Web-{5337E1DF-8F8F-4A3D-9A77-48D493880D67}" dt="2026-10-08T13:06:12.001" v="14" actId="34807"/>
          <ac:spMkLst>
            <pc:docMk/>
            <pc:sldMk cId="4153345110" sldId="2147469948"/>
            <ac:spMk id="7" creationId="{C255CA80-702A-2F18-1DAA-D490892E5A65}"/>
          </ac:spMkLst>
        </pc:spChg>
      </pc:sldChg>
      <pc:sldChg chg="addSp delSp modSp add ord replId modNotesTx">
        <pc:chgData name="" userId="" providerId="" clId="Web-{5337E1DF-8F8F-4A3D-9A77-48D493880D67}" dt="2026-10-08T13:08:04.853" v="30" actId="34807"/>
        <pc:sldMkLst>
          <pc:docMk/>
          <pc:sldMk cId="1638348288" sldId="2147469949"/>
        </pc:sldMkLst>
        <pc:spChg chg="mod">
          <ac:chgData name="" userId="" providerId="" clId="Web-{5337E1DF-8F8F-4A3D-9A77-48D493880D67}" dt="2026-10-08T13:06:04.125" v="11" actId="34807"/>
          <ac:spMkLst>
            <pc:docMk/>
            <pc:sldMk cId="1638348288" sldId="2147469949"/>
            <ac:spMk id="7" creationId="{C255CA80-702A-2F18-1DAA-D490892E5A65}"/>
          </ac:spMkLst>
        </pc:spChg>
      </pc:sldChg>
      <pc:sldChg chg="addSp delSp modSp add ord replId modNotesTx">
        <pc:chgData name="" userId="" providerId="" clId="Web-{5337E1DF-8F8F-4A3D-9A77-48D493880D67}" dt="2026-10-08T13:08:04.853" v="30" actId="34807"/>
        <pc:sldMkLst>
          <pc:docMk/>
          <pc:sldMk cId="1380025810" sldId="2147469950"/>
        </pc:sldMkLst>
        <pc:spChg chg="mod">
          <ac:chgData name="" userId="" providerId="" clId="Web-{5337E1DF-8F8F-4A3D-9A77-48D493880D67}" dt="2026-10-08T13:05:55.859" v="9" actId="34807"/>
          <ac:spMkLst>
            <pc:docMk/>
            <pc:sldMk cId="1380025810" sldId="2147469950"/>
            <ac:spMk id="6" creationId="{C7CE2544-7F8C-4E83-64ED-8CD236C4365B}"/>
          </ac:spMkLst>
        </pc:spChg>
        <pc:spChg chg="mod">
          <ac:chgData name="" userId="" providerId="" clId="Web-{5337E1DF-8F8F-4A3D-9A77-48D493880D67}" dt="2026-10-08T13:05:55.859" v="9" actId="34807"/>
          <ac:spMkLst>
            <pc:docMk/>
            <pc:sldMk cId="1380025810" sldId="2147469950"/>
            <ac:spMk id="7" creationId="{C255CA80-702A-2F18-1DAA-D490892E5A65}"/>
          </ac:spMkLst>
        </pc:spChg>
      </pc:sldChg>
      <pc:sldChg chg="addSp delSp modSp add ord replId modNotesTx">
        <pc:chgData name="" userId="" providerId="" clId="Web-{5337E1DF-8F8F-4A3D-9A77-48D493880D67}" dt="2026-10-08T13:08:04.853" v="30" actId="34807"/>
        <pc:sldMkLst>
          <pc:docMk/>
          <pc:sldMk cId="4243591566" sldId="2147469951"/>
        </pc:sldMkLst>
        <pc:spChg chg="mod">
          <ac:chgData name="" userId="" providerId="" clId="Web-{5337E1DF-8F8F-4A3D-9A77-48D493880D67}" dt="2026-10-08T13:05:45.999" v="6" actId="34807"/>
          <ac:spMkLst>
            <pc:docMk/>
            <pc:sldMk cId="4243591566" sldId="2147469951"/>
            <ac:spMk id="6" creationId="{C7CE2544-7F8C-4E83-64ED-8CD236C4365B}"/>
          </ac:spMkLst>
        </pc:spChg>
      </pc:sldChg>
      <pc:sldChg chg="addSp delSp modSp add ord modNotesTx">
        <pc:chgData name="" userId="" providerId="" clId="Web-{5337E1DF-8F8F-4A3D-9A77-48D493880D67}" dt="2026-10-08T13:08:04.853" v="30" actId="34807"/>
        <pc:sldMkLst>
          <pc:docMk/>
          <pc:sldMk cId="2612560977" sldId="2147469952"/>
        </pc:sldMkLst>
        <pc:spChg chg="mod">
          <ac:chgData name="" userId="" providerId="" clId="Web-{5337E1DF-8F8F-4A3D-9A77-48D493880D67}" dt="2026-10-08T13:05:36.139" v="3" actId="34807"/>
          <ac:spMkLst>
            <pc:docMk/>
            <pc:sldMk cId="2612560977" sldId="2147469952"/>
            <ac:spMk id="6" creationId="{C7CE2544-7F8C-4E83-64ED-8CD236C4365B}"/>
          </ac:spMkLst>
        </pc:spChg>
      </pc:sldChg>
    </pc:docChg>
  </pc:docChgLst>
  <pc:docChgLst>
    <pc:chgData clId="Web-{ED1FEFD5-4308-4D5E-BB94-980433467ECA}"/>
    <pc:docChg chg="modSld">
      <pc:chgData name="" userId="" providerId="" clId="Web-{ED1FEFD5-4308-4D5E-BB94-980433467ECA}" dt="2026-10-08T13:19:51.244" v="30" actId="34807"/>
      <pc:docMkLst>
        <pc:docMk/>
      </pc:docMkLst>
      <pc:sldChg chg="modSp">
        <pc:chgData name="" userId="" providerId="" clId="Web-{ED1FEFD5-4308-4D5E-BB94-980433467ECA}" dt="2026-10-08T13:17:12.645" v="27" actId="34807"/>
        <pc:sldMkLst>
          <pc:docMk/>
          <pc:sldMk cId="826517427" sldId="2147469898"/>
        </pc:sldMkLst>
        <pc:spChg chg="mod">
          <ac:chgData name="" userId="" providerId="" clId="Web-{ED1FEFD5-4308-4D5E-BB94-980433467ECA}" dt="2026-10-08T13:17:12.645" v="27" actId="34807"/>
          <ac:spMkLst>
            <pc:docMk/>
            <pc:sldMk cId="826517427" sldId="2147469898"/>
            <ac:spMk id="4512" creationId="{115BA4A9-DD86-D2BB-4AED-FB01095D6BCE}"/>
          </ac:spMkLst>
        </pc:spChg>
      </pc:sldChg>
      <pc:sldChg chg="modSp">
        <pc:chgData name="" userId="" providerId="" clId="Web-{ED1FEFD5-4308-4D5E-BB94-980433467ECA}" dt="2026-10-08T13:17:12.645" v="27" actId="34807"/>
        <pc:sldMkLst>
          <pc:docMk/>
          <pc:sldMk cId="2720624042" sldId="2147469933"/>
        </pc:sldMkLst>
        <pc:spChg chg="mod">
          <ac:chgData name="" userId="" providerId="" clId="Web-{ED1FEFD5-4308-4D5E-BB94-980433467ECA}" dt="2026-10-08T13:17:12.645" v="27" actId="34807"/>
          <ac:spMkLst>
            <pc:docMk/>
            <pc:sldMk cId="2720624042" sldId="2147469933"/>
            <ac:spMk id="4583" creationId="{537B6F1D-31A0-0E03-219A-B26A993D32D8}"/>
          </ac:spMkLst>
        </pc:spChg>
      </pc:sldChg>
      <pc:sldChg chg="modSp">
        <pc:chgData name="" userId="" providerId="" clId="Web-{ED1FEFD5-4308-4D5E-BB94-980433467ECA}" dt="2026-10-08T13:17:12.645" v="27" actId="34807"/>
        <pc:sldMkLst>
          <pc:docMk/>
          <pc:sldMk cId="1631992793" sldId="2147469934"/>
        </pc:sldMkLst>
        <pc:spChg chg="mod">
          <ac:chgData name="" userId="" providerId="" clId="Web-{ED1FEFD5-4308-4D5E-BB94-980433467ECA}" dt="2026-10-08T13:17:12.645" v="27" actId="34807"/>
          <ac:spMkLst>
            <pc:docMk/>
            <pc:sldMk cId="1631992793" sldId="2147469934"/>
            <ac:spMk id="4528" creationId="{ADF8EFE2-0C53-FEF5-0936-55D899E77553}"/>
          </ac:spMkLst>
        </pc:spChg>
      </pc:sldChg>
      <pc:sldChg chg="modSp">
        <pc:chgData name="" userId="" providerId="" clId="Web-{ED1FEFD5-4308-4D5E-BB94-980433467ECA}" dt="2026-10-08T13:17:12.645" v="27" actId="34807"/>
        <pc:sldMkLst>
          <pc:docMk/>
          <pc:sldMk cId="1060313114" sldId="2147469937"/>
        </pc:sldMkLst>
        <pc:spChg chg="mod">
          <ac:chgData name="" userId="" providerId="" clId="Web-{ED1FEFD5-4308-4D5E-BB94-980433467ECA}" dt="2026-10-08T13:17:12.645" v="27" actId="34807"/>
          <ac:spMkLst>
            <pc:docMk/>
            <pc:sldMk cId="1060313114" sldId="2147469937"/>
            <ac:spMk id="4592" creationId="{A703CAC9-EFF2-1943-74DB-FB92DA399E60}"/>
          </ac:spMkLst>
        </pc:spChg>
      </pc:sldChg>
      <pc:sldChg chg="modSp">
        <pc:chgData name="" userId="" providerId="" clId="Web-{ED1FEFD5-4308-4D5E-BB94-980433467ECA}" dt="2026-10-08T13:17:12.645" v="27" actId="34807"/>
        <pc:sldMkLst>
          <pc:docMk/>
          <pc:sldMk cId="3144973276" sldId="2147469938"/>
        </pc:sldMkLst>
        <pc:spChg chg="mod">
          <ac:chgData name="" userId="" providerId="" clId="Web-{ED1FEFD5-4308-4D5E-BB94-980433467ECA}" dt="2026-10-08T13:17:12.645" v="27" actId="34807"/>
          <ac:spMkLst>
            <pc:docMk/>
            <pc:sldMk cId="3144973276" sldId="2147469938"/>
            <ac:spMk id="4586" creationId="{C9A26E76-1078-D4F0-BAD8-3B61F6B51A97}"/>
          </ac:spMkLst>
        </pc:spChg>
      </pc:sldChg>
      <pc:sldChg chg="addSp delSp modSp modNotesTx">
        <pc:chgData name="" userId="" providerId="" clId="Web-{ED1FEFD5-4308-4D5E-BB94-980433467ECA}" dt="2026-10-08T13:14:02.123" v="24" actId="34807"/>
        <pc:sldMkLst>
          <pc:docMk/>
          <pc:sldMk cId="119473354" sldId="2147469943"/>
        </pc:sldMkLst>
        <pc:spChg chg="add mod">
          <ac:chgData name="" userId="" providerId="" clId="Web-{ED1FEFD5-4308-4D5E-BB94-980433467ECA}" dt="2026-10-08T13:14:00.670" v="23" actId="34807"/>
          <ac:spMkLst>
            <pc:docMk/>
            <pc:sldMk cId="119473354" sldId="2147469943"/>
            <ac:spMk id="13180" creationId="{344C7A2F-08E1-053B-C6F5-E96976DD805B}"/>
          </ac:spMkLst>
        </pc:spChg>
        <pc:spChg chg="add mod">
          <ac:chgData name="" userId="" providerId="" clId="Web-{ED1FEFD5-4308-4D5E-BB94-980433467ECA}" dt="2026-10-08T13:14:00.670" v="23" actId="34807"/>
          <ac:spMkLst>
            <pc:docMk/>
            <pc:sldMk cId="119473354" sldId="2147469943"/>
            <ac:spMk id="13185" creationId="{3473A121-E789-7B49-B29C-A2746994953D}"/>
          </ac:spMkLst>
        </pc:spChg>
        <pc:spChg chg="add mod">
          <ac:chgData name="" userId="" providerId="" clId="Web-{ED1FEFD5-4308-4D5E-BB94-980433467ECA}" dt="2026-10-08T13:14:00.670" v="23" actId="34807"/>
          <ac:spMkLst>
            <pc:docMk/>
            <pc:sldMk cId="119473354" sldId="2147469943"/>
            <ac:spMk id="13194" creationId="{154920F2-DB94-4C70-6206-00FAF5485DC9}"/>
          </ac:spMkLst>
        </pc:spChg>
        <pc:spChg chg="add mod">
          <ac:chgData name="" userId="" providerId="" clId="Web-{ED1FEFD5-4308-4D5E-BB94-980433467ECA}" dt="2026-10-08T13:14:00.670" v="23" actId="34807"/>
          <ac:spMkLst>
            <pc:docMk/>
            <pc:sldMk cId="119473354" sldId="2147469943"/>
            <ac:spMk id="13200" creationId="{C765F292-70AA-F2E7-6215-148B663F7E80}"/>
          </ac:spMkLst>
        </pc:spChg>
        <pc:spChg chg="add mod">
          <ac:chgData name="" userId="" providerId="" clId="Web-{ED1FEFD5-4308-4D5E-BB94-980433467ECA}" dt="2026-10-08T13:14:00.670" v="23" actId="34807"/>
          <ac:spMkLst>
            <pc:docMk/>
            <pc:sldMk cId="119473354" sldId="2147469943"/>
            <ac:spMk id="13207" creationId="{C581D3A0-A20F-CE9C-6A82-A27D281B2DFA}"/>
          </ac:spMkLst>
        </pc:spChg>
        <pc:spChg chg="add mod">
          <ac:chgData name="" userId="" providerId="" clId="Web-{ED1FEFD5-4308-4D5E-BB94-980433467ECA}" dt="2026-10-08T13:14:00.670" v="23" actId="34807"/>
          <ac:spMkLst>
            <pc:docMk/>
            <pc:sldMk cId="119473354" sldId="2147469943"/>
            <ac:spMk id="13215" creationId="{B251610C-407B-E467-277D-A1EC4638B57B}"/>
          </ac:spMkLst>
        </pc:spChg>
        <pc:spChg chg="add mod">
          <ac:chgData name="" userId="" providerId="" clId="Web-{ED1FEFD5-4308-4D5E-BB94-980433467ECA}" dt="2026-10-08T13:14:00.670" v="23" actId="34807"/>
          <ac:spMkLst>
            <pc:docMk/>
            <pc:sldMk cId="119473354" sldId="2147469943"/>
            <ac:spMk id="13234" creationId="{08E691E2-0C91-9759-9272-D73F91C00D9B}"/>
          </ac:spMkLst>
        </pc:spChg>
        <pc:spChg chg="add mod">
          <ac:chgData name="" userId="" providerId="" clId="Web-{ED1FEFD5-4308-4D5E-BB94-980433467ECA}" dt="2026-10-08T13:14:00.670" v="23" actId="34807"/>
          <ac:spMkLst>
            <pc:docMk/>
            <pc:sldMk cId="119473354" sldId="2147469943"/>
            <ac:spMk id="13257" creationId="{90A663D2-1CC9-A239-0895-CE69A6B13F32}"/>
          </ac:spMkLst>
        </pc:spChg>
        <pc:spChg chg="add mod">
          <ac:chgData name="" userId="" providerId="" clId="Web-{ED1FEFD5-4308-4D5E-BB94-980433467ECA}" dt="2026-10-08T13:14:00.670" v="23" actId="34807"/>
          <ac:spMkLst>
            <pc:docMk/>
            <pc:sldMk cId="119473354" sldId="2147469943"/>
            <ac:spMk id="13284" creationId="{1B36176F-94A7-8F81-2E9F-9351F2AEFF67}"/>
          </ac:spMkLst>
        </pc:spChg>
        <pc:spChg chg="add mod">
          <ac:chgData name="" userId="" providerId="" clId="Web-{ED1FEFD5-4308-4D5E-BB94-980433467ECA}" dt="2026-10-08T13:14:00.670" v="23" actId="34807"/>
          <ac:spMkLst>
            <pc:docMk/>
            <pc:sldMk cId="119473354" sldId="2147469943"/>
            <ac:spMk id="13315" creationId="{7B108C2F-20E9-0148-9C3F-1ED295A910AB}"/>
          </ac:spMkLst>
        </pc:spChg>
      </pc:sldChg>
      <pc:sldChg chg="addSp delSp modSp modNotesTx">
        <pc:chgData name="" userId="" providerId="" clId="Web-{ED1FEFD5-4308-4D5E-BB94-980433467ECA}" dt="2026-10-08T13:19:51.244" v="30" actId="34807"/>
        <pc:sldMkLst>
          <pc:docMk/>
          <pc:sldMk cId="1272212009" sldId="2147469944"/>
        </pc:sldMkLst>
        <pc:spChg chg="mod">
          <ac:chgData name="" userId="" providerId="" clId="Web-{ED1FEFD5-4308-4D5E-BB94-980433467ECA}" dt="2026-10-08T13:17:12.645" v="27" actId="34807"/>
          <ac:spMkLst>
            <pc:docMk/>
            <pc:sldMk cId="1272212009" sldId="2147469944"/>
            <ac:spMk id="12619" creationId="{94766F1C-0170-5650-3069-EE6832A4EF7C}"/>
          </ac:spMkLst>
        </pc:spChg>
        <pc:spChg chg="add mod">
          <ac:chgData name="" userId="" providerId="" clId="Web-{ED1FEFD5-4308-4D5E-BB94-980433467ECA}" dt="2026-10-08T13:13:49.685" v="20" actId="34807"/>
          <ac:spMkLst>
            <pc:docMk/>
            <pc:sldMk cId="1272212009" sldId="2147469944"/>
            <ac:spMk id="12621" creationId="{63C63ADB-C72B-B478-5E1E-CA0FEDAA8EA3}"/>
          </ac:spMkLst>
        </pc:spChg>
        <pc:spChg chg="add mod">
          <ac:chgData name="" userId="" providerId="" clId="Web-{ED1FEFD5-4308-4D5E-BB94-980433467ECA}" dt="2026-10-08T13:13:52.138" v="22" actId="34807"/>
          <ac:spMkLst>
            <pc:docMk/>
            <pc:sldMk cId="1272212009" sldId="2147469944"/>
            <ac:spMk id="12628" creationId="{5F7559CB-D243-6ECB-6DFD-01AD7B821C13}"/>
          </ac:spMkLst>
        </pc:spChg>
        <pc:spChg chg="mod">
          <ac:chgData name="" userId="" providerId="" clId="Web-{ED1FEFD5-4308-4D5E-BB94-980433467ECA}" dt="2026-10-08T13:17:12.645" v="27" actId="34807"/>
          <ac:spMkLst>
            <pc:docMk/>
            <pc:sldMk cId="1272212009" sldId="2147469944"/>
            <ac:spMk id="12633" creationId="{C27C1DF9-B818-FAA4-C1EA-5F7133DF7E4D}"/>
          </ac:spMkLst>
        </pc:spChg>
        <pc:spChg chg="mod">
          <ac:chgData name="" userId="" providerId="" clId="Web-{ED1FEFD5-4308-4D5E-BB94-980433467ECA}" dt="2026-10-08T13:13:52.138" v="22" actId="34807"/>
          <ac:spMkLst>
            <pc:docMk/>
            <pc:sldMk cId="1272212009" sldId="2147469944"/>
            <ac:spMk id="12654" creationId="{1D30A9C5-7302-B8DA-0D13-8B94219CA15D}"/>
          </ac:spMkLst>
        </pc:spChg>
        <pc:spChg chg="add mod">
          <ac:chgData name="" userId="" providerId="" clId="Web-{ED1FEFD5-4308-4D5E-BB94-980433467ECA}" dt="2026-10-08T13:17:12.645" v="27" actId="34807"/>
          <ac:spMkLst>
            <pc:docMk/>
            <pc:sldMk cId="1272212009" sldId="2147469944"/>
            <ac:spMk id="12663" creationId="{5CDA546E-0949-3E54-AC22-89D79BFDCB45}"/>
          </ac:spMkLst>
        </pc:spChg>
        <pc:spChg chg="add mod">
          <ac:chgData name="" userId="" providerId="" clId="Web-{ED1FEFD5-4308-4D5E-BB94-980433467ECA}" dt="2026-10-08T13:13:49.685" v="20" actId="34807"/>
          <ac:spMkLst>
            <pc:docMk/>
            <pc:sldMk cId="1272212009" sldId="2147469944"/>
            <ac:spMk id="12684" creationId="{3F970886-2860-5892-B48B-8E3ACC314175}"/>
          </ac:spMkLst>
        </pc:spChg>
        <pc:spChg chg="mod">
          <ac:chgData name="" userId="" providerId="" clId="Web-{ED1FEFD5-4308-4D5E-BB94-980433467ECA}" dt="2026-10-08T13:17:12.645" v="27" actId="34807"/>
          <ac:spMkLst>
            <pc:docMk/>
            <pc:sldMk cId="1272212009" sldId="2147469944"/>
            <ac:spMk id="12709" creationId="{7275A5F5-D8FA-A562-5256-537022B5AB9F}"/>
          </ac:spMkLst>
        </pc:spChg>
        <pc:spChg chg="add mod">
          <ac:chgData name="" userId="" providerId="" clId="Web-{ED1FEFD5-4308-4D5E-BB94-980433467ECA}" dt="2026-10-08T13:13:49.685" v="20" actId="34807"/>
          <ac:spMkLst>
            <pc:docMk/>
            <pc:sldMk cId="1272212009" sldId="2147469944"/>
            <ac:spMk id="12723" creationId="{C6816E06-43A6-3C3F-8ED5-902117213AE7}"/>
          </ac:spMkLst>
        </pc:spChg>
        <pc:spChg chg="add mod">
          <ac:chgData name="" userId="" providerId="" clId="Web-{ED1FEFD5-4308-4D5E-BB94-980433467ECA}" dt="2026-10-08T13:13:49.685" v="20" actId="34807"/>
          <ac:spMkLst>
            <pc:docMk/>
            <pc:sldMk cId="1272212009" sldId="2147469944"/>
            <ac:spMk id="12738" creationId="{2A71152A-0A1C-7B07-13FC-11414A194AB5}"/>
          </ac:spMkLst>
        </pc:spChg>
        <pc:spChg chg="mod">
          <ac:chgData name="" userId="" providerId="" clId="Web-{ED1FEFD5-4308-4D5E-BB94-980433467ECA}" dt="2026-10-08T13:13:52.138" v="22" actId="34807"/>
          <ac:spMkLst>
            <pc:docMk/>
            <pc:sldMk cId="1272212009" sldId="2147469944"/>
            <ac:spMk id="12754" creationId="{5195DC5D-A6AF-1149-0B67-09A71D6554B8}"/>
          </ac:spMkLst>
        </pc:spChg>
        <pc:spChg chg="add mod">
          <ac:chgData name="" userId="" providerId="" clId="Web-{ED1FEFD5-4308-4D5E-BB94-980433467ECA}" dt="2026-10-08T13:17:12.645" v="27" actId="34807"/>
          <ac:spMkLst>
            <pc:docMk/>
            <pc:sldMk cId="1272212009" sldId="2147469944"/>
            <ac:spMk id="12771" creationId="{F25CC3E2-31D1-00A9-CE7A-AB9FB29CD0C6}"/>
          </ac:spMkLst>
        </pc:spChg>
        <pc:spChg chg="add mod">
          <ac:chgData name="" userId="" providerId="" clId="Web-{ED1FEFD5-4308-4D5E-BB94-980433467ECA}" dt="2026-10-08T13:13:49.685" v="20" actId="34807"/>
          <ac:spMkLst>
            <pc:docMk/>
            <pc:sldMk cId="1272212009" sldId="2147469944"/>
            <ac:spMk id="12789" creationId="{74E231BE-833A-12B3-D1FE-8F2A6D9859A2}"/>
          </ac:spMkLst>
        </pc:spChg>
        <pc:spChg chg="mod">
          <ac:chgData name="" userId="" providerId="" clId="Web-{ED1FEFD5-4308-4D5E-BB94-980433467ECA}" dt="2026-10-08T13:13:52.138" v="22" actId="34807"/>
          <ac:spMkLst>
            <pc:docMk/>
            <pc:sldMk cId="1272212009" sldId="2147469944"/>
            <ac:spMk id="12828" creationId="{0DA8C79E-DAFA-4C34-F3E2-43DA56965076}"/>
          </ac:spMkLst>
        </pc:spChg>
        <pc:spChg chg="mod">
          <ac:chgData name="" userId="" providerId="" clId="Web-{ED1FEFD5-4308-4D5E-BB94-980433467ECA}" dt="2026-10-08T13:17:12.645" v="27" actId="34807"/>
          <ac:spMkLst>
            <pc:docMk/>
            <pc:sldMk cId="1272212009" sldId="2147469944"/>
            <ac:spMk id="12849" creationId="{526AAAC0-98F1-9968-BE4C-7348505254D7}"/>
          </ac:spMkLst>
        </pc:spChg>
        <pc:spChg chg="add mod">
          <ac:chgData name="" userId="" providerId="" clId="Web-{ED1FEFD5-4308-4D5E-BB94-980433467ECA}" dt="2026-10-08T13:13:49.685" v="20" actId="34807"/>
          <ac:spMkLst>
            <pc:docMk/>
            <pc:sldMk cId="1272212009" sldId="2147469944"/>
            <ac:spMk id="12894" creationId="{0B8B668A-6C8A-470A-9BBC-19C8BE6A6B33}"/>
          </ac:spMkLst>
        </pc:spChg>
        <pc:spChg chg="add mod">
          <ac:chgData name="" userId="" providerId="" clId="Web-{ED1FEFD5-4308-4D5E-BB94-980433467ECA}" dt="2026-10-08T13:13:49.685" v="20" actId="34807"/>
          <ac:spMkLst>
            <pc:docMk/>
            <pc:sldMk cId="1272212009" sldId="2147469944"/>
            <ac:spMk id="12918" creationId="{E4FD52F1-AD89-C3D6-A993-CF58BB97F472}"/>
          </ac:spMkLst>
        </pc:spChg>
        <pc:spChg chg="mod">
          <ac:chgData name="" userId="" providerId="" clId="Web-{ED1FEFD5-4308-4D5E-BB94-980433467ECA}" dt="2026-10-08T13:17:12.645" v="27" actId="34807"/>
          <ac:spMkLst>
            <pc:docMk/>
            <pc:sldMk cId="1272212009" sldId="2147469944"/>
            <ac:spMk id="12943" creationId="{2835E8F3-E05A-833D-6F15-453F84F1AC74}"/>
          </ac:spMkLst>
        </pc:spChg>
        <pc:spChg chg="mod">
          <ac:chgData name="" userId="" providerId="" clId="Web-{ED1FEFD5-4308-4D5E-BB94-980433467ECA}" dt="2026-10-08T13:19:51.244" v="30" actId="34807"/>
          <ac:spMkLst>
            <pc:docMk/>
            <pc:sldMk cId="1272212009" sldId="2147469944"/>
            <ac:spMk id="12996" creationId="{E304B7F4-C053-3FA1-3F78-1B25A2FDEEDB}"/>
          </ac:spMkLst>
        </pc:spChg>
        <pc:spChg chg="mod">
          <ac:chgData name="" userId="" providerId="" clId="Web-{ED1FEFD5-4308-4D5E-BB94-980433467ECA}" dt="2026-10-08T13:19:47.259" v="29" actId="34807"/>
          <ac:spMkLst>
            <pc:docMk/>
            <pc:sldMk cId="1272212009" sldId="2147469944"/>
            <ac:spMk id="13024" creationId="{DF3A8DBF-2CD8-9719-F61A-FA60D40265FD}"/>
          </ac:spMkLst>
        </pc:spChg>
        <pc:spChg chg="mod">
          <ac:chgData name="" userId="" providerId="" clId="Web-{ED1FEFD5-4308-4D5E-BB94-980433467ECA}" dt="2026-10-08T13:17:12.645" v="27" actId="34807"/>
          <ac:spMkLst>
            <pc:docMk/>
            <pc:sldMk cId="1272212009" sldId="2147469944"/>
            <ac:spMk id="13053" creationId="{044EFC61-66B1-2F32-4ABB-16B56B14938D}"/>
          </ac:spMkLst>
        </pc:spChg>
        <pc:spChg chg="mod">
          <ac:chgData name="" userId="" providerId="" clId="Web-{ED1FEFD5-4308-4D5E-BB94-980433467ECA}" dt="2026-10-08T13:19:51.244" v="30" actId="34807"/>
          <ac:spMkLst>
            <pc:docMk/>
            <pc:sldMk cId="1272212009" sldId="2147469944"/>
            <ac:spMk id="13114" creationId="{59460893-A1A4-BDC0-16F3-82E9A36FD74B}"/>
          </ac:spMkLst>
        </pc:spChg>
        <pc:spChg chg="mod">
          <ac:chgData name="" userId="" providerId="" clId="Web-{ED1FEFD5-4308-4D5E-BB94-980433467ECA}" dt="2026-10-08T13:19:47.259" v="29" actId="34807"/>
          <ac:spMkLst>
            <pc:docMk/>
            <pc:sldMk cId="1272212009" sldId="2147469944"/>
            <ac:spMk id="13146" creationId="{E8F1BCAC-6E9F-29DB-C95D-592CE26A457A}"/>
          </ac:spMkLst>
        </pc:spChg>
      </pc:sldChg>
      <pc:sldChg chg="addSp delSp modSp modNotesTx">
        <pc:chgData name="" userId="" providerId="" clId="Web-{ED1FEFD5-4308-4D5E-BB94-980433467ECA}" dt="2026-10-08T13:19:47.259" v="29" actId="34807"/>
        <pc:sldMkLst>
          <pc:docMk/>
          <pc:sldMk cId="25631764" sldId="2147469945"/>
        </pc:sldMkLst>
        <pc:spChg chg="mod">
          <ac:chgData name="" userId="" providerId="" clId="Web-{ED1FEFD5-4308-4D5E-BB94-980433467ECA}" dt="2026-10-08T13:17:12.645" v="27" actId="34807"/>
          <ac:spMkLst>
            <pc:docMk/>
            <pc:sldMk cId="25631764" sldId="2147469945"/>
            <ac:spMk id="11675" creationId="{F3225045-DFE7-D9EE-8E62-0FFD6E91E624}"/>
          </ac:spMkLst>
        </pc:spChg>
        <pc:spChg chg="add mod">
          <ac:chgData name="" userId="" providerId="" clId="Web-{ED1FEFD5-4308-4D5E-BB94-980433467ECA}" dt="2026-10-08T13:13:40.701" v="18" actId="34807"/>
          <ac:spMkLst>
            <pc:docMk/>
            <pc:sldMk cId="25631764" sldId="2147469945"/>
            <ac:spMk id="11687" creationId="{643E2473-9169-6E11-FDC7-1D600082BE98}"/>
          </ac:spMkLst>
        </pc:spChg>
        <pc:spChg chg="add mod">
          <ac:chgData name="" userId="" providerId="" clId="Web-{ED1FEFD5-4308-4D5E-BB94-980433467ECA}" dt="2026-10-08T13:13:40.701" v="18" actId="34807"/>
          <ac:spMkLst>
            <pc:docMk/>
            <pc:sldMk cId="25631764" sldId="2147469945"/>
            <ac:spMk id="11693" creationId="{34FA83EB-5E31-3684-3B40-50C49EBFC168}"/>
          </ac:spMkLst>
        </pc:spChg>
        <pc:spChg chg="mod">
          <ac:chgData name="" userId="" providerId="" clId="Web-{ED1FEFD5-4308-4D5E-BB94-980433467ECA}" dt="2026-10-08T13:17:12.645" v="27" actId="34807"/>
          <ac:spMkLst>
            <pc:docMk/>
            <pc:sldMk cId="25631764" sldId="2147469945"/>
            <ac:spMk id="11727" creationId="{F4F726D6-1AFD-8DEB-0FA2-9D7541E82039}"/>
          </ac:spMkLst>
        </pc:spChg>
        <pc:spChg chg="add mod">
          <ac:chgData name="" userId="" providerId="" clId="Web-{ED1FEFD5-4308-4D5E-BB94-980433467ECA}" dt="2026-10-08T13:13:40.701" v="18" actId="34807"/>
          <ac:spMkLst>
            <pc:docMk/>
            <pc:sldMk cId="25631764" sldId="2147469945"/>
            <ac:spMk id="11750" creationId="{7125B889-A445-FED0-93B8-28A433B6DD1F}"/>
          </ac:spMkLst>
        </pc:spChg>
        <pc:spChg chg="add mod">
          <ac:chgData name="" userId="" providerId="" clId="Web-{ED1FEFD5-4308-4D5E-BB94-980433467ECA}" dt="2026-10-08T13:13:40.701" v="18" actId="34807"/>
          <ac:spMkLst>
            <pc:docMk/>
            <pc:sldMk cId="25631764" sldId="2147469945"/>
            <ac:spMk id="11763" creationId="{4CE2D607-14D5-0957-70C4-92D13E19AF33}"/>
          </ac:spMkLst>
        </pc:spChg>
        <pc:spChg chg="mod">
          <ac:chgData name="" userId="" providerId="" clId="Web-{ED1FEFD5-4308-4D5E-BB94-980433467ECA}" dt="2026-10-08T13:17:12.645" v="27" actId="34807"/>
          <ac:spMkLst>
            <pc:docMk/>
            <pc:sldMk cId="25631764" sldId="2147469945"/>
            <ac:spMk id="11843" creationId="{85B002D3-6B39-7736-A4DE-950541F7AECD}"/>
          </ac:spMkLst>
        </pc:spChg>
        <pc:spChg chg="mod">
          <ac:chgData name="" userId="" providerId="" clId="Web-{ED1FEFD5-4308-4D5E-BB94-980433467ECA}" dt="2026-10-08T13:17:12.645" v="27" actId="34807"/>
          <ac:spMkLst>
            <pc:docMk/>
            <pc:sldMk cId="25631764" sldId="2147469945"/>
            <ac:spMk id="12023" creationId="{5CCA3E15-F3DC-3DA1-2F2B-BA8087991382}"/>
          </ac:spMkLst>
        </pc:spChg>
        <pc:spChg chg="add mod">
          <ac:chgData name="" userId="" providerId="" clId="Web-{ED1FEFD5-4308-4D5E-BB94-980433467ECA}" dt="2026-10-08T13:13:40.701" v="18" actId="34807"/>
          <ac:spMkLst>
            <pc:docMk/>
            <pc:sldMk cId="25631764" sldId="2147469945"/>
            <ac:spMk id="12168" creationId="{BF18FEB2-FAC2-B5E3-9EBE-15E1C4B1EA59}"/>
          </ac:spMkLst>
        </pc:spChg>
        <pc:spChg chg="add mod">
          <ac:chgData name="" userId="" providerId="" clId="Web-{ED1FEFD5-4308-4D5E-BB94-980433467ECA}" dt="2026-10-08T13:13:40.701" v="18" actId="34807"/>
          <ac:spMkLst>
            <pc:docMk/>
            <pc:sldMk cId="25631764" sldId="2147469945"/>
            <ac:spMk id="12200" creationId="{5735C406-B6A3-3531-30EB-B529010E0EA1}"/>
          </ac:spMkLst>
        </pc:spChg>
        <pc:spChg chg="add mod">
          <ac:chgData name="" userId="" providerId="" clId="Web-{ED1FEFD5-4308-4D5E-BB94-980433467ECA}" dt="2026-10-08T13:17:12.645" v="27" actId="34807"/>
          <ac:spMkLst>
            <pc:docMk/>
            <pc:sldMk cId="25631764" sldId="2147469945"/>
            <ac:spMk id="12267" creationId="{069AD639-58AA-25FA-6948-9592385A0097}"/>
          </ac:spMkLst>
        </pc:spChg>
        <pc:spChg chg="add mod">
          <ac:chgData name="" userId="" providerId="" clId="Web-{ED1FEFD5-4308-4D5E-BB94-980433467ECA}" dt="2026-10-08T13:13:40.701" v="18" actId="34807"/>
          <ac:spMkLst>
            <pc:docMk/>
            <pc:sldMk cId="25631764" sldId="2147469945"/>
            <ac:spMk id="12338" creationId="{4F619CDA-3389-15A3-1E88-38DCCE83B674}"/>
          </ac:spMkLst>
        </pc:spChg>
        <pc:spChg chg="add mod">
          <ac:chgData name="" userId="" providerId="" clId="Web-{ED1FEFD5-4308-4D5E-BB94-980433467ECA}" dt="2026-10-08T13:13:40.701" v="18" actId="34807"/>
          <ac:spMkLst>
            <pc:docMk/>
            <pc:sldMk cId="25631764" sldId="2147469945"/>
            <ac:spMk id="12452" creationId="{A44D55BE-2382-FA50-FD2E-BE1819CDA059}"/>
          </ac:spMkLst>
        </pc:spChg>
        <pc:spChg chg="add mod">
          <ac:chgData name="" userId="" providerId="" clId="Web-{ED1FEFD5-4308-4D5E-BB94-980433467ECA}" dt="2026-10-08T13:13:40.701" v="18" actId="34807"/>
          <ac:spMkLst>
            <pc:docMk/>
            <pc:sldMk cId="25631764" sldId="2147469945"/>
            <ac:spMk id="12492" creationId="{8CDEA01B-DA0F-7250-95EA-6570C3E19094}"/>
          </ac:spMkLst>
        </pc:spChg>
        <pc:spChg chg="mod">
          <ac:chgData name="" userId="" providerId="" clId="Web-{ED1FEFD5-4308-4D5E-BB94-980433467ECA}" dt="2026-10-08T13:17:12.645" v="27" actId="34807"/>
          <ac:spMkLst>
            <pc:docMk/>
            <pc:sldMk cId="25631764" sldId="2147469945"/>
            <ac:spMk id="12533" creationId="{981363F3-168E-A936-F8E1-A6A37FF26D4C}"/>
          </ac:spMkLst>
        </pc:spChg>
        <pc:spChg chg="add mod">
          <ac:chgData name="" userId="" providerId="" clId="Web-{ED1FEFD5-4308-4D5E-BB94-980433467ECA}" dt="2026-10-08T13:19:44.869" v="28" actId="34807"/>
          <ac:spMkLst>
            <pc:docMk/>
            <pc:sldMk cId="25631764" sldId="2147469945"/>
            <ac:spMk id="13336" creationId="{81AE37B3-2693-6A14-8A10-D7FBD8236043}"/>
          </ac:spMkLst>
        </pc:spChg>
      </pc:sldChg>
      <pc:sldChg chg="addSp delSp modSp modNotesTx">
        <pc:chgData name="" userId="" providerId="" clId="Web-{ED1FEFD5-4308-4D5E-BB94-980433467ECA}" dt="2026-10-08T13:19:47.259" v="29" actId="34807"/>
        <pc:sldMkLst>
          <pc:docMk/>
          <pc:sldMk cId="3820300390" sldId="2147469946"/>
        </pc:sldMkLst>
        <pc:spChg chg="mod">
          <ac:chgData name="" userId="" providerId="" clId="Web-{ED1FEFD5-4308-4D5E-BB94-980433467ECA}" dt="2026-10-08T13:13:33.497" v="16" actId="34807"/>
          <ac:spMkLst>
            <pc:docMk/>
            <pc:sldMk cId="3820300390" sldId="2147469946"/>
            <ac:spMk id="6" creationId="{C7CE2544-7F8C-4E83-64ED-8CD236C4365B}"/>
          </ac:spMkLst>
        </pc:spChg>
        <pc:spChg chg="add mod">
          <ac:chgData name="" userId="" providerId="" clId="Web-{ED1FEFD5-4308-4D5E-BB94-980433467ECA}" dt="2026-10-08T13:13:31.935" v="15" actId="34807"/>
          <ac:spMkLst>
            <pc:docMk/>
            <pc:sldMk cId="3820300390" sldId="2147469946"/>
            <ac:spMk id="11177" creationId="{D7330768-A7E9-BE37-E30C-ECB55C1AD4CC}"/>
          </ac:spMkLst>
        </pc:spChg>
        <pc:spChg chg="mod">
          <ac:chgData name="" userId="" providerId="" clId="Web-{ED1FEFD5-4308-4D5E-BB94-980433467ECA}" dt="2026-10-08T13:17:12.645" v="27" actId="34807"/>
          <ac:spMkLst>
            <pc:docMk/>
            <pc:sldMk cId="3820300390" sldId="2147469946"/>
            <ac:spMk id="11179" creationId="{EFC7C605-33C2-EB7B-4036-E194C920360A}"/>
          </ac:spMkLst>
        </pc:spChg>
        <pc:spChg chg="add mod">
          <ac:chgData name="" userId="" providerId="" clId="Web-{ED1FEFD5-4308-4D5E-BB94-980433467ECA}" dt="2026-10-08T13:19:47.259" v="29" actId="34807"/>
          <ac:spMkLst>
            <pc:docMk/>
            <pc:sldMk cId="3820300390" sldId="2147469946"/>
            <ac:spMk id="11182" creationId="{76AF3953-7D64-A73E-A940-903B76B045EE}"/>
          </ac:spMkLst>
        </pc:spChg>
        <pc:spChg chg="mod">
          <ac:chgData name="" userId="" providerId="" clId="Web-{ED1FEFD5-4308-4D5E-BB94-980433467ECA}" dt="2026-10-08T13:17:12.645" v="27" actId="34807"/>
          <ac:spMkLst>
            <pc:docMk/>
            <pc:sldMk cId="3820300390" sldId="2147469946"/>
            <ac:spMk id="11197" creationId="{01D8755A-E21D-F8C0-7D04-1D643CE9745A}"/>
          </ac:spMkLst>
        </pc:spChg>
        <pc:spChg chg="add mod">
          <ac:chgData name="" userId="" providerId="" clId="Web-{ED1FEFD5-4308-4D5E-BB94-980433467ECA}" dt="2026-10-08T13:13:31.935" v="15" actId="34807"/>
          <ac:spMkLst>
            <pc:docMk/>
            <pc:sldMk cId="3820300390" sldId="2147469946"/>
            <ac:spMk id="11212" creationId="{C752867E-B0CC-C0A2-66FC-16E3F320BC5E}"/>
          </ac:spMkLst>
        </pc:spChg>
        <pc:spChg chg="add mod">
          <ac:chgData name="" userId="" providerId="" clId="Web-{ED1FEFD5-4308-4D5E-BB94-980433467ECA}" dt="2026-10-08T13:13:31.935" v="15" actId="34807"/>
          <ac:spMkLst>
            <pc:docMk/>
            <pc:sldMk cId="3820300390" sldId="2147469946"/>
            <ac:spMk id="11221" creationId="{EFC5E563-1E11-E46C-04BF-8B4EF5B6CF28}"/>
          </ac:spMkLst>
        </pc:spChg>
        <pc:spChg chg="mod">
          <ac:chgData name="" userId="" providerId="" clId="Web-{ED1FEFD5-4308-4D5E-BB94-980433467ECA}" dt="2026-10-08T13:17:12.645" v="27" actId="34807"/>
          <ac:spMkLst>
            <pc:docMk/>
            <pc:sldMk cId="3820300390" sldId="2147469946"/>
            <ac:spMk id="11231" creationId="{C7BF26C6-2AAF-3C35-F632-2DA43535CC45}"/>
          </ac:spMkLst>
        </pc:spChg>
        <pc:spChg chg="add mod">
          <ac:chgData name="" userId="" providerId="" clId="Web-{ED1FEFD5-4308-4D5E-BB94-980433467ECA}" dt="2026-10-08T13:13:31.935" v="15" actId="34807"/>
          <ac:spMkLst>
            <pc:docMk/>
            <pc:sldMk cId="3820300390" sldId="2147469946"/>
            <ac:spMk id="11254" creationId="{8ACD84BA-BDEE-6720-70B1-8984C0B4CF19}"/>
          </ac:spMkLst>
        </pc:spChg>
        <pc:spChg chg="mod">
          <ac:chgData name="" userId="" providerId="" clId="Web-{ED1FEFD5-4308-4D5E-BB94-980433467ECA}" dt="2026-10-08T13:17:12.645" v="27" actId="34807"/>
          <ac:spMkLst>
            <pc:docMk/>
            <pc:sldMk cId="3820300390" sldId="2147469946"/>
            <ac:spMk id="11281" creationId="{95F5BBDC-87CF-4E1B-5390-DB69AD23627D}"/>
          </ac:spMkLst>
        </pc:spChg>
        <pc:spChg chg="add mod">
          <ac:chgData name="" userId="" providerId="" clId="Web-{ED1FEFD5-4308-4D5E-BB94-980433467ECA}" dt="2026-10-08T13:17:12.645" v="27" actId="34807"/>
          <ac:spMkLst>
            <pc:docMk/>
            <pc:sldMk cId="3820300390" sldId="2147469946"/>
            <ac:spMk id="11347" creationId="{7A4A2A48-1AD1-2D1A-352C-F0A5FF05143D}"/>
          </ac:spMkLst>
        </pc:spChg>
        <pc:spChg chg="add mod">
          <ac:chgData name="" userId="" providerId="" clId="Web-{ED1FEFD5-4308-4D5E-BB94-980433467ECA}" dt="2026-10-08T13:13:31.935" v="15" actId="34807"/>
          <ac:spMkLst>
            <pc:docMk/>
            <pc:sldMk cId="3820300390" sldId="2147469946"/>
            <ac:spMk id="11366" creationId="{513E5AE0-7D01-A355-400A-69739762B528}"/>
          </ac:spMkLst>
        </pc:spChg>
        <pc:spChg chg="add mod">
          <ac:chgData name="" userId="" providerId="" clId="Web-{ED1FEFD5-4308-4D5E-BB94-980433467ECA}" dt="2026-10-08T13:13:31.935" v="15" actId="34807"/>
          <ac:spMkLst>
            <pc:docMk/>
            <pc:sldMk cId="3820300390" sldId="2147469946"/>
            <ac:spMk id="11386" creationId="{DE411B10-4F94-EDB5-3059-E8BB068E6785}"/>
          </ac:spMkLst>
        </pc:spChg>
        <pc:spChg chg="mod">
          <ac:chgData name="" userId="" providerId="" clId="Web-{ED1FEFD5-4308-4D5E-BB94-980433467ECA}" dt="2026-10-08T13:17:12.645" v="27" actId="34807"/>
          <ac:spMkLst>
            <pc:docMk/>
            <pc:sldMk cId="3820300390" sldId="2147469946"/>
            <ac:spMk id="11429" creationId="{33675386-4C28-D261-79DA-F88E6C04BAD1}"/>
          </ac:spMkLst>
        </pc:spChg>
        <pc:spChg chg="add mod">
          <ac:chgData name="" userId="" providerId="" clId="Web-{ED1FEFD5-4308-4D5E-BB94-980433467ECA}" dt="2026-10-08T13:17:12.645" v="27" actId="34807"/>
          <ac:spMkLst>
            <pc:docMk/>
            <pc:sldMk cId="3820300390" sldId="2147469946"/>
            <ac:spMk id="11501" creationId="{8903F1CD-F945-3DF8-8418-C972723D300B}"/>
          </ac:spMkLst>
        </pc:spChg>
        <pc:spChg chg="mod">
          <ac:chgData name="" userId="" providerId="" clId="Web-{ED1FEFD5-4308-4D5E-BB94-980433467ECA}" dt="2026-10-08T13:17:12.645" v="27" actId="34807"/>
          <ac:spMkLst>
            <pc:docMk/>
            <pc:sldMk cId="3820300390" sldId="2147469946"/>
            <ac:spMk id="11527" creationId="{C68810BD-BEAA-71B3-604B-478C05D1E3DD}"/>
          </ac:spMkLst>
        </pc:spChg>
        <pc:spChg chg="mod">
          <ac:chgData name="" userId="" providerId="" clId="Web-{ED1FEFD5-4308-4D5E-BB94-980433467ECA}" dt="2026-10-08T13:13:34.935" v="17" actId="34807"/>
          <ac:spMkLst>
            <pc:docMk/>
            <pc:sldMk cId="3820300390" sldId="2147469946"/>
            <ac:spMk id="11554" creationId="{AB15FF75-CC81-0A00-2661-AD5851DB4D95}"/>
          </ac:spMkLst>
        </pc:spChg>
        <pc:spChg chg="mod">
          <ac:chgData name="" userId="" providerId="" clId="Web-{ED1FEFD5-4308-4D5E-BB94-980433467ECA}" dt="2026-10-08T13:13:34.935" v="17" actId="34807"/>
          <ac:spMkLst>
            <pc:docMk/>
            <pc:sldMk cId="3820300390" sldId="2147469946"/>
            <ac:spMk id="11611" creationId="{D58E799E-01ED-D7B1-7EC6-670E6187501E}"/>
          </ac:spMkLst>
        </pc:spChg>
        <pc:spChg chg="add mod">
          <ac:chgData name="" userId="" providerId="" clId="Web-{ED1FEFD5-4308-4D5E-BB94-980433467ECA}" dt="2026-10-08T13:13:31.935" v="15" actId="34807"/>
          <ac:spMkLst>
            <pc:docMk/>
            <pc:sldMk cId="3820300390" sldId="2147469946"/>
            <ac:spMk id="11641" creationId="{19F4A1AE-0981-B719-B805-44BC975D8057}"/>
          </ac:spMkLst>
        </pc:spChg>
      </pc:sldChg>
      <pc:sldChg chg="addSp delSp modSp modNotesTx">
        <pc:chgData name="" userId="" providerId="" clId="Web-{ED1FEFD5-4308-4D5E-BB94-980433467ECA}" dt="2026-10-08T13:17:12.645" v="27" actId="34807"/>
        <pc:sldMkLst>
          <pc:docMk/>
          <pc:sldMk cId="791208101" sldId="2147469947"/>
        </pc:sldMkLst>
        <pc:spChg chg="add mod">
          <ac:chgData name="" userId="" providerId="" clId="Web-{ED1FEFD5-4308-4D5E-BB94-980433467ECA}" dt="2026-10-08T13:17:12.645" v="27" actId="34807"/>
          <ac:spMkLst>
            <pc:docMk/>
            <pc:sldMk cId="791208101" sldId="2147469947"/>
            <ac:spMk id="10618" creationId="{DDF54FDC-90A4-6CBB-58DC-88CB1F1F3CBE}"/>
          </ac:spMkLst>
        </pc:spChg>
        <pc:spChg chg="add mod">
          <ac:chgData name="" userId="" providerId="" clId="Web-{ED1FEFD5-4308-4D5E-BB94-980433467ECA}" dt="2026-10-08T13:13:22.012" v="13" actId="34807"/>
          <ac:spMkLst>
            <pc:docMk/>
            <pc:sldMk cId="791208101" sldId="2147469947"/>
            <ac:spMk id="10621" creationId="{B83AFC6C-A76E-7B18-D099-2B142D5369F8}"/>
          </ac:spMkLst>
        </pc:spChg>
        <pc:spChg chg="add mod">
          <ac:chgData name="" userId="" providerId="" clId="Web-{ED1FEFD5-4308-4D5E-BB94-980433467ECA}" dt="2026-10-08T13:13:22.012" v="13" actId="34807"/>
          <ac:spMkLst>
            <pc:docMk/>
            <pc:sldMk cId="791208101" sldId="2147469947"/>
            <ac:spMk id="10636" creationId="{7C08BFC4-9371-6840-9ED8-598ADFA3A98A}"/>
          </ac:spMkLst>
        </pc:spChg>
        <pc:spChg chg="add mod">
          <ac:chgData name="" userId="" providerId="" clId="Web-{ED1FEFD5-4308-4D5E-BB94-980433467ECA}" dt="2026-10-08T13:13:22.012" v="13" actId="34807"/>
          <ac:spMkLst>
            <pc:docMk/>
            <pc:sldMk cId="791208101" sldId="2147469947"/>
            <ac:spMk id="10643" creationId="{03D91333-6CD3-EF86-70E7-353537833EDF}"/>
          </ac:spMkLst>
        </pc:spChg>
        <pc:spChg chg="mod">
          <ac:chgData name="" userId="" providerId="" clId="Web-{ED1FEFD5-4308-4D5E-BB94-980433467ECA}" dt="2026-10-08T13:17:12.645" v="27" actId="34807"/>
          <ac:spMkLst>
            <pc:docMk/>
            <pc:sldMk cId="791208101" sldId="2147469947"/>
            <ac:spMk id="10670" creationId="{66314EF8-0423-915F-6A8B-1072838A512D}"/>
          </ac:spMkLst>
        </pc:spChg>
        <pc:spChg chg="add mod">
          <ac:chgData name="" userId="" providerId="" clId="Web-{ED1FEFD5-4308-4D5E-BB94-980433467ECA}" dt="2026-10-08T13:13:22.012" v="13" actId="34807"/>
          <ac:spMkLst>
            <pc:docMk/>
            <pc:sldMk cId="791208101" sldId="2147469947"/>
            <ac:spMk id="10720" creationId="{BF974655-E880-48AC-79D2-4EFA094B7EB8}"/>
          </ac:spMkLst>
        </pc:spChg>
        <pc:spChg chg="add mod">
          <ac:chgData name="" userId="" providerId="" clId="Web-{ED1FEFD5-4308-4D5E-BB94-980433467ECA}" dt="2026-10-08T13:13:22.012" v="13" actId="34807"/>
          <ac:spMkLst>
            <pc:docMk/>
            <pc:sldMk cId="791208101" sldId="2147469947"/>
            <ac:spMk id="10768" creationId="{80A0AB17-51EC-C5CF-F4DC-1168ACE1D427}"/>
          </ac:spMkLst>
        </pc:spChg>
        <pc:spChg chg="add mod">
          <ac:chgData name="" userId="" providerId="" clId="Web-{ED1FEFD5-4308-4D5E-BB94-980433467ECA}" dt="2026-10-08T13:17:12.645" v="27" actId="34807"/>
          <ac:spMkLst>
            <pc:docMk/>
            <pc:sldMk cId="791208101" sldId="2147469947"/>
            <ac:spMk id="10786" creationId="{9B593067-7A96-31F5-74FD-B0D76D57727E}"/>
          </ac:spMkLst>
        </pc:spChg>
        <pc:spChg chg="add mod">
          <ac:chgData name="" userId="" providerId="" clId="Web-{ED1FEFD5-4308-4D5E-BB94-980433467ECA}" dt="2026-10-08T13:13:22.012" v="13" actId="34807"/>
          <ac:spMkLst>
            <pc:docMk/>
            <pc:sldMk cId="791208101" sldId="2147469947"/>
            <ac:spMk id="10825" creationId="{ED19C637-A6EA-05FA-42B2-53F903C997F0}"/>
          </ac:spMkLst>
        </pc:spChg>
        <pc:spChg chg="add mod">
          <ac:chgData name="" userId="" providerId="" clId="Web-{ED1FEFD5-4308-4D5E-BB94-980433467ECA}" dt="2026-10-08T13:13:22.012" v="13" actId="34807"/>
          <ac:spMkLst>
            <pc:docMk/>
            <pc:sldMk cId="791208101" sldId="2147469947"/>
            <ac:spMk id="10915" creationId="{530C4B49-5E8F-245F-A270-CD08038D72B3}"/>
          </ac:spMkLst>
        </pc:spChg>
        <pc:spChg chg="mod">
          <ac:chgData name="" userId="" providerId="" clId="Web-{ED1FEFD5-4308-4D5E-BB94-980433467ECA}" dt="2026-10-08T13:17:12.645" v="27" actId="34807"/>
          <ac:spMkLst>
            <pc:docMk/>
            <pc:sldMk cId="791208101" sldId="2147469947"/>
            <ac:spMk id="10966" creationId="{ABA009FB-6B5B-D061-D181-940085A7F623}"/>
          </ac:spMkLst>
        </pc:spChg>
        <pc:spChg chg="add mod">
          <ac:chgData name="" userId="" providerId="" clId="Web-{ED1FEFD5-4308-4D5E-BB94-980433467ECA}" dt="2026-10-08T13:13:22.012" v="13" actId="34807"/>
          <ac:spMkLst>
            <pc:docMk/>
            <pc:sldMk cId="791208101" sldId="2147469947"/>
            <ac:spMk id="11111" creationId="{9346E828-BC2C-32B2-9AB9-A54903A3D97E}"/>
          </ac:spMkLst>
        </pc:spChg>
      </pc:sldChg>
      <pc:sldChg chg="addSp delSp modSp modNotesTx">
        <pc:chgData name="" userId="" providerId="" clId="Web-{ED1FEFD5-4308-4D5E-BB94-980433467ECA}" dt="2026-10-08T13:17:12.645" v="27" actId="34807"/>
        <pc:sldMkLst>
          <pc:docMk/>
          <pc:sldMk cId="4153345110" sldId="2147469948"/>
        </pc:sldMkLst>
        <pc:spChg chg="mod">
          <ac:chgData name="" userId="" providerId="" clId="Web-{ED1FEFD5-4308-4D5E-BB94-980433467ECA}" dt="2026-10-08T13:13:12.965" v="11" actId="34807"/>
          <ac:spMkLst>
            <pc:docMk/>
            <pc:sldMk cId="4153345110" sldId="2147469948"/>
            <ac:spMk id="6" creationId="{C7CE2544-7F8C-4E83-64ED-8CD236C4365B}"/>
          </ac:spMkLst>
        </pc:spChg>
        <pc:spChg chg="mod">
          <ac:chgData name="" userId="" providerId="" clId="Web-{ED1FEFD5-4308-4D5E-BB94-980433467ECA}" dt="2026-10-08T13:17:12.645" v="27" actId="34807"/>
          <ac:spMkLst>
            <pc:docMk/>
            <pc:sldMk cId="4153345110" sldId="2147469948"/>
            <ac:spMk id="10445" creationId="{8F2DFB7A-F146-B06D-7B12-B9E957F46584}"/>
          </ac:spMkLst>
        </pc:spChg>
        <pc:spChg chg="add mod">
          <ac:chgData name="" userId="" providerId="" clId="Web-{ED1FEFD5-4308-4D5E-BB94-980433467ECA}" dt="2026-10-08T13:13:13.965" v="12" actId="34807"/>
          <ac:spMkLst>
            <pc:docMk/>
            <pc:sldMk cId="4153345110" sldId="2147469948"/>
            <ac:spMk id="10447" creationId="{C3A5A9E6-5FF4-7EC9-B836-2BA467CFD1DA}"/>
          </ac:spMkLst>
        </pc:spChg>
        <pc:spChg chg="add mod">
          <ac:chgData name="" userId="" providerId="" clId="Web-{ED1FEFD5-4308-4D5E-BB94-980433467ECA}" dt="2026-10-08T13:13:11.825" v="10" actId="34807"/>
          <ac:spMkLst>
            <pc:docMk/>
            <pc:sldMk cId="4153345110" sldId="2147469948"/>
            <ac:spMk id="10450" creationId="{9C6576ED-B0EC-3D78-FCE6-5A9877D7FF9F}"/>
          </ac:spMkLst>
        </pc:spChg>
        <pc:spChg chg="add mod">
          <ac:chgData name="" userId="" providerId="" clId="Web-{ED1FEFD5-4308-4D5E-BB94-980433467ECA}" dt="2026-10-08T13:13:13.965" v="12" actId="34807"/>
          <ac:spMkLst>
            <pc:docMk/>
            <pc:sldMk cId="4153345110" sldId="2147469948"/>
            <ac:spMk id="10454" creationId="{3CED64F6-DF7E-2E3A-E4E8-01D1189936F7}"/>
          </ac:spMkLst>
        </pc:spChg>
        <pc:spChg chg="add mod">
          <ac:chgData name="" userId="" providerId="" clId="Web-{ED1FEFD5-4308-4D5E-BB94-980433467ECA}" dt="2026-10-08T13:13:11.825" v="10" actId="34807"/>
          <ac:spMkLst>
            <pc:docMk/>
            <pc:sldMk cId="4153345110" sldId="2147469948"/>
            <ac:spMk id="10459" creationId="{5BB39771-F613-9D47-C0DB-92653C1D7896}"/>
          </ac:spMkLst>
        </pc:spChg>
        <pc:spChg chg="add mod">
          <ac:chgData name="" userId="" providerId="" clId="Web-{ED1FEFD5-4308-4D5E-BB94-980433467ECA}" dt="2026-10-08T13:13:11.825" v="10" actId="34807"/>
          <ac:spMkLst>
            <pc:docMk/>
            <pc:sldMk cId="4153345110" sldId="2147469948"/>
            <ac:spMk id="10480" creationId="{F1956028-E583-DD0A-D0BA-4F45F2A78974}"/>
          </ac:spMkLst>
        </pc:spChg>
        <pc:spChg chg="add mod">
          <ac:chgData name="" userId="" providerId="" clId="Web-{ED1FEFD5-4308-4D5E-BB94-980433467ECA}" dt="2026-10-08T13:13:13.965" v="12" actId="34807"/>
          <ac:spMkLst>
            <pc:docMk/>
            <pc:sldMk cId="4153345110" sldId="2147469948"/>
            <ac:spMk id="10510" creationId="{F21671A6-0EFB-44BE-D8ED-993121EB2D32}"/>
          </ac:spMkLst>
        </pc:spChg>
        <pc:spChg chg="add mod">
          <ac:chgData name="" userId="" providerId="" clId="Web-{ED1FEFD5-4308-4D5E-BB94-980433467ECA}" dt="2026-10-08T13:13:11.825" v="10" actId="34807"/>
          <ac:spMkLst>
            <pc:docMk/>
            <pc:sldMk cId="4153345110" sldId="2147469948"/>
            <ac:spMk id="10522" creationId="{D5EA4BD7-8196-CD27-612D-01CACB7C84BB}"/>
          </ac:spMkLst>
        </pc:spChg>
        <pc:spChg chg="add mod">
          <ac:chgData name="" userId="" providerId="" clId="Web-{ED1FEFD5-4308-4D5E-BB94-980433467ECA}" dt="2026-10-08T13:13:11.825" v="10" actId="34807"/>
          <ac:spMkLst>
            <pc:docMk/>
            <pc:sldMk cId="4153345110" sldId="2147469948"/>
            <ac:spMk id="10535" creationId="{B271E74F-D733-D7F7-6AAD-1A81A51D70DF}"/>
          </ac:spMkLst>
        </pc:spChg>
        <pc:spChg chg="add mod">
          <ac:chgData name="" userId="" providerId="" clId="Web-{ED1FEFD5-4308-4D5E-BB94-980433467ECA}" dt="2026-10-08T13:13:11.825" v="10" actId="34807"/>
          <ac:spMkLst>
            <pc:docMk/>
            <pc:sldMk cId="4153345110" sldId="2147469948"/>
            <ac:spMk id="10549" creationId="{BFAE1020-F0DF-6176-3076-001B7C2E20FD}"/>
          </ac:spMkLst>
        </pc:spChg>
        <pc:spChg chg="add mod">
          <ac:chgData name="" userId="" providerId="" clId="Web-{ED1FEFD5-4308-4D5E-BB94-980433467ECA}" dt="2026-10-08T13:13:11.825" v="10" actId="34807"/>
          <ac:spMkLst>
            <pc:docMk/>
            <pc:sldMk cId="4153345110" sldId="2147469948"/>
            <ac:spMk id="10597" creationId="{EE00A091-B275-E7E0-E45F-F521FE9A174B}"/>
          </ac:spMkLst>
        </pc:spChg>
      </pc:sldChg>
      <pc:sldChg chg="addSp delSp modSp modNotesTx">
        <pc:chgData name="" userId="" providerId="" clId="Web-{ED1FEFD5-4308-4D5E-BB94-980433467ECA}" dt="2026-10-08T13:17:12.645" v="27" actId="34807"/>
        <pc:sldMkLst>
          <pc:docMk/>
          <pc:sldMk cId="1638348288" sldId="2147469949"/>
        </pc:sldMkLst>
        <pc:spChg chg="add mod">
          <ac:chgData name="" userId="" providerId="" clId="Web-{ED1FEFD5-4308-4D5E-BB94-980433467ECA}" dt="2026-10-08T13:17:12.645" v="27" actId="34807"/>
          <ac:spMkLst>
            <pc:docMk/>
            <pc:sldMk cId="1638348288" sldId="2147469949"/>
            <ac:spMk id="9949" creationId="{DA475A4B-1902-9C8A-5C9A-600B362D47CD}"/>
          </ac:spMkLst>
        </pc:spChg>
        <pc:spChg chg="add mod">
          <ac:chgData name="" userId="" providerId="" clId="Web-{ED1FEFD5-4308-4D5E-BB94-980433467ECA}" dt="2026-10-08T13:17:12.645" v="27" actId="34807"/>
          <ac:spMkLst>
            <pc:docMk/>
            <pc:sldMk cId="1638348288" sldId="2147469949"/>
            <ac:spMk id="9963" creationId="{D4FFC337-A86D-4099-888D-2B61E88E0073}"/>
          </ac:spMkLst>
        </pc:spChg>
        <pc:spChg chg="add mod">
          <ac:chgData name="" userId="" providerId="" clId="Web-{ED1FEFD5-4308-4D5E-BB94-980433467ECA}" dt="2026-10-08T13:13:01.902" v="8" actId="34807"/>
          <ac:spMkLst>
            <pc:docMk/>
            <pc:sldMk cId="1638348288" sldId="2147469949"/>
            <ac:spMk id="9976" creationId="{D2E15AF6-6010-E7A4-EFBF-DD1911C94BCD}"/>
          </ac:spMkLst>
        </pc:spChg>
        <pc:spChg chg="add mod">
          <ac:chgData name="" userId="" providerId="" clId="Web-{ED1FEFD5-4308-4D5E-BB94-980433467ECA}" dt="2026-10-08T13:17:12.645" v="27" actId="34807"/>
          <ac:spMkLst>
            <pc:docMk/>
            <pc:sldMk cId="1638348288" sldId="2147469949"/>
            <ac:spMk id="9993" creationId="{5A526952-3D29-CB96-2403-D861CAA4AE17}"/>
          </ac:spMkLst>
        </pc:spChg>
        <pc:spChg chg="add mod">
          <ac:chgData name="" userId="" providerId="" clId="Web-{ED1FEFD5-4308-4D5E-BB94-980433467ECA}" dt="2026-10-08T13:13:01.902" v="8" actId="34807"/>
          <ac:spMkLst>
            <pc:docMk/>
            <pc:sldMk cId="1638348288" sldId="2147469949"/>
            <ac:spMk id="10026" creationId="{294E4DC9-EBBC-D532-521A-2BFD8A43B555}"/>
          </ac:spMkLst>
        </pc:spChg>
        <pc:spChg chg="mod">
          <ac:chgData name="" userId="" providerId="" clId="Web-{ED1FEFD5-4308-4D5E-BB94-980433467ECA}" dt="2026-10-08T13:17:12.645" v="27" actId="34807"/>
          <ac:spMkLst>
            <pc:docMk/>
            <pc:sldMk cId="1638348288" sldId="2147469949"/>
            <ac:spMk id="10039" creationId="{8A96DAF7-2904-B636-67AA-95A0F6C0F005}"/>
          </ac:spMkLst>
        </pc:spChg>
        <pc:spChg chg="add mod">
          <ac:chgData name="" userId="" providerId="" clId="Web-{ED1FEFD5-4308-4D5E-BB94-980433467ECA}" dt="2026-10-08T13:13:01.902" v="8" actId="34807"/>
          <ac:spMkLst>
            <pc:docMk/>
            <pc:sldMk cId="1638348288" sldId="2147469949"/>
            <ac:spMk id="10068" creationId="{8EB4A14C-4B00-3326-6870-13FB36DE538F}"/>
          </ac:spMkLst>
        </pc:spChg>
        <pc:spChg chg="mod">
          <ac:chgData name="" userId="" providerId="" clId="Web-{ED1FEFD5-4308-4D5E-BB94-980433467ECA}" dt="2026-10-08T13:17:12.645" v="27" actId="34807"/>
          <ac:spMkLst>
            <pc:docMk/>
            <pc:sldMk cId="1638348288" sldId="2147469949"/>
            <ac:spMk id="10101" creationId="{779ED3F8-5520-6035-9F57-C1A3F4F192DC}"/>
          </ac:spMkLst>
        </pc:spChg>
        <pc:spChg chg="add mod">
          <ac:chgData name="" userId="" providerId="" clId="Web-{ED1FEFD5-4308-4D5E-BB94-980433467ECA}" dt="2026-10-08T13:13:01.902" v="8" actId="34807"/>
          <ac:spMkLst>
            <pc:docMk/>
            <pc:sldMk cId="1638348288" sldId="2147469949"/>
            <ac:spMk id="10179" creationId="{B42D2DA8-C074-927C-897C-B803DB1A7B8E}"/>
          </ac:spMkLst>
        </pc:spChg>
        <pc:spChg chg="add mod">
          <ac:chgData name="" userId="" providerId="" clId="Web-{ED1FEFD5-4308-4D5E-BB94-980433467ECA}" dt="2026-10-08T13:13:01.902" v="8" actId="34807"/>
          <ac:spMkLst>
            <pc:docMk/>
            <pc:sldMk cId="1638348288" sldId="2147469949"/>
            <ac:spMk id="10201" creationId="{B42FC8E7-3965-610D-FD2A-EC6234747FF6}"/>
          </ac:spMkLst>
        </pc:spChg>
        <pc:spChg chg="add mod">
          <ac:chgData name="" userId="" providerId="" clId="Web-{ED1FEFD5-4308-4D5E-BB94-980433467ECA}" dt="2026-10-08T13:13:01.902" v="8" actId="34807"/>
          <ac:spMkLst>
            <pc:docMk/>
            <pc:sldMk cId="1638348288" sldId="2147469949"/>
            <ac:spMk id="10299" creationId="{9D485144-E0FC-AFF4-F48E-C782EA14370C}"/>
          </ac:spMkLst>
        </pc:spChg>
        <pc:spChg chg="add mod">
          <ac:chgData name="" userId="" providerId="" clId="Web-{ED1FEFD5-4308-4D5E-BB94-980433467ECA}" dt="2026-10-08T13:13:01.902" v="8" actId="34807"/>
          <ac:spMkLst>
            <pc:docMk/>
            <pc:sldMk cId="1638348288" sldId="2147469949"/>
            <ac:spMk id="10326" creationId="{987E3E26-BA83-D05B-2313-4414F87ADD3F}"/>
          </ac:spMkLst>
        </pc:spChg>
      </pc:sldChg>
      <pc:sldChg chg="addSp delSp modSp modNotesTx">
        <pc:chgData name="" userId="" providerId="" clId="Web-{ED1FEFD5-4308-4D5E-BB94-980433467ECA}" dt="2026-10-08T13:17:12.645" v="27" actId="34807"/>
        <pc:sldMkLst>
          <pc:docMk/>
          <pc:sldMk cId="1380025810" sldId="2147469950"/>
        </pc:sldMkLst>
        <pc:spChg chg="mod">
          <ac:chgData name="" userId="" providerId="" clId="Web-{ED1FEFD5-4308-4D5E-BB94-980433467ECA}" dt="2026-10-08T13:12:55.746" v="7" actId="34807"/>
          <ac:spMkLst>
            <pc:docMk/>
            <pc:sldMk cId="1380025810" sldId="2147469950"/>
            <ac:spMk id="6" creationId="{C7CE2544-7F8C-4E83-64ED-8CD236C4365B}"/>
          </ac:spMkLst>
        </pc:spChg>
        <pc:spChg chg="mod">
          <ac:chgData name="" userId="" providerId="" clId="Web-{ED1FEFD5-4308-4D5E-BB94-980433467ECA}" dt="2026-10-08T13:17:12.645" v="27" actId="34807"/>
          <ac:spMkLst>
            <pc:docMk/>
            <pc:sldMk cId="1380025810" sldId="2147469950"/>
            <ac:spMk id="9624" creationId="{8D060C98-057D-0DDA-643B-28B34FAA8768}"/>
          </ac:spMkLst>
        </pc:spChg>
        <pc:spChg chg="add mod">
          <ac:chgData name="" userId="" providerId="" clId="Web-{ED1FEFD5-4308-4D5E-BB94-980433467ECA}" dt="2026-10-08T13:12:54.558" v="6" actId="34807"/>
          <ac:spMkLst>
            <pc:docMk/>
            <pc:sldMk cId="1380025810" sldId="2147469950"/>
            <ac:spMk id="9626" creationId="{7E0E14C3-974A-115A-EE03-FED7130C8FE3}"/>
          </ac:spMkLst>
        </pc:spChg>
        <pc:spChg chg="add mod">
          <ac:chgData name="" userId="" providerId="" clId="Web-{ED1FEFD5-4308-4D5E-BB94-980433467ECA}" dt="2026-10-08T13:17:12.645" v="27" actId="34807"/>
          <ac:spMkLst>
            <pc:docMk/>
            <pc:sldMk cId="1380025810" sldId="2147469950"/>
            <ac:spMk id="9633" creationId="{514FD485-F757-9F5C-C23C-C772F692B0CD}"/>
          </ac:spMkLst>
        </pc:spChg>
        <pc:spChg chg="add mod">
          <ac:chgData name="" userId="" providerId="" clId="Web-{ED1FEFD5-4308-4D5E-BB94-980433467ECA}" dt="2026-10-08T13:12:54.558" v="6" actId="34807"/>
          <ac:spMkLst>
            <pc:docMk/>
            <pc:sldMk cId="1380025810" sldId="2147469950"/>
            <ac:spMk id="9644" creationId="{84C1B827-C6D0-12C5-AA36-17CA5CFC2456}"/>
          </ac:spMkLst>
        </pc:spChg>
        <pc:spChg chg="mod">
          <ac:chgData name="" userId="" providerId="" clId="Web-{ED1FEFD5-4308-4D5E-BB94-980433467ECA}" dt="2026-10-08T13:17:12.645" v="27" actId="34807"/>
          <ac:spMkLst>
            <pc:docMk/>
            <pc:sldMk cId="1380025810" sldId="2147469950"/>
            <ac:spMk id="9651" creationId="{D124B7ED-7577-47D3-265E-4A4A39BBC943}"/>
          </ac:spMkLst>
        </pc:spChg>
        <pc:spChg chg="add mod">
          <ac:chgData name="" userId="" providerId="" clId="Web-{ED1FEFD5-4308-4D5E-BB94-980433467ECA}" dt="2026-10-08T13:12:54.558" v="6" actId="34807"/>
          <ac:spMkLst>
            <pc:docMk/>
            <pc:sldMk cId="1380025810" sldId="2147469950"/>
            <ac:spMk id="9659" creationId="{848AF3BD-D389-8F9C-8F9A-3B32DB6BD1E9}"/>
          </ac:spMkLst>
        </pc:spChg>
        <pc:spChg chg="mod">
          <ac:chgData name="" userId="" providerId="" clId="Web-{ED1FEFD5-4308-4D5E-BB94-980433467ECA}" dt="2026-10-08T13:17:12.645" v="27" actId="34807"/>
          <ac:spMkLst>
            <pc:docMk/>
            <pc:sldMk cId="1380025810" sldId="2147469950"/>
            <ac:spMk id="9678" creationId="{EE688FAD-0BF5-3AE6-DE2F-337827B5607C}"/>
          </ac:spMkLst>
        </pc:spChg>
        <pc:spChg chg="add mod">
          <ac:chgData name="" userId="" providerId="" clId="Web-{ED1FEFD5-4308-4D5E-BB94-980433467ECA}" dt="2026-10-08T13:12:54.558" v="6" actId="34807"/>
          <ac:spMkLst>
            <pc:docMk/>
            <pc:sldMk cId="1380025810" sldId="2147469950"/>
            <ac:spMk id="9701" creationId="{B94C2DDF-DDC5-7B23-D700-06298B624827}"/>
          </ac:spMkLst>
        </pc:spChg>
        <pc:spChg chg="mod">
          <ac:chgData name="" userId="" providerId="" clId="Web-{ED1FEFD5-4308-4D5E-BB94-980433467ECA}" dt="2026-10-08T13:17:12.645" v="27" actId="34807"/>
          <ac:spMkLst>
            <pc:docMk/>
            <pc:sldMk cId="1380025810" sldId="2147469950"/>
            <ac:spMk id="9714" creationId="{30AA781B-C68B-030E-34BA-21670C2DF0C3}"/>
          </ac:spMkLst>
        </pc:spChg>
        <pc:spChg chg="add mod">
          <ac:chgData name="" userId="" providerId="" clId="Web-{ED1FEFD5-4308-4D5E-BB94-980433467ECA}" dt="2026-10-08T13:12:54.558" v="6" actId="34807"/>
          <ac:spMkLst>
            <pc:docMk/>
            <pc:sldMk cId="1380025810" sldId="2147469950"/>
            <ac:spMk id="9728" creationId="{A630E353-6871-A8B2-937F-E2512844498F}"/>
          </ac:spMkLst>
        </pc:spChg>
        <pc:spChg chg="mod">
          <ac:chgData name="" userId="" providerId="" clId="Web-{ED1FEFD5-4308-4D5E-BB94-980433467ECA}" dt="2026-10-08T13:17:12.645" v="27" actId="34807"/>
          <ac:spMkLst>
            <pc:docMk/>
            <pc:sldMk cId="1380025810" sldId="2147469950"/>
            <ac:spMk id="9759" creationId="{47AFE755-9B6B-96B0-0BE4-B392A320A5EC}"/>
          </ac:spMkLst>
        </pc:spChg>
        <pc:spChg chg="add mod">
          <ac:chgData name="" userId="" providerId="" clId="Web-{ED1FEFD5-4308-4D5E-BB94-980433467ECA}" dt="2026-10-08T13:12:54.558" v="6" actId="34807"/>
          <ac:spMkLst>
            <pc:docMk/>
            <pc:sldMk cId="1380025810" sldId="2147469950"/>
            <ac:spMk id="9776" creationId="{9D0A994E-66FA-E057-5B3C-370C356D1FE1}"/>
          </ac:spMkLst>
        </pc:spChg>
        <pc:spChg chg="add mod">
          <ac:chgData name="" userId="" providerId="" clId="Web-{ED1FEFD5-4308-4D5E-BB94-980433467ECA}" dt="2026-10-08T13:12:54.558" v="6" actId="34807"/>
          <ac:spMkLst>
            <pc:docMk/>
            <pc:sldMk cId="1380025810" sldId="2147469950"/>
            <ac:spMk id="9794" creationId="{6CFC95C5-F326-765B-70A7-A11CC93B2875}"/>
          </ac:spMkLst>
        </pc:spChg>
        <pc:spChg chg="mod">
          <ac:chgData name="" userId="" providerId="" clId="Web-{ED1FEFD5-4308-4D5E-BB94-980433467ECA}" dt="2026-10-08T13:17:12.645" v="27" actId="34807"/>
          <ac:spMkLst>
            <pc:docMk/>
            <pc:sldMk cId="1380025810" sldId="2147469950"/>
            <ac:spMk id="9813" creationId="{5A06B858-CA94-B5B0-2E98-64F1551040D5}"/>
          </ac:spMkLst>
        </pc:spChg>
        <pc:spChg chg="add mod">
          <ac:chgData name="" userId="" providerId="" clId="Web-{ED1FEFD5-4308-4D5E-BB94-980433467ECA}" dt="2026-10-08T13:17:12.645" v="27" actId="34807"/>
          <ac:spMkLst>
            <pc:docMk/>
            <pc:sldMk cId="1380025810" sldId="2147469950"/>
            <ac:spMk id="9876" creationId="{3B284161-6E05-E4BC-3999-B8F8A9DD5816}"/>
          </ac:spMkLst>
        </pc:spChg>
        <pc:spChg chg="add mod">
          <ac:chgData name="" userId="" providerId="" clId="Web-{ED1FEFD5-4308-4D5E-BB94-980433467ECA}" dt="2026-10-08T13:12:54.558" v="6" actId="34807"/>
          <ac:spMkLst>
            <pc:docMk/>
            <pc:sldMk cId="1380025810" sldId="2147469950"/>
            <ac:spMk id="9948" creationId="{3CB83341-05E9-1BB2-2D28-FE58EEC95B7D}"/>
          </ac:spMkLst>
        </pc:spChg>
      </pc:sldChg>
      <pc:sldChg chg="addSp delSp modSp modNotesTx">
        <pc:chgData name="" userId="" providerId="" clId="Web-{ED1FEFD5-4308-4D5E-BB94-980433467ECA}" dt="2026-10-08T13:17:12.645" v="27" actId="34807"/>
        <pc:sldMkLst>
          <pc:docMk/>
          <pc:sldMk cId="4243591566" sldId="2147469951"/>
        </pc:sldMkLst>
        <pc:spChg chg="add mod">
          <ac:chgData name="" userId="" providerId="" clId="Web-{ED1FEFD5-4308-4D5E-BB94-980433467ECA}" dt="2026-10-08T13:17:12.645" v="27" actId="34807"/>
          <ac:spMkLst>
            <pc:docMk/>
            <pc:sldMk cId="4243591566" sldId="2147469951"/>
            <ac:spMk id="9414" creationId="{348D0DDD-64E2-46F3-6C0B-F01A7BB0EB8F}"/>
          </ac:spMkLst>
        </pc:spChg>
        <pc:spChg chg="add mod">
          <ac:chgData name="" userId="" providerId="" clId="Web-{ED1FEFD5-4308-4D5E-BB94-980433467ECA}" dt="2026-10-08T13:12:45.308" v="5" actId="34807"/>
          <ac:spMkLst>
            <pc:docMk/>
            <pc:sldMk cId="4243591566" sldId="2147469951"/>
            <ac:spMk id="9416" creationId="{62037903-5B4F-A92C-962A-083A337ABD34}"/>
          </ac:spMkLst>
        </pc:spChg>
        <pc:spChg chg="add mod">
          <ac:chgData name="" userId="" providerId="" clId="Web-{ED1FEFD5-4308-4D5E-BB94-980433467ECA}" dt="2026-10-08T13:17:12.645" v="27" actId="34807"/>
          <ac:spMkLst>
            <pc:docMk/>
            <pc:sldMk cId="4243591566" sldId="2147469951"/>
            <ac:spMk id="9423" creationId="{A2A91B73-150A-171A-A09B-37747030F4CA}"/>
          </ac:spMkLst>
        </pc:spChg>
        <pc:spChg chg="mod">
          <ac:chgData name="" userId="" providerId="" clId="Web-{ED1FEFD5-4308-4D5E-BB94-980433467ECA}" dt="2026-10-08T13:12:45.308" v="5" actId="34807"/>
          <ac:spMkLst>
            <pc:docMk/>
            <pc:sldMk cId="4243591566" sldId="2147469951"/>
            <ac:spMk id="9428" creationId="{F2565864-1485-0084-A4D8-F90D7C751874}"/>
          </ac:spMkLst>
        </pc:spChg>
        <pc:spChg chg="add mod">
          <ac:chgData name="" userId="" providerId="" clId="Web-{ED1FEFD5-4308-4D5E-BB94-980433467ECA}" dt="2026-10-08T13:17:12.645" v="27" actId="34807"/>
          <ac:spMkLst>
            <pc:docMk/>
            <pc:sldMk cId="4243591566" sldId="2147469951"/>
            <ac:spMk id="9441" creationId="{9F1E9FB0-C21A-48DF-6CDB-B652AAC50CBC}"/>
          </ac:spMkLst>
        </pc:spChg>
        <pc:spChg chg="mod">
          <ac:chgData name="" userId="" providerId="" clId="Web-{ED1FEFD5-4308-4D5E-BB94-980433467ECA}" dt="2026-10-08T13:12:45.308" v="5" actId="34807"/>
          <ac:spMkLst>
            <pc:docMk/>
            <pc:sldMk cId="4243591566" sldId="2147469951"/>
            <ac:spMk id="9449" creationId="{ECDB2F6D-DEC7-CE8C-AE2A-3A0A84FD2CD8}"/>
          </ac:spMkLst>
        </pc:spChg>
        <pc:spChg chg="add mod">
          <ac:chgData name="" userId="" providerId="" clId="Web-{ED1FEFD5-4308-4D5E-BB94-980433467ECA}" dt="2026-10-08T13:12:39.902" v="3" actId="34807"/>
          <ac:spMkLst>
            <pc:docMk/>
            <pc:sldMk cId="4243591566" sldId="2147469951"/>
            <ac:spMk id="9458" creationId="{D675AA16-1F2A-358F-0F36-9FBA3E1E4E10}"/>
          </ac:spMkLst>
        </pc:spChg>
        <pc:spChg chg="add mod">
          <ac:chgData name="" userId="" providerId="" clId="Web-{ED1FEFD5-4308-4D5E-BB94-980433467ECA}" dt="2026-10-08T13:17:12.645" v="27" actId="34807"/>
          <ac:spMkLst>
            <pc:docMk/>
            <pc:sldMk cId="4243591566" sldId="2147469951"/>
            <ac:spMk id="9468" creationId="{4F85AE46-5530-ACE7-CEC8-17961F099FC0}"/>
          </ac:spMkLst>
        </pc:spChg>
        <pc:spChg chg="add mod">
          <ac:chgData name="" userId="" providerId="" clId="Web-{ED1FEFD5-4308-4D5E-BB94-980433467ECA}" dt="2026-10-08T13:12:45.308" v="5" actId="34807"/>
          <ac:spMkLst>
            <pc:docMk/>
            <pc:sldMk cId="4243591566" sldId="2147469951"/>
            <ac:spMk id="9479" creationId="{6FFBCEB4-B4FC-9D45-81CB-3C497C661F33}"/>
          </ac:spMkLst>
        </pc:spChg>
        <pc:spChg chg="mod">
          <ac:chgData name="" userId="" providerId="" clId="Web-{ED1FEFD5-4308-4D5E-BB94-980433467ECA}" dt="2026-10-08T13:17:12.645" v="27" actId="34807"/>
          <ac:spMkLst>
            <pc:docMk/>
            <pc:sldMk cId="4243591566" sldId="2147469951"/>
            <ac:spMk id="9504" creationId="{7A253EAF-2602-AB75-0DE0-0B6425E4B4E6}"/>
          </ac:spMkLst>
        </pc:spChg>
        <pc:spChg chg="mod">
          <ac:chgData name="" userId="" providerId="" clId="Web-{ED1FEFD5-4308-4D5E-BB94-980433467ECA}" dt="2026-10-08T13:12:45.308" v="5" actId="34807"/>
          <ac:spMkLst>
            <pc:docMk/>
            <pc:sldMk cId="4243591566" sldId="2147469951"/>
            <ac:spMk id="9518" creationId="{39EE4859-4889-14FD-BA4F-3ABECC30B8F0}"/>
          </ac:spMkLst>
        </pc:spChg>
        <pc:spChg chg="mod">
          <ac:chgData name="" userId="" providerId="" clId="Web-{ED1FEFD5-4308-4D5E-BB94-980433467ECA}" dt="2026-10-08T13:17:12.645" v="27" actId="34807"/>
          <ac:spMkLst>
            <pc:docMk/>
            <pc:sldMk cId="4243591566" sldId="2147469951"/>
            <ac:spMk id="9549" creationId="{F8190044-8C28-D01D-064E-2BDBF7C69B20}"/>
          </ac:spMkLst>
        </pc:spChg>
        <pc:spChg chg="mod">
          <ac:chgData name="" userId="" providerId="" clId="Web-{ED1FEFD5-4308-4D5E-BB94-980433467ECA}" dt="2026-10-08T13:12:45.308" v="5" actId="34807"/>
          <ac:spMkLst>
            <pc:docMk/>
            <pc:sldMk cId="4243591566" sldId="2147469951"/>
            <ac:spMk id="9566" creationId="{C9A39D82-83D1-7F83-E121-BF8CF97200F8}"/>
          </ac:spMkLst>
        </pc:spChg>
        <pc:spChg chg="add mod">
          <ac:chgData name="" userId="" providerId="" clId="Web-{ED1FEFD5-4308-4D5E-BB94-980433467ECA}" dt="2026-10-08T13:12:39.902" v="3" actId="34807"/>
          <ac:spMkLst>
            <pc:docMk/>
            <pc:sldMk cId="4243591566" sldId="2147469951"/>
            <ac:spMk id="9584" creationId="{65E5A4BF-BD21-E723-5F2D-0F777162867A}"/>
          </ac:spMkLst>
        </pc:spChg>
        <pc:spChg chg="add mod">
          <ac:chgData name="" userId="" providerId="" clId="Web-{ED1FEFD5-4308-4D5E-BB94-980433467ECA}" dt="2026-10-08T13:12:39.902" v="3" actId="34807"/>
          <ac:spMkLst>
            <pc:docMk/>
            <pc:sldMk cId="4243591566" sldId="2147469951"/>
            <ac:spMk id="9603" creationId="{975C7457-79B3-866E-6466-3D674F9E84C0}"/>
          </ac:spMkLst>
        </pc:spChg>
        <pc:spChg chg="add mod">
          <ac:chgData name="" userId="" providerId="" clId="Web-{ED1FEFD5-4308-4D5E-BB94-980433467ECA}" dt="2026-10-08T13:12:39.902" v="3" actId="34807"/>
          <ac:spMkLst>
            <pc:docMk/>
            <pc:sldMk cId="4243591566" sldId="2147469951"/>
            <ac:spMk id="9623" creationId="{DAEC8A8F-D9AC-B951-E6C2-31BDA7EA83BA}"/>
          </ac:spMkLst>
        </pc:spChg>
      </pc:sldChg>
      <pc:sldChg chg="addSp delSp modSp modNotesTx">
        <pc:chgData name="" userId="" providerId="" clId="Web-{ED1FEFD5-4308-4D5E-BB94-980433467ECA}" dt="2026-10-08T13:19:47.259" v="29" actId="34807"/>
        <pc:sldMkLst>
          <pc:docMk/>
          <pc:sldMk cId="2612560977" sldId="2147469952"/>
        </pc:sldMkLst>
        <pc:spChg chg="add mod">
          <ac:chgData name="" userId="" providerId="" clId="Web-{ED1FEFD5-4308-4D5E-BB94-980433467ECA}" dt="2026-10-08T13:12:28.667" v="0" actId="34807"/>
          <ac:spMkLst>
            <pc:docMk/>
            <pc:sldMk cId="2612560977" sldId="2147469952"/>
            <ac:spMk id="9089" creationId="{34BEFCE2-1FF8-CB3D-8A21-F6C8CA8D5615}"/>
          </ac:spMkLst>
        </pc:spChg>
        <pc:spChg chg="mod">
          <ac:chgData name="" userId="" providerId="" clId="Web-{ED1FEFD5-4308-4D5E-BB94-980433467ECA}" dt="2026-10-08T13:16:52.597" v="26" actId="34807"/>
          <ac:spMkLst>
            <pc:docMk/>
            <pc:sldMk cId="2612560977" sldId="2147469952"/>
            <ac:spMk id="9091" creationId="{2581491C-9834-989F-83FB-5608D155BF79}"/>
          </ac:spMkLst>
        </pc:spChg>
        <pc:spChg chg="add mod">
          <ac:chgData name="" userId="" providerId="" clId="Web-{ED1FEFD5-4308-4D5E-BB94-980433467ECA}" dt="2026-10-08T13:12:28.667" v="0" actId="34807"/>
          <ac:spMkLst>
            <pc:docMk/>
            <pc:sldMk cId="2612560977" sldId="2147469952"/>
            <ac:spMk id="9094" creationId="{5905CB53-A156-B380-15C9-34774CC731B0}"/>
          </ac:spMkLst>
        </pc:spChg>
        <pc:spChg chg="mod">
          <ac:chgData name="" userId="" providerId="" clId="Web-{ED1FEFD5-4308-4D5E-BB94-980433467ECA}" dt="2026-10-08T13:12:32.120" v="2" actId="34807"/>
          <ac:spMkLst>
            <pc:docMk/>
            <pc:sldMk cId="2612560977" sldId="2147469952"/>
            <ac:spMk id="9098" creationId="{DC26CBEB-3FFB-2110-3ACE-C1AEAEE21C70}"/>
          </ac:spMkLst>
        </pc:spChg>
        <pc:spChg chg="add mod">
          <ac:chgData name="" userId="" providerId="" clId="Web-{ED1FEFD5-4308-4D5E-BB94-980433467ECA}" dt="2026-10-08T13:12:28.667" v="0" actId="34807"/>
          <ac:spMkLst>
            <pc:docMk/>
            <pc:sldMk cId="2612560977" sldId="2147469952"/>
            <ac:spMk id="9103" creationId="{88365063-34A2-70AB-9D31-40BAA1F0F00A}"/>
          </ac:spMkLst>
        </pc:spChg>
        <pc:spChg chg="mod">
          <ac:chgData name="" userId="" providerId="" clId="Web-{ED1FEFD5-4308-4D5E-BB94-980433467ECA}" dt="2026-10-08T13:17:12.645" v="27" actId="34807"/>
          <ac:spMkLst>
            <pc:docMk/>
            <pc:sldMk cId="2612560977" sldId="2147469952"/>
            <ac:spMk id="9116" creationId="{2562AF86-D52C-A57A-68E9-A1A566CAB5D8}"/>
          </ac:spMkLst>
        </pc:spChg>
        <pc:spChg chg="mod">
          <ac:chgData name="" userId="" providerId="" clId="Web-{ED1FEFD5-4308-4D5E-BB94-980433467ECA}" dt="2026-10-08T13:19:47.259" v="29" actId="34807"/>
          <ac:spMkLst>
            <pc:docMk/>
            <pc:sldMk cId="2612560977" sldId="2147469952"/>
            <ac:spMk id="9133" creationId="{80CA95A5-BF01-0FCF-791B-B711032F6BFF}"/>
          </ac:spMkLst>
        </pc:spChg>
        <pc:spChg chg="mod">
          <ac:chgData name="" userId="" providerId="" clId="Web-{ED1FEFD5-4308-4D5E-BB94-980433467ECA}" dt="2026-10-08T13:17:12.645" v="27" actId="34807"/>
          <ac:spMkLst>
            <pc:docMk/>
            <pc:sldMk cId="2612560977" sldId="2147469952"/>
            <ac:spMk id="9166" creationId="{B6481490-8EB0-5037-93F9-34A213BD644B}"/>
          </ac:spMkLst>
        </pc:spChg>
        <pc:spChg chg="add mod">
          <ac:chgData name="" userId="" providerId="" clId="Web-{ED1FEFD5-4308-4D5E-BB94-980433467ECA}" dt="2026-10-08T13:12:28.667" v="0" actId="34807"/>
          <ac:spMkLst>
            <pc:docMk/>
            <pc:sldMk cId="2612560977" sldId="2147469952"/>
            <ac:spMk id="9179" creationId="{09B8A983-839E-D4B5-0B6C-7A6D68004ED9}"/>
          </ac:spMkLst>
        </pc:spChg>
        <pc:spChg chg="add mod">
          <ac:chgData name="" userId="" providerId="" clId="Web-{ED1FEFD5-4308-4D5E-BB94-980433467ECA}" dt="2026-10-08T13:12:32.120" v="2" actId="34807"/>
          <ac:spMkLst>
            <pc:docMk/>
            <pc:sldMk cId="2612560977" sldId="2147469952"/>
            <ac:spMk id="9193" creationId="{FD7AC9A1-0390-0D0B-9DB4-C19CB273A234}"/>
          </ac:spMkLst>
        </pc:spChg>
        <pc:spChg chg="add mod">
          <ac:chgData name="" userId="" providerId="" clId="Web-{ED1FEFD5-4308-4D5E-BB94-980433467ECA}" dt="2026-10-08T13:17:12.645" v="27" actId="34807"/>
          <ac:spMkLst>
            <pc:docMk/>
            <pc:sldMk cId="2612560977" sldId="2147469952"/>
            <ac:spMk id="9241" creationId="{B61CA6D3-E71C-43D5-BAF1-4424F3625ECB}"/>
          </ac:spMkLst>
        </pc:spChg>
        <pc:spChg chg="add mod">
          <ac:chgData name="" userId="" providerId="" clId="Web-{ED1FEFD5-4308-4D5E-BB94-980433467ECA}" dt="2026-10-08T13:12:32.120" v="2" actId="34807"/>
          <ac:spMkLst>
            <pc:docMk/>
            <pc:sldMk cId="2612560977" sldId="2147469952"/>
            <ac:spMk id="9278" creationId="{35501658-28B0-A12A-3F27-D84762354F40}"/>
          </ac:spMkLst>
        </pc:spChg>
        <pc:spChg chg="add mod">
          <ac:chgData name="" userId="" providerId="" clId="Web-{ED1FEFD5-4308-4D5E-BB94-980433467ECA}" dt="2026-10-08T13:12:28.667" v="0" actId="34807"/>
          <ac:spMkLst>
            <pc:docMk/>
            <pc:sldMk cId="2612560977" sldId="2147469952"/>
            <ac:spMk id="9319" creationId="{C87F6755-6B0D-BD9F-7C50-F4B0F4357370}"/>
          </ac:spMkLst>
        </pc:spChg>
        <pc:spChg chg="add mod">
          <ac:chgData name="" userId="" providerId="" clId="Web-{ED1FEFD5-4308-4D5E-BB94-980433467ECA}" dt="2026-10-08T13:17:12.645" v="27" actId="34807"/>
          <ac:spMkLst>
            <pc:docMk/>
            <pc:sldMk cId="2612560977" sldId="2147469952"/>
            <ac:spMk id="9341" creationId="{106CDA15-B725-116E-19A3-CB2135C7B0D4}"/>
          </ac:spMkLst>
        </pc:spChg>
        <pc:spChg chg="add mod">
          <ac:chgData name="" userId="" providerId="" clId="Web-{ED1FEFD5-4308-4D5E-BB94-980433467ECA}" dt="2026-10-08T13:12:28.667" v="0" actId="34807"/>
          <ac:spMkLst>
            <pc:docMk/>
            <pc:sldMk cId="2612560977" sldId="2147469952"/>
            <ac:spMk id="9364" creationId="{3F540775-2E78-D434-409C-4DB90D4033B9}"/>
          </ac:spMkLst>
        </pc:spChg>
        <pc:spChg chg="mod">
          <ac:chgData name="" userId="" providerId="" clId="Web-{ED1FEFD5-4308-4D5E-BB94-980433467ECA}" dt="2026-10-08T13:12:32.120" v="2" actId="34807"/>
          <ac:spMkLst>
            <pc:docMk/>
            <pc:sldMk cId="2612560977" sldId="2147469952"/>
            <ac:spMk id="9388" creationId="{C4A578BB-C49E-9147-46A5-02A69E20E343}"/>
          </ac:spMkLst>
        </pc:spChg>
      </pc:sldChg>
    </pc:docChg>
  </pc:docChgLst>
  <pc:docChgLst>
    <pc:chgData name="Michael Herpers (Protiviti)" userId="9724d24d-2007-49e9-9045-9542f18919e9" providerId="ADAL" clId="{6A38CA24-40C6-4701-8822-E486790B7983}"/>
    <pc:docChg chg="undo redo custSel modSld sldOrd">
      <pc:chgData name="Michael Herpers (Protiviti)" userId="9724d24d-2007-49e9-9045-9542f18919e9" providerId="ADAL" clId="{6A38CA24-40C6-4701-8822-E486790B7983}" dt="2026-10-13T07:42:35.179" v="233" actId="1035"/>
      <pc:docMkLst>
        <pc:docMk/>
      </pc:docMkLst>
      <pc:sldChg chg="mod ord modShow">
        <pc:chgData name="Michael Herpers (Protiviti)" userId="9724d24d-2007-49e9-9045-9542f18919e9" providerId="ADAL" clId="{6A38CA24-40C6-4701-8822-E486790B7983}" dt="2026-10-13T07:01:59.699" v="111"/>
        <pc:sldMkLst>
          <pc:docMk/>
          <pc:sldMk cId="2022827714" sldId="2147469935"/>
        </pc:sldMkLst>
      </pc:sldChg>
      <pc:sldChg chg="modSp mod">
        <pc:chgData name="Michael Herpers (Protiviti)" userId="9724d24d-2007-49e9-9045-9542f18919e9" providerId="ADAL" clId="{6A38CA24-40C6-4701-8822-E486790B7983}" dt="2026-10-12T13:38:09.362" v="93" actId="1035"/>
        <pc:sldMkLst>
          <pc:docMk/>
          <pc:sldMk cId="1060313114" sldId="2147469937"/>
        </pc:sldMkLst>
        <pc:spChg chg="mod">
          <ac:chgData name="Michael Herpers (Protiviti)" userId="9724d24d-2007-49e9-9045-9542f18919e9" providerId="ADAL" clId="{6A38CA24-40C6-4701-8822-E486790B7983}" dt="2026-10-12T13:38:09.362" v="93" actId="1035"/>
          <ac:spMkLst>
            <pc:docMk/>
            <pc:sldMk cId="1060313114" sldId="2147469937"/>
            <ac:spMk id="3717" creationId="{EE552A7A-C5D1-AD78-31FB-ED788CAA9073}"/>
          </ac:spMkLst>
        </pc:spChg>
        <pc:spChg chg="mod">
          <ac:chgData name="Michael Herpers (Protiviti)" userId="9724d24d-2007-49e9-9045-9542f18919e9" providerId="ADAL" clId="{6A38CA24-40C6-4701-8822-E486790B7983}" dt="2026-10-12T13:38:09.362" v="93" actId="1035"/>
          <ac:spMkLst>
            <pc:docMk/>
            <pc:sldMk cId="1060313114" sldId="2147469937"/>
            <ac:spMk id="3741" creationId="{9E9DE67C-5C87-68EA-39A1-544B2626C6F1}"/>
          </ac:spMkLst>
        </pc:spChg>
        <pc:spChg chg="mod">
          <ac:chgData name="Michael Herpers (Protiviti)" userId="9724d24d-2007-49e9-9045-9542f18919e9" providerId="ADAL" clId="{6A38CA24-40C6-4701-8822-E486790B7983}" dt="2026-10-12T13:38:09.362" v="93" actId="1035"/>
          <ac:spMkLst>
            <pc:docMk/>
            <pc:sldMk cId="1060313114" sldId="2147469937"/>
            <ac:spMk id="3774" creationId="{C1E3C053-9821-D1D2-1F67-0FCCA09AE899}"/>
          </ac:spMkLst>
        </pc:spChg>
        <pc:spChg chg="mod">
          <ac:chgData name="Michael Herpers (Protiviti)" userId="9724d24d-2007-49e9-9045-9542f18919e9" providerId="ADAL" clId="{6A38CA24-40C6-4701-8822-E486790B7983}" dt="2026-10-12T13:38:09.362" v="93" actId="1035"/>
          <ac:spMkLst>
            <pc:docMk/>
            <pc:sldMk cId="1060313114" sldId="2147469937"/>
            <ac:spMk id="3816" creationId="{B0F364D7-18A7-A453-639B-93CA4669ABD4}"/>
          </ac:spMkLst>
        </pc:spChg>
        <pc:spChg chg="mod">
          <ac:chgData name="Michael Herpers (Protiviti)" userId="9724d24d-2007-49e9-9045-9542f18919e9" providerId="ADAL" clId="{6A38CA24-40C6-4701-8822-E486790B7983}" dt="2026-10-12T13:37:54.796" v="84" actId="1035"/>
          <ac:spMkLst>
            <pc:docMk/>
            <pc:sldMk cId="1060313114" sldId="2147469937"/>
            <ac:spMk id="4597" creationId="{8A3ACE5F-E831-7AB0-D1FE-D139CDEA5777}"/>
          </ac:spMkLst>
        </pc:spChg>
      </pc:sldChg>
      <pc:sldChg chg="modSp mod">
        <pc:chgData name="Michael Herpers (Protiviti)" userId="9724d24d-2007-49e9-9045-9542f18919e9" providerId="ADAL" clId="{6A38CA24-40C6-4701-8822-E486790B7983}" dt="2026-10-13T07:38:24.966" v="125" actId="20577"/>
        <pc:sldMkLst>
          <pc:docMk/>
          <pc:sldMk cId="3144973276" sldId="2147469938"/>
        </pc:sldMkLst>
        <pc:spChg chg="mod">
          <ac:chgData name="Michael Herpers (Protiviti)" userId="9724d24d-2007-49e9-9045-9542f18919e9" providerId="ADAL" clId="{6A38CA24-40C6-4701-8822-E486790B7983}" dt="2026-10-12T13:37:28.518" v="68" actId="1036"/>
          <ac:spMkLst>
            <pc:docMk/>
            <pc:sldMk cId="3144973276" sldId="2147469938"/>
            <ac:spMk id="3237" creationId="{B6ADFEAD-58FF-11C4-3FE3-F7242FA9FE33}"/>
          </ac:spMkLst>
        </pc:spChg>
        <pc:spChg chg="mod">
          <ac:chgData name="Michael Herpers (Protiviti)" userId="9724d24d-2007-49e9-9045-9542f18919e9" providerId="ADAL" clId="{6A38CA24-40C6-4701-8822-E486790B7983}" dt="2026-10-12T13:37:28.518" v="68" actId="1036"/>
          <ac:spMkLst>
            <pc:docMk/>
            <pc:sldMk cId="3144973276" sldId="2147469938"/>
            <ac:spMk id="3252" creationId="{E55D1656-5CD6-30A1-7615-FE21789947EA}"/>
          </ac:spMkLst>
        </pc:spChg>
        <pc:spChg chg="mod">
          <ac:chgData name="Michael Herpers (Protiviti)" userId="9724d24d-2007-49e9-9045-9542f18919e9" providerId="ADAL" clId="{6A38CA24-40C6-4701-8822-E486790B7983}" dt="2026-10-13T07:38:24.966" v="125" actId="20577"/>
          <ac:spMkLst>
            <pc:docMk/>
            <pc:sldMk cId="3144973276" sldId="2147469938"/>
            <ac:spMk id="3276" creationId="{9B6A6368-CC10-510F-0BE5-DCD0822BF2A3}"/>
          </ac:spMkLst>
        </pc:spChg>
        <pc:spChg chg="mod">
          <ac:chgData name="Michael Herpers (Protiviti)" userId="9724d24d-2007-49e9-9045-9542f18919e9" providerId="ADAL" clId="{6A38CA24-40C6-4701-8822-E486790B7983}" dt="2026-10-12T13:37:28.518" v="68" actId="1036"/>
          <ac:spMkLst>
            <pc:docMk/>
            <pc:sldMk cId="3144973276" sldId="2147469938"/>
            <ac:spMk id="3351" creationId="{A14A7BE2-BE49-11E7-C76D-A0AFEF22D812}"/>
          </ac:spMkLst>
        </pc:spChg>
        <pc:spChg chg="mod">
          <ac:chgData name="Michael Herpers (Protiviti)" userId="9724d24d-2007-49e9-9045-9542f18919e9" providerId="ADAL" clId="{6A38CA24-40C6-4701-8822-E486790B7983}" dt="2026-10-12T13:37:34.333" v="74" actId="1035"/>
          <ac:spMkLst>
            <pc:docMk/>
            <pc:sldMk cId="3144973276" sldId="2147469938"/>
            <ac:spMk id="3402" creationId="{368E9BCD-35A2-F411-77D0-EDE550D68EA2}"/>
          </ac:spMkLst>
        </pc:spChg>
        <pc:spChg chg="mod">
          <ac:chgData name="Michael Herpers (Protiviti)" userId="9724d24d-2007-49e9-9045-9542f18919e9" providerId="ADAL" clId="{6A38CA24-40C6-4701-8822-E486790B7983}" dt="2026-10-12T13:37:28.518" v="68" actId="1036"/>
          <ac:spMkLst>
            <pc:docMk/>
            <pc:sldMk cId="3144973276" sldId="2147469938"/>
            <ac:spMk id="3462" creationId="{97D49047-CEC3-2B4A-D954-0FC6C94B34EA}"/>
          </ac:spMkLst>
        </pc:spChg>
        <pc:spChg chg="mod">
          <ac:chgData name="Michael Herpers (Protiviti)" userId="9724d24d-2007-49e9-9045-9542f18919e9" providerId="ADAL" clId="{6A38CA24-40C6-4701-8822-E486790B7983}" dt="2026-10-12T13:37:28.518" v="68" actId="1036"/>
          <ac:spMkLst>
            <pc:docMk/>
            <pc:sldMk cId="3144973276" sldId="2147469938"/>
            <ac:spMk id="3531" creationId="{DBFCD268-545C-EFA8-1E97-59BA4AE567F7}"/>
          </ac:spMkLst>
        </pc:spChg>
        <pc:spChg chg="mod">
          <ac:chgData name="Michael Herpers (Protiviti)" userId="9724d24d-2007-49e9-9045-9542f18919e9" providerId="ADAL" clId="{6A38CA24-40C6-4701-8822-E486790B7983}" dt="2026-10-12T13:37:28.518" v="68" actId="1036"/>
          <ac:spMkLst>
            <pc:docMk/>
            <pc:sldMk cId="3144973276" sldId="2147469938"/>
            <ac:spMk id="4591" creationId="{6D0851F7-857B-1299-DD1B-CBC030AAEA11}"/>
          </ac:spMkLst>
        </pc:spChg>
      </pc:sldChg>
      <pc:sldChg chg="modSp mod">
        <pc:chgData name="Michael Herpers (Protiviti)" userId="9724d24d-2007-49e9-9045-9542f18919e9" providerId="ADAL" clId="{6A38CA24-40C6-4701-8822-E486790B7983}" dt="2026-10-12T13:37:10.869" v="51" actId="404"/>
        <pc:sldMkLst>
          <pc:docMk/>
          <pc:sldMk cId="3815216482" sldId="2147469939"/>
        </pc:sldMkLst>
        <pc:spChg chg="mod">
          <ac:chgData name="Michael Herpers (Protiviti)" userId="9724d24d-2007-49e9-9045-9542f18919e9" providerId="ADAL" clId="{6A38CA24-40C6-4701-8822-E486790B7983}" dt="2026-10-12T13:37:10.869" v="51" actId="404"/>
          <ac:spMkLst>
            <pc:docMk/>
            <pc:sldMk cId="3815216482" sldId="2147469939"/>
            <ac:spMk id="2931" creationId="{0F34458E-F3C8-5CE5-EEB7-5BC60C0E78E3}"/>
          </ac:spMkLst>
        </pc:spChg>
      </pc:sldChg>
      <pc:sldChg chg="modSp mod">
        <pc:chgData name="Michael Herpers (Protiviti)" userId="9724d24d-2007-49e9-9045-9542f18919e9" providerId="ADAL" clId="{6A38CA24-40C6-4701-8822-E486790B7983}" dt="2026-10-12T13:39:04.791" v="108" actId="20577"/>
        <pc:sldMkLst>
          <pc:docMk/>
          <pc:sldMk cId="645266411" sldId="2147469942"/>
        </pc:sldMkLst>
        <pc:spChg chg="mod">
          <ac:chgData name="Michael Herpers (Protiviti)" userId="9724d24d-2007-49e9-9045-9542f18919e9" providerId="ADAL" clId="{6A38CA24-40C6-4701-8822-E486790B7983}" dt="2026-10-12T13:39:04.791" v="108" actId="20577"/>
          <ac:spMkLst>
            <pc:docMk/>
            <pc:sldMk cId="645266411" sldId="2147469942"/>
            <ac:spMk id="4698" creationId="{766F991F-08A0-F02D-EE11-C06FF84C1507}"/>
          </ac:spMkLst>
        </pc:spChg>
      </pc:sldChg>
      <pc:sldChg chg="modSp mod">
        <pc:chgData name="Michael Herpers (Protiviti)" userId="9724d24d-2007-49e9-9045-9542f18919e9" providerId="ADAL" clId="{6A38CA24-40C6-4701-8822-E486790B7983}" dt="2026-10-13T07:42:35.179" v="233" actId="1035"/>
        <pc:sldMkLst>
          <pc:docMk/>
          <pc:sldMk cId="1272212009" sldId="2147469944"/>
        </pc:sldMkLst>
        <pc:spChg chg="mod">
          <ac:chgData name="Michael Herpers (Protiviti)" userId="9724d24d-2007-49e9-9045-9542f18919e9" providerId="ADAL" clId="{6A38CA24-40C6-4701-8822-E486790B7983}" dt="2026-10-13T07:42:35.179" v="233" actId="1035"/>
          <ac:spMkLst>
            <pc:docMk/>
            <pc:sldMk cId="1272212009" sldId="2147469944"/>
            <ac:spMk id="12996" creationId="{E304B7F4-C053-3FA1-3F78-1B25A2FDEEDB}"/>
          </ac:spMkLst>
        </pc:spChg>
        <pc:spChg chg="mod">
          <ac:chgData name="Michael Herpers (Protiviti)" userId="9724d24d-2007-49e9-9045-9542f18919e9" providerId="ADAL" clId="{6A38CA24-40C6-4701-8822-E486790B7983}" dt="2026-10-13T07:42:35.179" v="233" actId="1035"/>
          <ac:spMkLst>
            <pc:docMk/>
            <pc:sldMk cId="1272212009" sldId="2147469944"/>
            <ac:spMk id="13114" creationId="{59460893-A1A4-BDC0-16F3-82E9A36FD74B}"/>
          </ac:spMkLst>
        </pc:spChg>
      </pc:sldChg>
      <pc:sldChg chg="modSp mod">
        <pc:chgData name="Michael Herpers (Protiviti)" userId="9724d24d-2007-49e9-9045-9542f18919e9" providerId="ADAL" clId="{6A38CA24-40C6-4701-8822-E486790B7983}" dt="2026-10-13T07:42:06.811" v="217" actId="1035"/>
        <pc:sldMkLst>
          <pc:docMk/>
          <pc:sldMk cId="25631764" sldId="2147469945"/>
        </pc:sldMkLst>
        <pc:spChg chg="mod">
          <ac:chgData name="Michael Herpers (Protiviti)" userId="9724d24d-2007-49e9-9045-9542f18919e9" providerId="ADAL" clId="{6A38CA24-40C6-4701-8822-E486790B7983}" dt="2026-10-13T07:42:04.652" v="211" actId="1035"/>
          <ac:spMkLst>
            <pc:docMk/>
            <pc:sldMk cId="25631764" sldId="2147469945"/>
            <ac:spMk id="11682" creationId="{257A0A04-56E0-BF49-B4F3-0A7073DD5D11}"/>
          </ac:spMkLst>
        </pc:spChg>
        <pc:spChg chg="mod">
          <ac:chgData name="Michael Herpers (Protiviti)" userId="9724d24d-2007-49e9-9045-9542f18919e9" providerId="ADAL" clId="{6A38CA24-40C6-4701-8822-E486790B7983}" dt="2026-10-13T07:42:02.519" v="206" actId="1035"/>
          <ac:spMkLst>
            <pc:docMk/>
            <pc:sldMk cId="25631764" sldId="2147469945"/>
            <ac:spMk id="11693" creationId="{34FA83EB-5E31-3684-3B40-50C49EBFC168}"/>
          </ac:spMkLst>
        </pc:spChg>
        <pc:spChg chg="mod">
          <ac:chgData name="Michael Herpers (Protiviti)" userId="9724d24d-2007-49e9-9045-9542f18919e9" providerId="ADAL" clId="{6A38CA24-40C6-4701-8822-E486790B7983}" dt="2026-10-13T07:42:00.796" v="201" actId="1035"/>
          <ac:spMkLst>
            <pc:docMk/>
            <pc:sldMk cId="25631764" sldId="2147469945"/>
            <ac:spMk id="11708" creationId="{5D7570EA-61D7-25D9-F962-27E13F7AA354}"/>
          </ac:spMkLst>
        </pc:spChg>
        <pc:spChg chg="mod">
          <ac:chgData name="Michael Herpers (Protiviti)" userId="9724d24d-2007-49e9-9045-9542f18919e9" providerId="ADAL" clId="{6A38CA24-40C6-4701-8822-E486790B7983}" dt="2026-10-13T07:42:06.811" v="217" actId="1035"/>
          <ac:spMkLst>
            <pc:docMk/>
            <pc:sldMk cId="25631764" sldId="2147469945"/>
            <ac:spMk id="11750" creationId="{7125B889-A445-FED0-93B8-28A433B6DD1F}"/>
          </ac:spMkLst>
        </pc:spChg>
        <pc:spChg chg="mod">
          <ac:chgData name="Michael Herpers (Protiviti)" userId="9724d24d-2007-49e9-9045-9542f18919e9" providerId="ADAL" clId="{6A38CA24-40C6-4701-8822-E486790B7983}" dt="2026-10-13T07:41:41.954" v="166" actId="1035"/>
          <ac:spMkLst>
            <pc:docMk/>
            <pc:sldMk cId="25631764" sldId="2147469945"/>
            <ac:spMk id="11777" creationId="{AF402B1D-1AD3-FFBE-6548-A87FC706CADD}"/>
          </ac:spMkLst>
        </pc:spChg>
        <pc:spChg chg="mod">
          <ac:chgData name="Michael Herpers (Protiviti)" userId="9724d24d-2007-49e9-9045-9542f18919e9" providerId="ADAL" clId="{6A38CA24-40C6-4701-8822-E486790B7983}" dt="2026-10-13T07:41:58.589" v="196" actId="1035"/>
          <ac:spMkLst>
            <pc:docMk/>
            <pc:sldMk cId="25631764" sldId="2147469945"/>
            <ac:spMk id="11808" creationId="{B0F81E2E-8DD9-8D6B-540C-471CF18D599F}"/>
          </ac:spMkLst>
        </pc:spChg>
        <pc:spChg chg="mod">
          <ac:chgData name="Michael Herpers (Protiviti)" userId="9724d24d-2007-49e9-9045-9542f18919e9" providerId="ADAL" clId="{6A38CA24-40C6-4701-8822-E486790B7983}" dt="2026-10-13T07:41:25.067" v="144" actId="1035"/>
          <ac:spMkLst>
            <pc:docMk/>
            <pc:sldMk cId="25631764" sldId="2147469945"/>
            <ac:spMk id="11882" creationId="{B322FA2F-568E-5712-FD5D-D9B4FD48F1A1}"/>
          </ac:spMkLst>
        </pc:spChg>
        <pc:spChg chg="mod">
          <ac:chgData name="Michael Herpers (Protiviti)" userId="9724d24d-2007-49e9-9045-9542f18919e9" providerId="ADAL" clId="{6A38CA24-40C6-4701-8822-E486790B7983}" dt="2026-10-13T07:41:38.312" v="159" actId="1036"/>
          <ac:spMkLst>
            <pc:docMk/>
            <pc:sldMk cId="25631764" sldId="2147469945"/>
            <ac:spMk id="11925" creationId="{D6F2D405-247F-001C-3F39-0E393C41B0F4}"/>
          </ac:spMkLst>
        </pc:spChg>
        <pc:spChg chg="mod">
          <ac:chgData name="Michael Herpers (Protiviti)" userId="9724d24d-2007-49e9-9045-9542f18919e9" providerId="ADAL" clId="{6A38CA24-40C6-4701-8822-E486790B7983}" dt="2026-10-13T07:41:51.738" v="182" actId="1035"/>
          <ac:spMkLst>
            <pc:docMk/>
            <pc:sldMk cId="25631764" sldId="2147469945"/>
            <ac:spMk id="12023" creationId="{5CCA3E15-F3DC-3DA1-2F2B-BA8087991382}"/>
          </ac:spMkLst>
        </pc:spChg>
        <pc:spChg chg="mod">
          <ac:chgData name="Michael Herpers (Protiviti)" userId="9724d24d-2007-49e9-9045-9542f18919e9" providerId="ADAL" clId="{6A38CA24-40C6-4701-8822-E486790B7983}" dt="2026-10-13T07:41:25.067" v="144" actId="1035"/>
          <ac:spMkLst>
            <pc:docMk/>
            <pc:sldMk cId="25631764" sldId="2147469945"/>
            <ac:spMk id="12078" creationId="{F10FE3C9-C9E4-F317-C940-43E1D0AF1D8E}"/>
          </ac:spMkLst>
        </pc:spChg>
        <pc:spChg chg="mod">
          <ac:chgData name="Michael Herpers (Protiviti)" userId="9724d24d-2007-49e9-9045-9542f18919e9" providerId="ADAL" clId="{6A38CA24-40C6-4701-8822-E486790B7983}" dt="2026-10-13T07:41:38.312" v="159" actId="1036"/>
          <ac:spMkLst>
            <pc:docMk/>
            <pc:sldMk cId="25631764" sldId="2147469945"/>
            <ac:spMk id="12137" creationId="{4447053F-1172-B504-8B50-AE76A71DEE06}"/>
          </ac:spMkLst>
        </pc:spChg>
        <pc:spChg chg="mod">
          <ac:chgData name="Michael Herpers (Protiviti)" userId="9724d24d-2007-49e9-9045-9542f18919e9" providerId="ADAL" clId="{6A38CA24-40C6-4701-8822-E486790B7983}" dt="2026-10-13T07:41:55.750" v="191" actId="1035"/>
          <ac:spMkLst>
            <pc:docMk/>
            <pc:sldMk cId="25631764" sldId="2147469945"/>
            <ac:spMk id="12200" creationId="{5735C406-B6A3-3531-30EB-B529010E0EA1}"/>
          </ac:spMkLst>
        </pc:spChg>
        <pc:spChg chg="mod">
          <ac:chgData name="Michael Herpers (Protiviti)" userId="9724d24d-2007-49e9-9045-9542f18919e9" providerId="ADAL" clId="{6A38CA24-40C6-4701-8822-E486790B7983}" dt="2026-10-13T07:41:44.292" v="174" actId="1035"/>
          <ac:spMkLst>
            <pc:docMk/>
            <pc:sldMk cId="25631764" sldId="2147469945"/>
            <ac:spMk id="12413" creationId="{4E10F00C-D9EC-6F2C-0A9A-B6F543E88A47}"/>
          </ac:spMkLst>
        </pc:spChg>
        <pc:spChg chg="mod">
          <ac:chgData name="Michael Herpers (Protiviti)" userId="9724d24d-2007-49e9-9045-9542f18919e9" providerId="ADAL" clId="{6A38CA24-40C6-4701-8822-E486790B7983}" dt="2026-10-13T07:41:53.162" v="184" actId="1035"/>
          <ac:spMkLst>
            <pc:docMk/>
            <pc:sldMk cId="25631764" sldId="2147469945"/>
            <ac:spMk id="12492" creationId="{8CDEA01B-DA0F-7250-95EA-6570C3E19094}"/>
          </ac:spMkLst>
        </pc:spChg>
      </pc:sldChg>
      <pc:sldChg chg="modSp mod">
        <pc:chgData name="Michael Herpers (Protiviti)" userId="9724d24d-2007-49e9-9045-9542f18919e9" providerId="ADAL" clId="{6A38CA24-40C6-4701-8822-E486790B7983}" dt="2026-10-13T07:32:23.796" v="124" actId="1035"/>
        <pc:sldMkLst>
          <pc:docMk/>
          <pc:sldMk cId="791208101" sldId="2147469947"/>
        </pc:sldMkLst>
        <pc:spChg chg="mod">
          <ac:chgData name="Michael Herpers (Protiviti)" userId="9724d24d-2007-49e9-9045-9542f18919e9" providerId="ADAL" clId="{6A38CA24-40C6-4701-8822-E486790B7983}" dt="2026-10-12T13:37:03.455" v="50" actId="1036"/>
          <ac:spMkLst>
            <pc:docMk/>
            <pc:sldMk cId="791208101" sldId="2147469947"/>
            <ac:spMk id="10636" creationId="{7C08BFC4-9371-6840-9ED8-598ADFA3A98A}"/>
          </ac:spMkLst>
        </pc:spChg>
        <pc:spChg chg="mod">
          <ac:chgData name="Michael Herpers (Protiviti)" userId="9724d24d-2007-49e9-9045-9542f18919e9" providerId="ADAL" clId="{6A38CA24-40C6-4701-8822-E486790B7983}" dt="2026-10-12T13:36:57.780" v="35" actId="1035"/>
          <ac:spMkLst>
            <pc:docMk/>
            <pc:sldMk cId="791208101" sldId="2147469947"/>
            <ac:spMk id="10693" creationId="{525AB7B0-B760-A8CE-ADDE-2361E60DC6DE}"/>
          </ac:spMkLst>
        </pc:spChg>
        <pc:spChg chg="mod">
          <ac:chgData name="Michael Herpers (Protiviti)" userId="9724d24d-2007-49e9-9045-9542f18919e9" providerId="ADAL" clId="{6A38CA24-40C6-4701-8822-E486790B7983}" dt="2026-10-12T13:36:56.079" v="33" actId="1035"/>
          <ac:spMkLst>
            <pc:docMk/>
            <pc:sldMk cId="791208101" sldId="2147469947"/>
            <ac:spMk id="10720" creationId="{BF974655-E880-48AC-79D2-4EFA094B7EB8}"/>
          </ac:spMkLst>
        </pc:spChg>
        <pc:spChg chg="mod">
          <ac:chgData name="Michael Herpers (Protiviti)" userId="9724d24d-2007-49e9-9045-9542f18919e9" providerId="ADAL" clId="{6A38CA24-40C6-4701-8822-E486790B7983}" dt="2026-10-12T13:36:52.900" v="30" actId="1035"/>
          <ac:spMkLst>
            <pc:docMk/>
            <pc:sldMk cId="791208101" sldId="2147469947"/>
            <ac:spMk id="10751" creationId="{14EFF73E-3F5D-309A-D750-D8F216766995}"/>
          </ac:spMkLst>
        </pc:spChg>
        <pc:spChg chg="mod">
          <ac:chgData name="Michael Herpers (Protiviti)" userId="9724d24d-2007-49e9-9045-9542f18919e9" providerId="ADAL" clId="{6A38CA24-40C6-4701-8822-E486790B7983}" dt="2026-10-12T13:36:46.190" v="20" actId="1035"/>
          <ac:spMkLst>
            <pc:docMk/>
            <pc:sldMk cId="791208101" sldId="2147469947"/>
            <ac:spMk id="10868" creationId="{431C0BA5-BBBE-A5E2-03B7-7E15BB2B1150}"/>
          </ac:spMkLst>
        </pc:spChg>
        <pc:spChg chg="mod">
          <ac:chgData name="Michael Herpers (Protiviti)" userId="9724d24d-2007-49e9-9045-9542f18919e9" providerId="ADAL" clId="{6A38CA24-40C6-4701-8822-E486790B7983}" dt="2026-10-13T07:32:23.796" v="124" actId="1035"/>
          <ac:spMkLst>
            <pc:docMk/>
            <pc:sldMk cId="791208101" sldId="2147469947"/>
            <ac:spMk id="10915" creationId="{530C4B49-5E8F-245F-A270-CD08038D72B3}"/>
          </ac:spMkLst>
        </pc:spChg>
        <pc:spChg chg="mod">
          <ac:chgData name="Michael Herpers (Protiviti)" userId="9724d24d-2007-49e9-9045-9542f18919e9" providerId="ADAL" clId="{6A38CA24-40C6-4701-8822-E486790B7983}" dt="2026-10-12T13:36:41.239" v="9" actId="1035"/>
          <ac:spMkLst>
            <pc:docMk/>
            <pc:sldMk cId="791208101" sldId="2147469947"/>
            <ac:spMk id="11021" creationId="{E10E3796-7012-26E1-7535-76D9BE99A8AD}"/>
          </ac:spMkLst>
        </pc:spChg>
      </pc:sldChg>
      <pc:sldChg chg="modSp mod">
        <pc:chgData name="Michael Herpers (Protiviti)" userId="9724d24d-2007-49e9-9045-9542f18919e9" providerId="ADAL" clId="{6A38CA24-40C6-4701-8822-E486790B7983}" dt="2026-10-13T07:31:05.812" v="114" actId="20577"/>
        <pc:sldMkLst>
          <pc:docMk/>
          <pc:sldMk cId="4153345110" sldId="2147469948"/>
        </pc:sldMkLst>
        <pc:spChg chg="mod">
          <ac:chgData name="Michael Herpers (Protiviti)" userId="9724d24d-2007-49e9-9045-9542f18919e9" providerId="ADAL" clId="{6A38CA24-40C6-4701-8822-E486790B7983}" dt="2026-10-13T07:31:05.812" v="114" actId="20577"/>
          <ac:spMkLst>
            <pc:docMk/>
            <pc:sldMk cId="4153345110" sldId="2147469948"/>
            <ac:spMk id="10615" creationId="{76866558-4EE9-7D94-7250-D40431E98A68}"/>
          </ac:spMkLst>
        </pc:spChg>
      </pc:sldChg>
      <pc:sldChg chg="modSp mod">
        <pc:chgData name="Michael Herpers (Protiviti)" userId="9724d24d-2007-49e9-9045-9542f18919e9" providerId="ADAL" clId="{6A38CA24-40C6-4701-8822-E486790B7983}" dt="2026-10-13T07:29:33.020" v="112" actId="20577"/>
        <pc:sldMkLst>
          <pc:docMk/>
          <pc:sldMk cId="1638348288" sldId="2147469949"/>
        </pc:sldMkLst>
        <pc:spChg chg="mod">
          <ac:chgData name="Michael Herpers (Protiviti)" userId="9724d24d-2007-49e9-9045-9542f18919e9" providerId="ADAL" clId="{6A38CA24-40C6-4701-8822-E486790B7983}" dt="2026-10-13T07:29:33.020" v="112" actId="20577"/>
          <ac:spMkLst>
            <pc:docMk/>
            <pc:sldMk cId="1638348288" sldId="2147469949"/>
            <ac:spMk id="10444" creationId="{FA42601F-7C5E-B5AA-6971-7E3728DAB307}"/>
          </ac:spMkLst>
        </pc:spChg>
      </pc:sldChg>
      <pc:sldChg chg="addSp delSp modSp mod">
        <pc:chgData name="Michael Herpers (Protiviti)" userId="9724d24d-2007-49e9-9045-9542f18919e9" providerId="ADAL" clId="{6A38CA24-40C6-4701-8822-E486790B7983}" dt="2026-10-12T13:33:45.799" v="1" actId="478"/>
        <pc:sldMkLst>
          <pc:docMk/>
          <pc:sldMk cId="2612560977" sldId="2147469952"/>
        </pc:sldMkLst>
        <pc:spChg chg="add del mod">
          <ac:chgData name="Michael Herpers (Protiviti)" userId="9724d24d-2007-49e9-9045-9542f18919e9" providerId="ADAL" clId="{6A38CA24-40C6-4701-8822-E486790B7983}" dt="2026-10-12T13:33:45.799" v="1" actId="478"/>
          <ac:spMkLst>
            <pc:docMk/>
            <pc:sldMk cId="2612560977" sldId="2147469952"/>
            <ac:spMk id="4" creationId="{B5FD8CBF-6120-305F-D917-9D55512DEBF7}"/>
          </ac:spMkLst>
        </pc:spChg>
        <pc:spChg chg="del">
          <ac:chgData name="Michael Herpers (Protiviti)" userId="9724d24d-2007-49e9-9045-9542f18919e9" providerId="ADAL" clId="{6A38CA24-40C6-4701-8822-E486790B7983}" dt="2026-10-12T13:33:44.194" v="0" actId="478"/>
          <ac:spMkLst>
            <pc:docMk/>
            <pc:sldMk cId="2612560977" sldId="2147469952"/>
            <ac:spMk id="7" creationId="{C255CA80-702A-2F18-1DAA-D490892E5A6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97899CCD-FEE1-7D2F-76C9-370DC84D4D19}"/>
              </a:ext>
            </a:extLst>
          </p:cNvPr>
          <p:cNvSpPr>
            <a:spLocks noGrp="1"/>
          </p:cNvSpPr>
          <p:nvPr>
            <p:ph type="hdr" sz="quarter"/>
          </p:nvPr>
        </p:nvSpPr>
        <p:spPr>
          <a:xfrm>
            <a:off x="0" y="0"/>
            <a:ext cx="3076575" cy="512763"/>
          </a:xfrm>
          <a:prstGeom prst="rect">
            <a:avLst/>
          </a:prstGeom>
        </p:spPr>
        <p:txBody>
          <a:bodyPr vert="horz" lIns="91440" tIns="45720" rIns="91440" bIns="45720" rtlCol="0"/>
          <a:lstStyle>
            <a:lvl1pPr algn="l">
              <a:defRPr sz="1200"/>
            </a:lvl1pPr>
          </a:lstStyle>
          <a:p>
            <a:endParaRPr lang="de-DE">
              <a:latin typeface="Arial" panose="020B0604020202020204" pitchFamily="34" charset="0"/>
            </a:endParaRPr>
          </a:p>
        </p:txBody>
      </p:sp>
      <p:sp>
        <p:nvSpPr>
          <p:cNvPr id="3" name="Datumsplatzhalter 2">
            <a:extLst>
              <a:ext uri="{FF2B5EF4-FFF2-40B4-BE49-F238E27FC236}">
                <a16:creationId xmlns:a16="http://schemas.microsoft.com/office/drawing/2014/main" id="{A285D3C4-C70C-7CD8-2A59-8371E5BCB1C0}"/>
              </a:ext>
            </a:extLst>
          </p:cNvPr>
          <p:cNvSpPr>
            <a:spLocks noGrp="1"/>
          </p:cNvSpPr>
          <p:nvPr>
            <p:ph type="dt" sz="quarter" idx="1"/>
          </p:nvPr>
        </p:nvSpPr>
        <p:spPr>
          <a:xfrm>
            <a:off x="4021138" y="0"/>
            <a:ext cx="3076575" cy="512763"/>
          </a:xfrm>
          <a:prstGeom prst="rect">
            <a:avLst/>
          </a:prstGeom>
        </p:spPr>
        <p:txBody>
          <a:bodyPr vert="horz" lIns="91440" tIns="45720" rIns="91440" bIns="45720" rtlCol="0"/>
          <a:lstStyle>
            <a:lvl1pPr algn="r">
              <a:defRPr sz="1200"/>
            </a:lvl1pPr>
          </a:lstStyle>
          <a:p>
            <a:fld id="{88FE3A31-1225-7D40-B045-18F91B9C0742}" type="datetimeFigureOut">
              <a:rPr lang="de-DE">
                <a:latin typeface="Arial" panose="020B0604020202020204" pitchFamily="34" charset="0"/>
              </a:rPr>
              <a:t>13.10.2026</a:t>
            </a:fld>
            <a:endParaRPr lang="de-DE">
              <a:latin typeface="Arial" panose="020B0604020202020204" pitchFamily="34" charset="0"/>
            </a:endParaRPr>
          </a:p>
        </p:txBody>
      </p:sp>
      <p:sp>
        <p:nvSpPr>
          <p:cNvPr id="4" name="Fußzeilenplatzhalter 3">
            <a:extLst>
              <a:ext uri="{FF2B5EF4-FFF2-40B4-BE49-F238E27FC236}">
                <a16:creationId xmlns:a16="http://schemas.microsoft.com/office/drawing/2014/main" id="{A886D66F-A7DB-8F81-3503-C5C35F8B15E9}"/>
              </a:ext>
            </a:extLst>
          </p:cNvPr>
          <p:cNvSpPr>
            <a:spLocks noGrp="1"/>
          </p:cNvSpPr>
          <p:nvPr>
            <p:ph type="ftr" sz="quarter" idx="2"/>
          </p:nvPr>
        </p:nvSpPr>
        <p:spPr>
          <a:xfrm>
            <a:off x="0" y="9721850"/>
            <a:ext cx="3076575" cy="512763"/>
          </a:xfrm>
          <a:prstGeom prst="rect">
            <a:avLst/>
          </a:prstGeom>
        </p:spPr>
        <p:txBody>
          <a:bodyPr vert="horz" lIns="91440" tIns="45720" rIns="91440" bIns="45720" rtlCol="0" anchor="b"/>
          <a:lstStyle>
            <a:lvl1pPr algn="l">
              <a:defRPr sz="1200"/>
            </a:lvl1pPr>
          </a:lstStyle>
          <a:p>
            <a:endParaRPr lang="de-DE">
              <a:latin typeface="Arial" panose="020B0604020202020204" pitchFamily="34" charset="0"/>
            </a:endParaRPr>
          </a:p>
        </p:txBody>
      </p:sp>
      <p:sp>
        <p:nvSpPr>
          <p:cNvPr id="5" name="Foliennummernplatzhalter 4">
            <a:extLst>
              <a:ext uri="{FF2B5EF4-FFF2-40B4-BE49-F238E27FC236}">
                <a16:creationId xmlns:a16="http://schemas.microsoft.com/office/drawing/2014/main" id="{C188DAD5-2646-1C92-BFAB-278E9FA5FF42}"/>
              </a:ext>
            </a:extLst>
          </p:cNvPr>
          <p:cNvSpPr>
            <a:spLocks noGrp="1"/>
          </p:cNvSpPr>
          <p:nvPr>
            <p:ph type="sldNum" sz="quarter" idx="3"/>
          </p:nvPr>
        </p:nvSpPr>
        <p:spPr>
          <a:xfrm>
            <a:off x="4021138" y="9721850"/>
            <a:ext cx="3076575" cy="512763"/>
          </a:xfrm>
          <a:prstGeom prst="rect">
            <a:avLst/>
          </a:prstGeom>
        </p:spPr>
        <p:txBody>
          <a:bodyPr vert="horz" lIns="91440" tIns="45720" rIns="91440" bIns="45720" rtlCol="0" anchor="b"/>
          <a:lstStyle>
            <a:lvl1pPr algn="r">
              <a:defRPr sz="1200"/>
            </a:lvl1pPr>
          </a:lstStyle>
          <a:p>
            <a:fld id="{5EAF8C03-634F-9D40-BCFB-A5E36FB5F74D}" type="slidenum">
              <a:rPr>
                <a:latin typeface="Arial" panose="020B0604020202020204" pitchFamily="34" charset="0"/>
              </a:rPr>
              <a:t>‹#›</a:t>
            </a:fld>
            <a:endParaRPr lang="de-DE">
              <a:latin typeface="Arial" panose="020B0604020202020204" pitchFamily="34" charset="0"/>
            </a:endParaRPr>
          </a:p>
        </p:txBody>
      </p:sp>
    </p:spTree>
    <p:extLst>
      <p:ext uri="{BB962C8B-B14F-4D97-AF65-F5344CB8AC3E}">
        <p14:creationId xmlns:p14="http://schemas.microsoft.com/office/powerpoint/2010/main" val="34689211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3076363" cy="513508"/>
          </a:xfrm>
          <a:prstGeom prst="rect">
            <a:avLst/>
          </a:prstGeom>
        </p:spPr>
        <p:txBody>
          <a:bodyPr vert="horz" lIns="99048" tIns="49524" rIns="99048" bIns="49524" rtlCol="0"/>
          <a:lstStyle>
            <a:lvl1pPr algn="l">
              <a:defRPr sz="1300" b="0" i="0">
                <a:latin typeface="Arial" panose="020B0604020202020204" pitchFamily="34" charset="0"/>
              </a:defRPr>
            </a:lvl1pPr>
          </a:lstStyle>
          <a:p>
            <a:endParaRPr lang="de-DE"/>
          </a:p>
        </p:txBody>
      </p:sp>
      <p:sp>
        <p:nvSpPr>
          <p:cNvPr id="3" name="Datumsplatzhalter 2"/>
          <p:cNvSpPr>
            <a:spLocks noGrp="1"/>
          </p:cNvSpPr>
          <p:nvPr>
            <p:ph type="dt" idx="1"/>
          </p:nvPr>
        </p:nvSpPr>
        <p:spPr>
          <a:xfrm>
            <a:off x="4021294" y="0"/>
            <a:ext cx="3076363" cy="513508"/>
          </a:xfrm>
          <a:prstGeom prst="rect">
            <a:avLst/>
          </a:prstGeom>
        </p:spPr>
        <p:txBody>
          <a:bodyPr vert="horz" lIns="99048" tIns="49524" rIns="99048" bIns="49524" rtlCol="0"/>
          <a:lstStyle>
            <a:lvl1pPr algn="r">
              <a:defRPr sz="1300" b="0" i="0">
                <a:latin typeface="Arial" panose="020B0604020202020204" pitchFamily="34" charset="0"/>
              </a:defRPr>
            </a:lvl1pPr>
          </a:lstStyle>
          <a:p>
            <a:fld id="{9F3A3F6D-03C7-40E5-8329-3F83FF7623EC}" type="datetimeFigureOut">
              <a:rPr lang="de-DE" smtClean="0"/>
              <a:pPr/>
              <a:t>13.10.2026</a:t>
            </a:fld>
            <a:endParaRPr lang="de-DE"/>
          </a:p>
        </p:txBody>
      </p:sp>
      <p:sp>
        <p:nvSpPr>
          <p:cNvPr id="4" name="Folienbildplatzhalter 3"/>
          <p:cNvSpPr>
            <a:spLocks noGrp="1" noRot="1" noChangeAspect="1"/>
          </p:cNvSpPr>
          <p:nvPr>
            <p:ph type="sldImg" idx="2"/>
          </p:nvPr>
        </p:nvSpPr>
        <p:spPr>
          <a:xfrm>
            <a:off x="479425" y="1279525"/>
            <a:ext cx="6140450" cy="3454400"/>
          </a:xfrm>
          <a:prstGeom prst="rect">
            <a:avLst/>
          </a:prstGeom>
          <a:noFill/>
          <a:ln w="12700">
            <a:solidFill>
              <a:prstClr val="black"/>
            </a:solidFill>
          </a:ln>
        </p:spPr>
        <p:txBody>
          <a:bodyPr vert="horz" lIns="99048" tIns="49524" rIns="99048" bIns="49524" rtlCol="0" anchor="ctr"/>
          <a:lstStyle/>
          <a:p>
            <a:endParaRPr lang="de-DE"/>
          </a:p>
        </p:txBody>
      </p:sp>
      <p:sp>
        <p:nvSpPr>
          <p:cNvPr id="5" name="Notizenplatzhalter 4"/>
          <p:cNvSpPr>
            <a:spLocks noGrp="1"/>
          </p:cNvSpPr>
          <p:nvPr>
            <p:ph type="body" sz="quarter" idx="3"/>
          </p:nvPr>
        </p:nvSpPr>
        <p:spPr>
          <a:xfrm>
            <a:off x="709930" y="4925407"/>
            <a:ext cx="5679440" cy="4029879"/>
          </a:xfrm>
          <a:prstGeom prst="rect">
            <a:avLst/>
          </a:prstGeom>
        </p:spPr>
        <p:txBody>
          <a:bodyPr vert="horz" lIns="99048" tIns="49524" rIns="99048" bIns="49524"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9721107"/>
            <a:ext cx="3076363" cy="513507"/>
          </a:xfrm>
          <a:prstGeom prst="rect">
            <a:avLst/>
          </a:prstGeom>
        </p:spPr>
        <p:txBody>
          <a:bodyPr vert="horz" lIns="99048" tIns="49524" rIns="99048" bIns="49524" rtlCol="0" anchor="b"/>
          <a:lstStyle>
            <a:lvl1pPr algn="l">
              <a:defRPr sz="1300" b="0" i="0">
                <a:latin typeface="Arial" panose="020B0604020202020204" pitchFamily="34" charset="0"/>
              </a:defRPr>
            </a:lvl1pPr>
          </a:lstStyle>
          <a:p>
            <a:endParaRPr lang="de-DE"/>
          </a:p>
        </p:txBody>
      </p:sp>
      <p:sp>
        <p:nvSpPr>
          <p:cNvPr id="7" name="Foliennummernplatzhalter 6"/>
          <p:cNvSpPr>
            <a:spLocks noGrp="1"/>
          </p:cNvSpPr>
          <p:nvPr>
            <p:ph type="sldNum" sz="quarter" idx="5"/>
          </p:nvPr>
        </p:nvSpPr>
        <p:spPr>
          <a:xfrm>
            <a:off x="4021294" y="9721107"/>
            <a:ext cx="3076363" cy="513507"/>
          </a:xfrm>
          <a:prstGeom prst="rect">
            <a:avLst/>
          </a:prstGeom>
        </p:spPr>
        <p:txBody>
          <a:bodyPr vert="horz" lIns="99048" tIns="49524" rIns="99048" bIns="49524" rtlCol="0" anchor="b"/>
          <a:lstStyle>
            <a:lvl1pPr algn="r">
              <a:defRPr sz="1300" b="0" i="0">
                <a:latin typeface="Arial" panose="020B0604020202020204" pitchFamily="34" charset="0"/>
              </a:defRPr>
            </a:lvl1pPr>
          </a:lstStyle>
          <a:p>
            <a:fld id="{417B6AF5-2501-4527-AAF1-ECCB058C2B80}" type="slidenum">
              <a:rPr lang="de-DE" smtClean="0"/>
              <a:pPr/>
              <a:t>‹#›</a:t>
            </a:fld>
            <a:endParaRPr lang="de-DE"/>
          </a:p>
        </p:txBody>
      </p:sp>
    </p:spTree>
    <p:extLst>
      <p:ext uri="{BB962C8B-B14F-4D97-AF65-F5344CB8AC3E}">
        <p14:creationId xmlns:p14="http://schemas.microsoft.com/office/powerpoint/2010/main" val="2350347795"/>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rial" panose="020B0604020202020204" pitchFamily="34" charset="0"/>
        <a:ea typeface="+mn-ea"/>
        <a:cs typeface="+mn-cs"/>
      </a:defRPr>
    </a:lvl1pPr>
    <a:lvl2pPr marL="457200" algn="l" defTabSz="914400" rtl="0" eaLnBrk="1" latinLnBrk="0" hangingPunct="1">
      <a:defRPr sz="1200" b="0" i="0" kern="1200">
        <a:solidFill>
          <a:schemeClr val="tx1"/>
        </a:solidFill>
        <a:latin typeface="Arial" panose="020B0604020202020204" pitchFamily="34" charset="0"/>
        <a:ea typeface="+mn-ea"/>
        <a:cs typeface="+mn-cs"/>
      </a:defRPr>
    </a:lvl2pPr>
    <a:lvl3pPr marL="914400" algn="l" defTabSz="914400" rtl="0" eaLnBrk="1" latinLnBrk="0" hangingPunct="1">
      <a:defRPr sz="1200" b="0" i="0" kern="1200">
        <a:solidFill>
          <a:schemeClr val="tx1"/>
        </a:solidFill>
        <a:latin typeface="Arial" panose="020B0604020202020204" pitchFamily="34" charset="0"/>
        <a:ea typeface="+mn-ea"/>
        <a:cs typeface="+mn-cs"/>
      </a:defRPr>
    </a:lvl3pPr>
    <a:lvl4pPr marL="1371600" algn="l" defTabSz="914400" rtl="0" eaLnBrk="1" latinLnBrk="0" hangingPunct="1">
      <a:defRPr sz="1200" b="0" i="0" kern="1200">
        <a:solidFill>
          <a:schemeClr val="tx1"/>
        </a:solidFill>
        <a:latin typeface="Arial" panose="020B0604020202020204" pitchFamily="34" charset="0"/>
        <a:ea typeface="+mn-ea"/>
        <a:cs typeface="+mn-cs"/>
      </a:defRPr>
    </a:lvl4pPr>
    <a:lvl5pPr marL="1828800" algn="l" defTabSz="914400" rtl="0" eaLnBrk="1" latinLnBrk="0" hangingPunct="1">
      <a:defRPr sz="1200" b="0" i="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KERNBOTSCHAFT: Heute geht es um eine konkrete Frage: Wie bringt man einen AI Agenten kontrolliert an ein klassisches Active Directory – vom Finding bis zum Fix?
WAS ICH SAGE (ca. 1 Min.):
- Kurze Vorstellung: Michael Herpers, Senior Manager Technology Consulting – Microsoft bei Protiviti.
- Ankündigung: 15 Minuten Einordnung und Architektur, dann etwa 10–12 Minuten Live-Demo, in der ein AI Agent über MCP ein Active Directory analysiert, Findings korreliert und eine Remediation mit Human Approval umsetzt.
- Versprechen an beide Zielgruppen: IT-Leiter bekommen Antworten zu Mehrwert, Governance und Risiko; Administratoren sehen die konkrete Architektur mit Foundry, API Management, MCP, Service Accounts und LDAPS.
DAUER: ca. 1 Minute (Stand: ~1 Min.). Gesamtformat: 50 Minuten – ca. 27 Min. Folien, 15 Min. Live-Demo, ca. 7 Min. Einordnung, 1 Min. Puffer.
ÜBERGANG: „Ein kurzer Blick auf den Fahrplan der nächsten 50 Minuten.“
HINWEIS FÜR MICH: Datum/Veranstaltungsname in der Zeile unten ergänzen.</a:t>
            </a:r>
          </a:p>
        </p:txBody>
      </p:sp>
      <p:sp>
        <p:nvSpPr>
          <p:cNvPr id="4" name="Slide Number Placeholder 3"/>
          <p:cNvSpPr>
            <a:spLocks noGrp="1"/>
          </p:cNvSpPr>
          <p:nvPr>
            <p:ph type="sldNum" sz="quarter" idx="5"/>
          </p:nvPr>
        </p:nvSpPr>
        <p:spPr/>
        <p:txBody>
          <a:bodyPr/>
          <a:lstStyle/>
          <a:p>
            <a:fld id="{417B6AF5-2501-4527-AAF1-ECCB058C2B80}" type="slidenum">
              <a:rPr lang="de-DE" smtClean="0"/>
              <a:t>1</a:t>
            </a:fld>
            <a:endParaRPr lang="de-DE"/>
          </a:p>
        </p:txBody>
      </p:sp>
    </p:spTree>
    <p:extLst>
      <p:ext uri="{BB962C8B-B14F-4D97-AF65-F5344CB8AC3E}">
        <p14:creationId xmlns:p14="http://schemas.microsoft.com/office/powerpoint/2010/main" val="19668833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KERNBOTSCHAFT: Fünf Kapitel, ein roter Faden – Detect → Assess → Approve → Remediate → Verify. Die Demo in der Mitte ist der Höhepunkt, alles davor bereitet sie vor, alles danach ordnet sie ein.
WAS ICH SAGE (ca. 1 Min.):
- Kurz die fünf Kapitel nennen. Betonen: Ich erkläre die Technologien (Agents, MCP, Foundry, APIM) bewusst von Grund auf – niemand muss Vorwissen mitbringen.
- Hinweis an das Publikum: Fragen gern direkt zwischendurch, der Puffer ist eingeplant.
DAUER: ca. 1 Minute (Stand: ~2 Min.).
ÜBERGANG: „Starten wir mit der Ausgangslage: Warum treffen hier zwei Welten aufeinander?“</a:t>
            </a:r>
          </a:p>
        </p:txBody>
      </p:sp>
      <p:sp>
        <p:nvSpPr>
          <p:cNvPr id="4" name="Foliennummernplatzhalter 3"/>
          <p:cNvSpPr>
            <a:spLocks noGrp="1"/>
          </p:cNvSpPr>
          <p:nvPr>
            <p:ph type="sldNum" sz="quarter" idx="5"/>
          </p:nvPr>
        </p:nvSpPr>
        <p:spPr/>
        <p:txBody>
          <a:bodyPr/>
          <a:lstStyle/>
          <a:p>
            <a:fld id="{417B6AF5-2501-4527-AAF1-ECCB058C2B80}" type="slidenum">
              <a:rPr lang="de-DE" smtClean="0"/>
              <a:t>2</a:t>
            </a:fld>
            <a:endParaRPr lang="de-DE"/>
          </a:p>
        </p:txBody>
      </p:sp>
    </p:spTree>
    <p:extLst>
      <p:ext uri="{BB962C8B-B14F-4D97-AF65-F5344CB8AC3E}">
        <p14:creationId xmlns:p14="http://schemas.microsoft.com/office/powerpoint/2010/main" val="12730216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KERNBOTSCHAFT: Zwei Welten treffen aufeinander – ein 25 Jahre altes, hochkritisches Identitätssystem und AI Agents, die nicht mehr nur antworten, sondern handeln wollen. Die spannende Frage ist die Kontrolle.
WAS ICH SAGE (ca. 2 Min.):
- Active Directory ist in fast jedem Unternehmen das Rückgrat der Identität. Wer AD kontrolliert, kontrolliert die Domäne – deshalb sind AD-Findings so kritisch.
- Gleichzeitig sind AD-Security-Reviews heute meist manuell: PowerShell-Skripte, Excel-Listen, punktuelle Audits.
- AI Agents können planen, Werkzeuge nutzen und Ergebnisse korrelieren – aber dafür brauchen sie Zugang. Und genau dieser Zugang ist das Risiko, über das wir heute sprechen.
- Für IT-Leiter: Es geht um Governance – wer entscheidet, was der Agent darf? Für Admins: Es geht um Berechtigungen – wie stelle ich das technisch sicher?
DAUER: ca. 2 Minuten (Stand: ~4 Min.).
ÜBERGANG: „Wie sieht die Realität in vielen Active Directories heute aus? Ein Blick auf typische Schwachstellen.“</a:t>
            </a:r>
          </a:p>
        </p:txBody>
      </p:sp>
      <p:sp>
        <p:nvSpPr>
          <p:cNvPr id="4" name="Foliennummernplatzhalter 3"/>
          <p:cNvSpPr>
            <a:spLocks noGrp="1"/>
          </p:cNvSpPr>
          <p:nvPr>
            <p:ph type="sldNum" sz="quarter" idx="5"/>
          </p:nvPr>
        </p:nvSpPr>
        <p:spPr/>
        <p:txBody>
          <a:bodyPr/>
          <a:lstStyle/>
          <a:p>
            <a:fld id="{417B6AF5-2501-4527-AAF1-ECCB058C2B80}" type="slidenum">
              <a:rPr lang="de-DE" smtClean="0"/>
              <a:t>3</a:t>
            </a:fld>
            <a:endParaRPr lang="de-DE"/>
          </a:p>
        </p:txBody>
      </p:sp>
    </p:spTree>
    <p:extLst>
      <p:ext uri="{BB962C8B-B14F-4D97-AF65-F5344CB8AC3E}">
        <p14:creationId xmlns:p14="http://schemas.microsoft.com/office/powerpoint/2010/main" val="12730216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KERNBOTSCHAFT: Die typischen AD-Schwachstellen sind bekannt, aber in der Praxis schwer dauerhaft im Griff zu halten. Sie sind strukturiert und regelbasiert erkennbar – ideal für einen Agenten.
WAS ICH SAGE (ca. 2 Min.):
- Die sechs Karten kurz durchgehen – die meisten im Raum werden einige davon aus dem eigenen Haus kennen (Kopfnicken abholen).
- Besonders hervorheben: nicht ablaufende Passwörter auf Service Accounts und stale privilegierte Konten – genau diese zwei Findings tauchen in der Demo wieder auf (svc-backup).
- Pointe: Das Problem ist nicht das Erkennen, sondern das wiederholbare, zeitnahe Erkennen UND Umsetzen. Zwischen Finding und Fix liegt oft eine lange Strecke – daher der Titel des Vortrags.
HINWEIS FÜR MICH: Keine konkreten Prozentzahlen auf der Folie – wenn ich Zahlen aus eigenen Assessments nennen will, hier in den Notizen ergänzen.
DAUER: ca. 2 Minuten (Stand: ~6 Min.).
ÜBERGANG: „Bevor wir sehen, wie ein Agent das löst – klären wir kurz die Begriffe, die heute fallen.“</a:t>
            </a:r>
          </a:p>
        </p:txBody>
      </p:sp>
      <p:sp>
        <p:nvSpPr>
          <p:cNvPr id="4" name="Foliennummernplatzhalter 3"/>
          <p:cNvSpPr>
            <a:spLocks noGrp="1"/>
          </p:cNvSpPr>
          <p:nvPr>
            <p:ph type="sldNum" sz="quarter" idx="5"/>
          </p:nvPr>
        </p:nvSpPr>
        <p:spPr/>
        <p:txBody>
          <a:bodyPr/>
          <a:lstStyle/>
          <a:p>
            <a:fld id="{417B6AF5-2501-4527-AAF1-ECCB058C2B80}" type="slidenum">
              <a:rPr lang="de-DE" smtClean="0"/>
              <a:t>4</a:t>
            </a:fld>
            <a:endParaRPr lang="de-DE"/>
          </a:p>
        </p:txBody>
      </p:sp>
    </p:spTree>
    <p:extLst>
      <p:ext uri="{BB962C8B-B14F-4D97-AF65-F5344CB8AC3E}">
        <p14:creationId xmlns:p14="http://schemas.microsoft.com/office/powerpoint/2010/main" val="12730216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KERNBOTSCHAFT: Acht Begriffe reichen, um den Rest des Vortrags zu verstehen. Der Merksatz unten ist die Eselsbrücke.
WAS ICH SAGE (ca. 1,5 Min.):
- Obere Reihe (teal): die KI-Seite – LLM, Agent, MCP, Tool. Untere Reihe (navy): die Plattform-Seite – Foundry, API Management, LDAPS. Orange: der Mensch im Prozess.
- Nicht jede Karte vorlesen – den Merksatz betonen: „Das LLM denkt, der Agent plant, MCP verbindet, die Plattform kontrolliert, der Mensch entscheidet.“
- Hinweis: Alle Begriffe kommen auf den nächsten Folien im Detail wieder.
DAUER: ca. 1,5 Minuten (Stand: ~7,5 Min.).
ÜBERGANG: „Fangen wir mit dem Unterschied an, der am häufigsten unterschätzt wird: Chatbot versus Agent.“</a:t>
            </a:r>
          </a:p>
        </p:txBody>
      </p:sp>
      <p:sp>
        <p:nvSpPr>
          <p:cNvPr id="4" name="Foliennummernplatzhalter 3"/>
          <p:cNvSpPr>
            <a:spLocks noGrp="1"/>
          </p:cNvSpPr>
          <p:nvPr>
            <p:ph type="sldNum" sz="quarter" idx="5"/>
          </p:nvPr>
        </p:nvSpPr>
        <p:spPr/>
        <p:txBody>
          <a:bodyPr/>
          <a:lstStyle/>
          <a:p>
            <a:fld id="{417B6AF5-2501-4527-AAF1-ECCB058C2B80}" type="slidenum">
              <a:rPr lang="de-DE" smtClean="0"/>
              <a:t>5</a:t>
            </a:fld>
            <a:endParaRPr lang="de-DE"/>
          </a:p>
        </p:txBody>
      </p:sp>
    </p:spTree>
    <p:extLst>
      <p:ext uri="{BB962C8B-B14F-4D97-AF65-F5344CB8AC3E}">
        <p14:creationId xmlns:p14="http://schemas.microsoft.com/office/powerpoint/2010/main" val="12730216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KERNBOTSCHAFT: Ein Chatbot gibt Antworten. Ein Agent verfolgt ein Ziel, wählt Werkzeuge, führt Aktionen aus und bewertet das Ergebnis. Genau die Werkzeuge (Tools) sind der Punkt, an dem Sicherheit entsteht – oder verloren geht.
WAS ICH SAGE (ca. 1,5 Min.):
- Chatbot: Frage rein, Text raus. Kein Zugriff auf Systeme, keine Verifikation – nützlich, aber begrenzt.
- Agent: Bekommt ein Ziel („Analysiere mein AD auf Risiken“), zerlegt es in Schritte, ruft Werkzeuge auf, bewertet die Ergebnisse und schlägt Aktionen vor.
- Der hervorgehobene Schritt „Tools“ ist der Dreh- und Angelpunkt: Welche Werkzeuge der Agent hat und mit welchen Rechten sie laufen, bestimmt, was er tatsächlich kann.
- Für Entscheider: Genau deshalb ist ein Agent mehr als ein Chatbot – und braucht deshalb Governance.
DAUER: ca. 1,5 Minuten (Stand: ~9 Min.).
ÜBERGANG: „Schauen wir einmal in einen Agenten hinein – woraus besteht er eigentlich?“</a:t>
            </a:r>
          </a:p>
        </p:txBody>
      </p:sp>
      <p:sp>
        <p:nvSpPr>
          <p:cNvPr id="4" name="Foliennummernplatzhalter 3"/>
          <p:cNvSpPr>
            <a:spLocks noGrp="1"/>
          </p:cNvSpPr>
          <p:nvPr>
            <p:ph type="sldNum" sz="quarter" idx="5"/>
          </p:nvPr>
        </p:nvSpPr>
        <p:spPr/>
        <p:txBody>
          <a:bodyPr/>
          <a:lstStyle/>
          <a:p>
            <a:fld id="{417B6AF5-2501-4527-AAF1-ECCB058C2B80}" type="slidenum">
              <a:rPr lang="de-DE" smtClean="0"/>
              <a:t>6</a:t>
            </a:fld>
            <a:endParaRPr lang="de-DE"/>
          </a:p>
        </p:txBody>
      </p:sp>
    </p:spTree>
    <p:extLst>
      <p:ext uri="{BB962C8B-B14F-4D97-AF65-F5344CB8AC3E}">
        <p14:creationId xmlns:p14="http://schemas.microsoft.com/office/powerpoint/2010/main" val="12730216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KERNBOTSCHAFT: Ein Agent besteht aus fünf Bausteinen. Die Tools bestimmen, was er tun KANN; die Governance bestimmt, was er tun DARF. Beides ist Architektur, nicht Prompt.
WAS ICH SAGE (ca. 2 Min.):
- Die fünf Karten von links nach rechts: Modell (denkt), Instruktionen (Rolle und Regeln), Tools (Hände – in unserem Fall über MCP), Kontext/Gedächtnis (hier entsteht die Korrelation mehrerer Tool-Ergebnisse), Governance (orange: Berechtigungen, Approval, Logging).
- Die Schleife unten erklärt, warum ein Agent „mehrere Tools orchestriert“: Er entscheidet nach jedem Ergebnis, was als Nächstes nötig ist – genau das sehen wir später live.
- Für Entscheider: Governance ist Baustein Nummer 5, nicht ein nachträgliches Pflaster.
BEWUSST WEGLASSEN: Modellvergleiche, Prompt-Engineering-Details, Token-Limits.
DAUER: ca. 2 Minuten (Stand: ~11 Min.).
ÜBERGANG: „Wie kommt der Agent kontrolliert an seine Werkzeuge? Dafür gibt es einen offenen Standard: MCP.“</a:t>
            </a:r>
          </a:p>
        </p:txBody>
      </p:sp>
      <p:sp>
        <p:nvSpPr>
          <p:cNvPr id="4" name="Foliennummernplatzhalter 3"/>
          <p:cNvSpPr>
            <a:spLocks noGrp="1"/>
          </p:cNvSpPr>
          <p:nvPr>
            <p:ph type="sldNum" sz="quarter" idx="5"/>
          </p:nvPr>
        </p:nvSpPr>
        <p:spPr/>
        <p:txBody>
          <a:bodyPr/>
          <a:lstStyle/>
          <a:p>
            <a:fld id="{417B6AF5-2501-4527-AAF1-ECCB058C2B80}" type="slidenum">
              <a:rPr lang="de-DE" smtClean="0"/>
              <a:t>7</a:t>
            </a:fld>
            <a:endParaRPr lang="de-DE"/>
          </a:p>
        </p:txBody>
      </p:sp>
    </p:spTree>
    <p:extLst>
      <p:ext uri="{BB962C8B-B14F-4D97-AF65-F5344CB8AC3E}">
        <p14:creationId xmlns:p14="http://schemas.microsoft.com/office/powerpoint/2010/main" val="12730216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KERNBOTSCHAFT: MCP gibt dem LLM keinen direkten Systemzugriff, sondern definierte Werkzeuge mit klaren Schnittstellen. Der Agent entscheidet, welche Tools er braucht; der MCP Server führt sie kontrolliert aus und liefert strukturierte Ergebnisse zurück.
WAS ICH SAGE (ca. 2 Min.):
- Ablauf oben: Anwender fragt in natürlicher Sprache → Agent wählt Tools → MCP Server führt sie aus → Zielsystem antwortet → strukturierte Ergebnisse gehen zurück an den Agenten.
- Wichtig: Der Agent „kennt“ nur die Tools, die der MCP Server anbietet. Gibt es kein Tool zum Löschen, kann er nicht löschen – egal, was im Prompt steht.
- Unten die Tools der Demo: fünf lesende (teal) und zwei schreibende (navy). Die zwei Farben sind bewusst gewählt – sie ziehen sich durch den ganzen Vortrag.
BEWUSST ERKLÄREN: Tools als Vertrag zwischen Agent und System; Trennung lesend/schreibend.
BEWUSST WEGLASSEN: Protokolldetails (JSON-RPC, Transport, Schema-Formate) – für diese Zielgruppe nicht nötig.
DAUER: ca. 2 Minuten (Stand: ~13 Min.).
ÜBERGANG: „Was genau sieht der Agent von so einem Tool? Ein Blick auf den Tool-Vertrag.“</a:t>
            </a:r>
          </a:p>
        </p:txBody>
      </p:sp>
      <p:sp>
        <p:nvSpPr>
          <p:cNvPr id="4" name="Foliennummernplatzhalter 3"/>
          <p:cNvSpPr>
            <a:spLocks noGrp="1"/>
          </p:cNvSpPr>
          <p:nvPr>
            <p:ph type="sldNum" sz="quarter" idx="5"/>
          </p:nvPr>
        </p:nvSpPr>
        <p:spPr/>
        <p:txBody>
          <a:bodyPr/>
          <a:lstStyle/>
          <a:p>
            <a:fld id="{417B6AF5-2501-4527-AAF1-ECCB058C2B80}" type="slidenum">
              <a:rPr lang="de-DE" smtClean="0"/>
              <a:t>8</a:t>
            </a:fld>
            <a:endParaRPr lang="de-DE"/>
          </a:p>
        </p:txBody>
      </p:sp>
    </p:spTree>
    <p:extLst>
      <p:ext uri="{BB962C8B-B14F-4D97-AF65-F5344CB8AC3E}">
        <p14:creationId xmlns:p14="http://schemas.microsoft.com/office/powerpoint/2010/main" val="12730216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KERNBOTSCHAFT: Ein MCP Tool ist ein Vertrag zwischen Agent und System. Der Agent sieht nur die Schnittstelle – nie Credentials, nie das System selbst. Was es als Tool nicht gibt, kann er nicht tun.
WAS ICH SAGE (ca. 2 Min.):
- Links eine vereinfachte Tool-Definition von get_user: Name, Beschreibung, Eingabe, Ausgabe. Das ist alles, was das Sprachmodell kennt.
- Rechts: Was der Agent sieht (Schnittstelle, strukturierte Ergebnisse) und was nicht (Credentials, LDAP, nicht angebotene Tools).
- Pointe: Es gibt in unserem Read-only-MCP kein delete_user. Selbst ein manipulierter Prompt kann kein Konto löschen – weil das Werkzeug fehlt. Das ist Least Privilege auf Tool-Ebene.
- Für Admins: Der MCP-Server läuft als eigener Dienst mit eigenem Service Account – die Rechte des Tools sind die Rechte dieses Accounts, nicht die des Anwenders.
BEWUSST WEGLASSEN: JSON-RPC, Transportprotokolle, Schema-Formate.
DAUER: ca. 2 Minuten (Stand: ~15 Min.).
ÜBERGANG: „Und auf welcher Plattform läuft das Ganze? Drei Microsoft-Bausteine, kurz erklärt.“</a:t>
            </a:r>
          </a:p>
        </p:txBody>
      </p:sp>
      <p:sp>
        <p:nvSpPr>
          <p:cNvPr id="4" name="Foliennummernplatzhalter 3"/>
          <p:cNvSpPr>
            <a:spLocks noGrp="1"/>
          </p:cNvSpPr>
          <p:nvPr>
            <p:ph type="sldNum" sz="quarter" idx="5"/>
          </p:nvPr>
        </p:nvSpPr>
        <p:spPr/>
        <p:txBody>
          <a:bodyPr/>
          <a:lstStyle/>
          <a:p>
            <a:fld id="{417B6AF5-2501-4527-AAF1-ECCB058C2B80}" type="slidenum">
              <a:rPr lang="de-DE" smtClean="0"/>
              <a:t>9</a:t>
            </a:fld>
            <a:endParaRPr lang="de-DE"/>
          </a:p>
        </p:txBody>
      </p:sp>
    </p:spTree>
    <p:extLst>
      <p:ext uri="{BB962C8B-B14F-4D97-AF65-F5344CB8AC3E}">
        <p14:creationId xmlns:p14="http://schemas.microsoft.com/office/powerpoint/2010/main" val="12730216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KERNBOTSCHAFT: Vier Bausteine, vier klare Rollen. Foundry hostet den Agenten, API Management kontrolliert den Zugang, Container Apps betreiben die MCP-Server isoliert, LDAPS sichert den Weg zum Domain Controller.
WAS ICH SAGE (ca. 1,5 Min.):
- Foundry: Hier lebt der Agent – Modell, Instruktionen, eingebundene MCP-Tools, Approval-Konfiguration.
- API Management: Jeder Tool-Aufruf geht hier durch. Ein Ort für Authentifizierung, Policies und das Audit-Log – für Entscheider der wichtigste Governance-Punkt.
- Container Apps: Zwei getrennte Container – das ist die technische Umsetzung der Read/Write-Trennung.
- LDAPS: verschlüsselt, Port 636, nur aus dem Container-Netz.
BEWUSST WEGLASSEN: Netzwerktopologie, Private Endpoints, Zertifikatsmanagement – bei Nachfrage im Q&amp;A.
DAUER: ca. 1,5 Minuten (Stand: ~16,5 Min.).
ÜBERGANG: „Setzen wir die Bausteine zur Demo-Architektur zusammen.“</a:t>
            </a:r>
          </a:p>
        </p:txBody>
      </p:sp>
      <p:sp>
        <p:nvSpPr>
          <p:cNvPr id="4" name="Foliennummernplatzhalter 3"/>
          <p:cNvSpPr>
            <a:spLocks noGrp="1"/>
          </p:cNvSpPr>
          <p:nvPr>
            <p:ph type="sldNum" sz="quarter" idx="5"/>
          </p:nvPr>
        </p:nvSpPr>
        <p:spPr/>
        <p:txBody>
          <a:bodyPr/>
          <a:lstStyle/>
          <a:p>
            <a:fld id="{417B6AF5-2501-4527-AAF1-ECCB058C2B80}" type="slidenum">
              <a:rPr lang="de-DE" smtClean="0"/>
              <a:t>10</a:t>
            </a:fld>
            <a:endParaRPr lang="de-DE"/>
          </a:p>
        </p:txBody>
      </p:sp>
    </p:spTree>
    <p:extLst>
      <p:ext uri="{BB962C8B-B14F-4D97-AF65-F5344CB8AC3E}">
        <p14:creationId xmlns:p14="http://schemas.microsoft.com/office/powerpoint/2010/main" val="12730216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KERNBOTSCHAFT: Der Agent bekommt keine Admin-Rechte auf Active Directory. Es gibt zwei technisch getrennte Pfade: Assessment (Read-only) und Remediation (mit Human Approval). Beide laufen über API Management als kontrollierten Zugangspunkt.
WAS ICH SAGE (ca. 3 Min.):
- Links der Microsoft Foundry Agent – er kennt nur Tools, keine Credentials.
- Alle Aufrufe gehen durch Azure API Management: ein Zugangspunkt, Authentifizierung, Logging, Policies.
- Oberer Pfad (teal): AD MCP als Azure Container App „ca-ad-mcp-demo“, läuft mit dem Service Account „svc-mcp-read“ – keine administrativen Rechte – spricht per LDAPS (TCP 636) mit dem Domain Controller vm-win2025-dc01.mcpdemo.local.
- Unterer Pfad (navy): separater Remediation MCP, eigene Container App „ca-ad-mcp-remediation“, eigener Service Account „svc-mcp-remediate“ mit ausschließlich gezielt delegierten Schreibrechten für die vorgesehenen Demo-Aktionen. Vor jeder Schreiboperation: Human Approval (orange).
- Die Trennung ist keine Konfigurationsoption, sondern Architektur: zwei Container, zwei Accounts, zwei Berechtigungssätze.
BEWUSST ERKLÄREN: Warum zwei Pfade (Blast Radius), warum APIM (ein Zugangspunkt statt vieler), warum LDAPS (verschlüsselt, kein Klartext-LDAP).
BEWUSST WEGLASSEN: Netzwerkdetails (VNet-Integration, DNS, Zertifikatskette), Details der AD-Delegation (ACLs), Container-Images.
DAUER: ca. 3 Minuten (Stand: ~19,5 Min.).
ÜBERGANG: „Diese Architektur ist der Grund, warum ich sagen kann: Ein AI Agent ist kein Domain Admin.“</a:t>
            </a:r>
          </a:p>
        </p:txBody>
      </p:sp>
      <p:sp>
        <p:nvSpPr>
          <p:cNvPr id="4" name="Foliennummernplatzhalter 3"/>
          <p:cNvSpPr>
            <a:spLocks noGrp="1"/>
          </p:cNvSpPr>
          <p:nvPr>
            <p:ph type="sldNum" sz="quarter" idx="5"/>
          </p:nvPr>
        </p:nvSpPr>
        <p:spPr/>
        <p:txBody>
          <a:bodyPr/>
          <a:lstStyle/>
          <a:p>
            <a:fld id="{417B6AF5-2501-4527-AAF1-ECCB058C2B80}" type="slidenum">
              <a:rPr lang="de-DE" smtClean="0"/>
              <a:t>11</a:t>
            </a:fld>
            <a:endParaRPr lang="de-DE"/>
          </a:p>
        </p:txBody>
      </p:sp>
    </p:spTree>
    <p:extLst>
      <p:ext uri="{BB962C8B-B14F-4D97-AF65-F5344CB8AC3E}">
        <p14:creationId xmlns:p14="http://schemas.microsoft.com/office/powerpoint/2010/main" val="12730216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KERNBOTSCHAFT: „AI Agent ≠ Domain Admin.“ Acht Mechanismen sorgen dafür, dass der Agent nur das kann, was wir ihm technisch erlauben – nicht das, was im Prompt steht.
WAS ICH SAGE (ca. 3 Min.):
- Kurz durch die acht Karten gehen, nicht jede ausführlich – Schwerpunkt auf drei: Read/Write Separation, Credentials nicht im Prompt, Human Approval (orange hervorgehoben, weil es der sichtbare Moment in der Demo sein wird).
- Least Privilege: der Read-only Account hat keine Admin-Rechte; der Remediation Account nur gezielt delegierte Rechte.
- Credentials nicht im Prompt: Das LLM sieht nie Passwörter oder Secrets – die liegen in der Plattform (Container App / Key Vault). Prompt Injection kann keine Credentials abgreifen, die nicht da sind.
- Unabhängige Verifikation: Nach einer Änderung prüft der Read-only-Pfad – also ein anderer Server mit einem anderen Account – ob die Änderung wirklich wirksam ist.
- Zwei Zeilen unten: Für Entscheider heißt das Governance und Kontrolle. Für Administratoren heißt das: Berechtigungen begrenzen den Agenten, nicht der Prompt.
BEWUSST WEGLASSEN: Details zu APIM-Policies, OAuth-Flows, Key-Vault-Referenzen.
DAUER: ca. 3 Minuten (Stand: ~22,5 Min.).
ÜBERGANG: „Die wichtigste dieser Leitplanken ist Human Approval – schauen wir uns den Ablauf im Detail an.“</a:t>
            </a:r>
          </a:p>
        </p:txBody>
      </p:sp>
      <p:sp>
        <p:nvSpPr>
          <p:cNvPr id="4" name="Foliennummernplatzhalter 3"/>
          <p:cNvSpPr>
            <a:spLocks noGrp="1"/>
          </p:cNvSpPr>
          <p:nvPr>
            <p:ph type="sldNum" sz="quarter" idx="5"/>
          </p:nvPr>
        </p:nvSpPr>
        <p:spPr/>
        <p:txBody>
          <a:bodyPr/>
          <a:lstStyle/>
          <a:p>
            <a:fld id="{417B6AF5-2501-4527-AAF1-ECCB058C2B80}" type="slidenum">
              <a:rPr lang="de-DE" smtClean="0"/>
              <a:t>12</a:t>
            </a:fld>
            <a:endParaRPr lang="de-DE"/>
          </a:p>
        </p:txBody>
      </p:sp>
    </p:spTree>
    <p:extLst>
      <p:ext uri="{BB962C8B-B14F-4D97-AF65-F5344CB8AC3E}">
        <p14:creationId xmlns:p14="http://schemas.microsoft.com/office/powerpoint/2010/main" val="12730216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KERNBOTSCHAFT: Human Approval ist ein technisches Gate in der Plattform, kein Prompt-Hinweis. Der Agent schlägt vor, der Mensch entscheidet, erst dann wird ausgeführt – und unabhängig verifiziert.
WAS ICH SAGE (ca. 2 Min.):
- Die sechs Schritte durchgehen; die zwei orangen sind der Moment, den wir in der Demo bewusst anhalten.
- Schritt 3: Foundry zeigt dem Menschen, WAS passieren soll (disable_user), WOMIT (svc-backup) und WARUM (Finding). Nichts passiert, bis geklickt wird.
- Schritt 6: Die Verifikation läuft über einen anderen Server mit einem anderen Account – Vier-Augen-Prinzip zwischen zwei technischen Pfaden.
- Für Entscheider: revisionssichere Entscheidung mit Audit-Eintrag. Für Admins: Das Gate kann der Agent nicht umgehen, weil es außerhalb seiner Kontrolle liegt.
DAUER: ca. 2 Minuten (Stand: ~24,5 Min.).
ÜBERGANG: „Welche Findings kann der Agent überhaupt liefern? Ein Blick auf die Tools.“</a:t>
            </a:r>
          </a:p>
        </p:txBody>
      </p:sp>
      <p:sp>
        <p:nvSpPr>
          <p:cNvPr id="4" name="Foliennummernplatzhalter 3"/>
          <p:cNvSpPr>
            <a:spLocks noGrp="1"/>
          </p:cNvSpPr>
          <p:nvPr>
            <p:ph type="sldNum" sz="quarter" idx="5"/>
          </p:nvPr>
        </p:nvSpPr>
        <p:spPr/>
        <p:txBody>
          <a:bodyPr/>
          <a:lstStyle/>
          <a:p>
            <a:fld id="{417B6AF5-2501-4527-AAF1-ECCB058C2B80}" type="slidenum">
              <a:rPr lang="de-DE" smtClean="0"/>
              <a:t>13</a:t>
            </a:fld>
            <a:endParaRPr lang="de-DE"/>
          </a:p>
        </p:txBody>
      </p:sp>
    </p:spTree>
    <p:extLst>
      <p:ext uri="{BB962C8B-B14F-4D97-AF65-F5344CB8AC3E}">
        <p14:creationId xmlns:p14="http://schemas.microsoft.com/office/powerpoint/2010/main" val="12730216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KERNBOTSCHAFT: Die einzelnen Tools sind bewusst einfach. Der Mehrwert entsteht, weil der Agent sie selbstständig kombiniert und die Ergebnisse zu Findings korreliert.
WAS ICH SAGE (ca. 1,5 Min.):
- Links die fünf lesenden Tools – jedes für sich könnte auch ein PowerShell-Skript sein.
- Der Agent entscheidet selbst, welche Tools er in welcher Reihenfolge aufruft, und verknüpft die Ergebnisse: „privilegiert“ + „Passwort läuft nie ab“ + „lange nicht angemeldet“ ergibt zusammen ein relevantes Finding.
- Rechts typische Findings aus der Demo. Das orange markierte – der Service Account „svc-backup“ mit nicht ablaufendem Passwort – ist das Finding, das wir gleich live vom Finding zum Fix bringen.
- Für Admins: Jedes Finding ist evidenzbasiert – der Agent nennt, welches Tool welche Daten geliefert hat.
DAUER: ca. 1,5 Minuten (Stand: ~26 Min.).
ÜBERGANG: „Bevor wir live gehen: die Landkarte der Demo in zwölf Schritten.“</a:t>
            </a:r>
          </a:p>
        </p:txBody>
      </p:sp>
      <p:sp>
        <p:nvSpPr>
          <p:cNvPr id="4" name="Foliennummernplatzhalter 3"/>
          <p:cNvSpPr>
            <a:spLocks noGrp="1"/>
          </p:cNvSpPr>
          <p:nvPr>
            <p:ph type="sldNum" sz="quarter" idx="5"/>
          </p:nvPr>
        </p:nvSpPr>
        <p:spPr/>
        <p:txBody>
          <a:bodyPr/>
          <a:lstStyle/>
          <a:p>
            <a:fld id="{417B6AF5-2501-4527-AAF1-ECCB058C2B80}" type="slidenum">
              <a:rPr lang="de-DE" smtClean="0"/>
              <a:t>14</a:t>
            </a:fld>
            <a:endParaRPr lang="de-DE"/>
          </a:p>
        </p:txBody>
      </p:sp>
    </p:spTree>
    <p:extLst>
      <p:ext uri="{BB962C8B-B14F-4D97-AF65-F5344CB8AC3E}">
        <p14:creationId xmlns:p14="http://schemas.microsoft.com/office/powerpoint/2010/main" val="12730216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KERNBOTSCHAFT: Die Demo folgt exakt dem roten Faden Detect → Assess → Approve → Remediate → Verify. Diese Folie gibt dem Publikum die Landkarte (fünf Phasen, fünfzehn Schritte), bevor es losgeht – und ist meine Fallback-Folie, falls die Technik streikt.
WAS ICH SAGE (ca. 1,5 Min.):
- Die fünf Phasen mit je drei Schritten kurz durchgehen – nicht alles vorlesen, nur den Bogen zeigen.
- Den orangen Kasten betonen: Darauf soll das Publikum achten – Tool-Auswahl durch den Agenten, Trennung Analyse/Änderung, der Stopp vor dem Approval, die unabhängige Verifikation.
- Erwartungsmanagement: Live-Demos können haken; die Architektur dahinter ist das Entscheidende.
FALLBACK: Falls die Demo nicht läuft, diese Folie plus Architektur-Folie und Approval-Folie nutzen, um die fünfzehn Schritte zu erzählen.
DAUER: ca. 1,5 Minuten (Stand: ~27,5 Min.).
ÜBERGANG: „Dann wechseln wir jetzt in die Demo-Umgebung.“</a:t>
            </a:r>
          </a:p>
        </p:txBody>
      </p:sp>
      <p:sp>
        <p:nvSpPr>
          <p:cNvPr id="4" name="Foliennummernplatzhalter 3"/>
          <p:cNvSpPr>
            <a:spLocks noGrp="1"/>
          </p:cNvSpPr>
          <p:nvPr>
            <p:ph type="sldNum" sz="quarter" idx="5"/>
          </p:nvPr>
        </p:nvSpPr>
        <p:spPr/>
        <p:txBody>
          <a:bodyPr/>
          <a:lstStyle/>
          <a:p>
            <a:fld id="{417B6AF5-2501-4527-AAF1-ECCB058C2B80}" type="slidenum">
              <a:rPr lang="de-DE" smtClean="0"/>
              <a:t>15</a:t>
            </a:fld>
            <a:endParaRPr lang="de-DE"/>
          </a:p>
        </p:txBody>
      </p:sp>
    </p:spTree>
    <p:extLst>
      <p:ext uri="{BB962C8B-B14F-4D97-AF65-F5344CB8AC3E}">
        <p14:creationId xmlns:p14="http://schemas.microsoft.com/office/powerpoint/2010/main" val="12730216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KERNBOTSCHAFT: Fünf Schritte – Detect, Assess, Approve, Remediate, Verify. Diese Folie bleibt während der Demo im Hintergrund stehen.
DAUER: 0,5 Min. Ansage + ca. 15 Min. Live-Demo (Start bei ~27,5 Min., Ende bei ~42,5 Min.). Zeitbudget je Phase: Detect 4 Min. · Assess 3 Min. · Approve 3 Min. · Remediate 2 Min. · Verify/Rollback 3 Min.
MODERATIONSLEITFADEN LIVE-DEMO:
1. Assessment starten – im Foundry Agent: „Analysiere unser Active Directory auf Security-Risiken und erstelle einen Assessment Report.“ Zeigen, wie der Agent selbstständig mehrere MCP Tools aufruft (get_privileged_groups, get_inactive_users, get_password_policy_violations, audit_admin_accounts).
2. Findings kurz einordnen – Report zeigen: privilegierter Account mit nicht ablaufendem Passwort, Service Account mit nicht ablaufendem Passwort, Konzentration administrativer Rollen, potenziell stale privilegierte Accounts. Betonen: evidenzbasiert, jedes Finding nennt seine Datenquelle.
3. svc-backup auswählen – „Fokussiere auf das Finding zu svc-backup.“
4. Remediation-Plan zeigen – Agent erstellt zunächst NUR einen Plan (keine Änderung). Hier kurz innehalten: Analyse und Änderung sind getrennte Schritte.
5. Disable anfordern – „Setze die Remediation um und deaktiviere svc-backup.“
6. Vor dem Approval bewusst stoppen – die Human-Approval-Abfrage erscheint. NICHT sofort klicken.
7. Sicherheitsmodell erläutern – jetzt läuft der Aufruf über den separaten Remediation MCP (ca-ad-mcp-remediation, svc-mcp-remediate). Ohne Freigabe passiert nichts. Rückbezug auf die Architektur-Folie.
8. Approval bestätigen – Freigabe erteilen, disable_user wird ausgeführt.
9. Über Read-only MCP verifizieren – „Prüfe den Status von svc-backup.“ get_user über den Read-only-Pfad liefert: Enabled = false. Betonen: anderer Server, anderer Account – unabhängige Verifikation.
10. Optional Rollback – „Aktiviere svc-backup wieder.“ Erneut Human Approval, enable_user, danach Verifikation Enabled = true.
FALLBACK: Falls die Live-Demo technisch nicht funktioniert (Netzwerk, Foundry, DC nicht erreichbar): Zurück zur Architektur-Folie (Folie 5) und zur Prozessfolie (Folie 9) – den Ablauf Detect → Assess → Approve → Remediate → Verify anhand der Diagramme und der Screenshot-Platzhalter erläutern. Die Kernaussagen (zwei Pfade, Least Privilege, Human Approval, unabhängige Verifikation) funktionieren auch ohne Demo.
ÜBERGANG NACH DER DEMO: „Was haben wir gerade gesehen? Kurz zusammengefasst …“</a:t>
            </a:r>
          </a:p>
        </p:txBody>
      </p:sp>
      <p:sp>
        <p:nvSpPr>
          <p:cNvPr id="4" name="Foliennummernplatzhalter 3"/>
          <p:cNvSpPr>
            <a:spLocks noGrp="1"/>
          </p:cNvSpPr>
          <p:nvPr>
            <p:ph type="sldNum" sz="quarter" idx="5"/>
          </p:nvPr>
        </p:nvSpPr>
        <p:spPr/>
        <p:txBody>
          <a:bodyPr/>
          <a:lstStyle/>
          <a:p>
            <a:fld id="{417B6AF5-2501-4527-AAF1-ECCB058C2B80}" type="slidenum">
              <a:rPr lang="de-DE" smtClean="0"/>
              <a:t>16</a:t>
            </a:fld>
            <a:endParaRPr lang="de-DE"/>
          </a:p>
        </p:txBody>
      </p:sp>
    </p:spTree>
    <p:extLst>
      <p:ext uri="{BB962C8B-B14F-4D97-AF65-F5344CB8AC3E}">
        <p14:creationId xmlns:p14="http://schemas.microsoft.com/office/powerpoint/2010/main" val="12730216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KERNBOTSCHAFT: Governance ist eine Checkliste, keine Philosophie. Acht konkrete Punkte, die vor dem produktiven Einsatz geklärt sein müssen – und die in der Demo bereits umgesetzt sind.
WAS ICH SAGE (ca. 1,5 Min.):
- Linke Spalte: Scope, Read/Write-Trennung, Audit, Evidenzpflicht. Rechte Spalte: Least Privilege, Approval-Regeln, Rollback, Pilot.
- Rückbezug auf die Demo: Wir haben gerade Punkte 2, 3, 4, 5, 6 und 7 live gesehen.
- Für IT-Leiter: Das ist die Diskussionsgrundlage für Security, Compliance und Betrieb. Für Admins: Das ist die technische To-do-Liste.
DAUER: ca. 1,5 Minuten (Stand: ~45,5 Min.).
ÜBERGANG: „Bei aller Begeisterung – wo sind die Grenzen?“</a:t>
            </a:r>
          </a:p>
        </p:txBody>
      </p:sp>
      <p:sp>
        <p:nvSpPr>
          <p:cNvPr id="4" name="Foliennummernplatzhalter 3"/>
          <p:cNvSpPr>
            <a:spLocks noGrp="1"/>
          </p:cNvSpPr>
          <p:nvPr>
            <p:ph type="sldNum" sz="quarter" idx="5"/>
          </p:nvPr>
        </p:nvSpPr>
        <p:spPr/>
        <p:txBody>
          <a:bodyPr/>
          <a:lstStyle/>
          <a:p>
            <a:fld id="{417B6AF5-2501-4527-AAF1-ECCB058C2B80}" type="slidenum">
              <a:rPr lang="de-DE" smtClean="0"/>
              <a:t>17</a:t>
            </a:fld>
            <a:endParaRPr lang="de-DE"/>
          </a:p>
        </p:txBody>
      </p:sp>
    </p:spTree>
    <p:extLst>
      <p:ext uri="{BB962C8B-B14F-4D97-AF65-F5344CB8AC3E}">
        <p14:creationId xmlns:p14="http://schemas.microsoft.com/office/powerpoint/2010/main" val="12730216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KERNBOTSCHAFT: Der Ansatz ist wertvoll, aber kein Selbstläufer. Was der Agent kann, bestimmen Tooling und Berechtigungen – und kritische Änderungen bleiben eine menschliche Entscheidung.
WAS ICH SAGE (ca. 1,5 Min.):
- Chancen: ein Durchlauf statt vieler Skripte, Korrelation über Datenquellen hinweg, nachvollziehbare Pläne, Entlastung bei wiederkehrenden Prüfungen.
- Grenzen: Nicht alles autonom. Der Agent kann nur, was das MCP-Tooling anbietet und die Berechtigungen erlauben – das ist Grenze und Schutz zugleich. Ausgaben müssen evidenzbasiert sein; ein Finding ohne Datenquelle ist kein Finding. Human-in-the-Loop ist bei kritischen Änderungen Pflicht, nicht Option.
- Ehrlich bleiben: Die Demo zeigt bewusst einfache Aktionen (disable/enable). Komplexere Remediations (Gruppenmitgliedschaften, GPOs) brauchen weitere Tools und noch feinere Delegation.
DAUER: ca. 1,5 Minuten (Stand: ~47 Min.).
ÜBERGANG: „Wie kommt man vom Experiment in den Betrieb? Ein Weg in vier Stufen.“</a:t>
            </a:r>
          </a:p>
        </p:txBody>
      </p:sp>
      <p:sp>
        <p:nvSpPr>
          <p:cNvPr id="4" name="Foliennummernplatzhalter 3"/>
          <p:cNvSpPr>
            <a:spLocks noGrp="1"/>
          </p:cNvSpPr>
          <p:nvPr>
            <p:ph type="sldNum" sz="quarter" idx="5"/>
          </p:nvPr>
        </p:nvSpPr>
        <p:spPr/>
        <p:txBody>
          <a:bodyPr/>
          <a:lstStyle/>
          <a:p>
            <a:fld id="{417B6AF5-2501-4527-AAF1-ECCB058C2B80}" type="slidenum">
              <a:rPr lang="de-DE" smtClean="0"/>
              <a:t>18</a:t>
            </a:fld>
            <a:endParaRPr lang="de-DE"/>
          </a:p>
        </p:txBody>
      </p:sp>
    </p:spTree>
    <p:extLst>
      <p:ext uri="{BB962C8B-B14F-4D97-AF65-F5344CB8AC3E}">
        <p14:creationId xmlns:p14="http://schemas.microsoft.com/office/powerpoint/2010/main" val="12730216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KERNBOTSCHAFT: Der Weg in den Betrieb ist stufenweise. Jede Stufe erweitert kontrolliert die Berechtigungen – die Sicherheitsarchitektur bleibt dieselbe.
WAS ICH SAGE (ca. 1,5 Min.):
- Stufe 1: Read-only – das kann jedes Unternehmen sofort starten, null Risiko.
- Stufe 2: Assisted Remediation – das ist der Stand der heutigen Demo.
- Stufe 3: weitere Tools, jedes einzeln delegiert und mit Approval – nie „Domain Admin für den Agenten“.
- Stufe 4: Integration in SIEM/ITSM – Findings werden zu Tickets, Approvals zu bestehenden Change-Prozessen.
- Die Treppe steigt: Jede Stufe erweitert, was der Agent DARF – nie, was er umgehen kann.
HINWEIS FÜR MICH: Dies ist ein Vorschlag, kein Produkt-Roadmap-Versprechen – so formulieren.
DAUER: ca. 1,5 Minuten (Stand: ~48,5 Min.).
ÜBERGANG: „Vier Dinge, die Sie mitnehmen sollten.“</a:t>
            </a:r>
          </a:p>
        </p:txBody>
      </p:sp>
      <p:sp>
        <p:nvSpPr>
          <p:cNvPr id="4" name="Foliennummernplatzhalter 3"/>
          <p:cNvSpPr>
            <a:spLocks noGrp="1"/>
          </p:cNvSpPr>
          <p:nvPr>
            <p:ph type="sldNum" sz="quarter" idx="5"/>
          </p:nvPr>
        </p:nvSpPr>
        <p:spPr/>
        <p:txBody>
          <a:bodyPr/>
          <a:lstStyle/>
          <a:p>
            <a:fld id="{417B6AF5-2501-4527-AAF1-ECCB058C2B80}" type="slidenum">
              <a:rPr lang="de-DE" smtClean="0"/>
              <a:t>19</a:t>
            </a:fld>
            <a:endParaRPr lang="de-DE"/>
          </a:p>
        </p:txBody>
      </p:sp>
    </p:spTree>
    <p:extLst>
      <p:ext uri="{BB962C8B-B14F-4D97-AF65-F5344CB8AC3E}">
        <p14:creationId xmlns:p14="http://schemas.microsoft.com/office/powerpoint/2010/main" val="12730216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KERNBOTSCHAFT: Vier Aussagen, die hängen bleiben sollen.
WAS ICH SAGE (ca. 1 Min.) – jede Aussage in einem Satz:
1. MCP macht klassische Infrastruktur wie Active Directory für AI Agents kontrolliert zugänglich – über definierte Tools statt direktem Zugriff.
2. Der eigentliche Mehrwert entsteht nicht durch einzelne Abfragen, sondern weil der Agent mehrere Tools orchestriert und Informationen korreliert.
3. Ein AI Agent braucht nicht automatisch weitreichende administrative Rechte – Assessment und Remediation lassen sich technisch trennen und mit Least Privilege umsetzen.
4. Human Approval ermöglicht den kontrollierten Übergang von Analyse zu tatsächlicher Änderung. AI Agents können Administratoren unterstützen – die Sicherheitsarchitektur entscheidet aber darüber, was sie tatsächlich dürfen.
DAUER: ca. 1 Minute (Stand: ~49,5 Min.).
ÜBERGANG: „Vielen Dank – ich freue mich auf Ihre Fragen.“</a:t>
            </a:r>
          </a:p>
        </p:txBody>
      </p:sp>
      <p:sp>
        <p:nvSpPr>
          <p:cNvPr id="4" name="Foliennummernplatzhalter 3"/>
          <p:cNvSpPr>
            <a:spLocks noGrp="1"/>
          </p:cNvSpPr>
          <p:nvPr>
            <p:ph type="sldNum" sz="quarter" idx="5"/>
          </p:nvPr>
        </p:nvSpPr>
        <p:spPr/>
        <p:txBody>
          <a:bodyPr/>
          <a:lstStyle/>
          <a:p>
            <a:fld id="{417B6AF5-2501-4527-AAF1-ECCB058C2B80}" type="slidenum">
              <a:rPr lang="de-DE" smtClean="0"/>
              <a:t>20</a:t>
            </a:fld>
            <a:endParaRPr lang="de-DE"/>
          </a:p>
        </p:txBody>
      </p:sp>
    </p:spTree>
    <p:extLst>
      <p:ext uri="{BB962C8B-B14F-4D97-AF65-F5344CB8AC3E}">
        <p14:creationId xmlns:p14="http://schemas.microsoft.com/office/powerpoint/2010/main" val="12730216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KERNBOTSCHAFT: Abschluss und Einladung zur Diskussion.
WAS ICH SAGE (ca. 0,5 Min. + Fragen/Puffer 2–3 Min.):
- Danke für die Aufmerksamkeit. Wer die Demo-Umgebung oder die MCP-Tools im Detail sehen möchte: gerne im Anschluss oder per E-Mail.
- Typische Fragen, auf die ich vorbereitet bin: Wie wird die Delegation für svc-mcp-remediate konkret gesetzt? Wie wird das Logging in APIM ausgewertet? Was passiert bei Prompt Injection? Welche weiteren Tools sind geplant?
HINWEIS FÜR MICH: Telefonnummer auf dieser Folie ergänzen (Platzhalter „+49 XXX“ aus der Vorlage).</a:t>
            </a:r>
          </a:p>
        </p:txBody>
      </p:sp>
      <p:sp>
        <p:nvSpPr>
          <p:cNvPr id="4" name="Foliennummernplatzhalter 3"/>
          <p:cNvSpPr>
            <a:spLocks noGrp="1"/>
          </p:cNvSpPr>
          <p:nvPr>
            <p:ph type="sldNum" sz="quarter" idx="5"/>
          </p:nvPr>
        </p:nvSpPr>
        <p:spPr/>
        <p:txBody>
          <a:bodyPr/>
          <a:lstStyle/>
          <a:p>
            <a:fld id="{417B6AF5-2501-4527-AAF1-ECCB058C2B80}" type="slidenum">
              <a:rPr lang="de-DE" smtClean="0"/>
              <a:t>21</a:t>
            </a:fld>
            <a:endParaRPr lang="de-DE"/>
          </a:p>
        </p:txBody>
      </p:sp>
    </p:spTree>
    <p:extLst>
      <p:ext uri="{BB962C8B-B14F-4D97-AF65-F5344CB8AC3E}">
        <p14:creationId xmlns:p14="http://schemas.microsoft.com/office/powerpoint/2010/main" val="12730216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KERNBOTSCHAFT: Der komplette Flow – Natural Language → Tool Orchestration → Evidence → Finding → Approval → Remediation → Verification – ist in der Demo sichtbar geworden. Jeder Schritt ist nachvollziehbar.
WAS ICH SAGE (ca. 1,5 Min.):
- Oben den Ablauf einmal durchgehen und auf die Demo zurückbeziehen: Ein Satz in natürlicher Sprache, der Agent hat mehrere Tools orchestriert, Evidenz gesammelt, daraus Findings gebildet, für die Änderung eine Freigabe eingeholt, umgesetzt und unabhängig verifiziert.
- Die Farben entsprechen der Architektur: teal = lesend, orange = Human Approval, navy = schreibend, grün = verifiziert.
- Screenshot-Platzhalter: Hier werden nach der Demo-Aufnahme echte Screenshots eingefügt (Foundry Security Assessment; Human-Approval-Dialog vor disable_user). Bis dahin sind es bewusst Platzhalter – keine gestellten Bilder.
DAUER: ca. 1,5 Minuten (Stand: ~44 Min.).
ÜBERGANG: „Was braucht es, um so etwas im eigenen Unternehmen verantwortungsvoll einzusetzen? Eine Checkliste.“
HINWEIS FÜR MICH: Die zwei grauen Rahmen durch echte Screenshots ersetzen (Bild einfügen, Rahmen löschen).</a:t>
            </a:r>
          </a:p>
        </p:txBody>
      </p:sp>
      <p:sp>
        <p:nvSpPr>
          <p:cNvPr id="4" name="Foliennummernplatzhalter 3"/>
          <p:cNvSpPr>
            <a:spLocks noGrp="1"/>
          </p:cNvSpPr>
          <p:nvPr>
            <p:ph type="sldNum" sz="quarter" idx="5"/>
          </p:nvPr>
        </p:nvSpPr>
        <p:spPr/>
        <p:txBody>
          <a:bodyPr/>
          <a:lstStyle/>
          <a:p>
            <a:fld id="{417B6AF5-2501-4527-AAF1-ECCB058C2B80}" type="slidenum">
              <a:rPr lang="de-DE" smtClean="0"/>
              <a:t>22</a:t>
            </a:fld>
            <a:endParaRPr lang="de-DE"/>
          </a:p>
        </p:txBody>
      </p:sp>
    </p:spTree>
    <p:extLst>
      <p:ext uri="{BB962C8B-B14F-4D97-AF65-F5344CB8AC3E}">
        <p14:creationId xmlns:p14="http://schemas.microsoft.com/office/powerpoint/2010/main" val="12730216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Title">
    <p:spTree>
      <p:nvGrpSpPr>
        <p:cNvPr id="1" name=""/>
        <p:cNvGrpSpPr/>
        <p:nvPr/>
      </p:nvGrpSpPr>
      <p:grpSpPr>
        <a:xfrm>
          <a:off x="0" y="0"/>
          <a:ext cx="0" cy="0"/>
          <a:chOff x="0" y="0"/>
          <a:chExt cx="0" cy="0"/>
        </a:xfrm>
      </p:grpSpPr>
      <p:sp>
        <p:nvSpPr>
          <p:cNvPr id="93" name="Bildplatzhalter 92">
            <a:extLst>
              <a:ext uri="{FF2B5EF4-FFF2-40B4-BE49-F238E27FC236}">
                <a16:creationId xmlns:a16="http://schemas.microsoft.com/office/drawing/2014/main" id="{9757968A-BC38-D8DE-C131-F5498BF9C3B3}"/>
              </a:ext>
            </a:extLst>
          </p:cNvPr>
          <p:cNvSpPr>
            <a:spLocks noGrp="1"/>
          </p:cNvSpPr>
          <p:nvPr>
            <p:ph type="pic" sz="quarter" idx="11"/>
          </p:nvPr>
        </p:nvSpPr>
        <p:spPr>
          <a:xfrm>
            <a:off x="8" y="4"/>
            <a:ext cx="12191993" cy="6857996"/>
          </a:xfrm>
          <a:custGeom>
            <a:avLst/>
            <a:gdLst>
              <a:gd name="connsiteX0" fmla="*/ 2140972 w 12191993"/>
              <a:gd name="connsiteY0" fmla="*/ 1013130 h 6857996"/>
              <a:gd name="connsiteX1" fmla="*/ 2156269 w 12191993"/>
              <a:gd name="connsiteY1" fmla="*/ 1014261 h 6857996"/>
              <a:gd name="connsiteX2" fmla="*/ 2156918 w 12191993"/>
              <a:gd name="connsiteY2" fmla="*/ 1016743 h 6857996"/>
              <a:gd name="connsiteX3" fmla="*/ 2157160 w 12191993"/>
              <a:gd name="connsiteY3" fmla="*/ 1019620 h 6857996"/>
              <a:gd name="connsiteX4" fmla="*/ 2155748 w 12191993"/>
              <a:gd name="connsiteY4" fmla="*/ 1024966 h 6857996"/>
              <a:gd name="connsiteX5" fmla="*/ 2151790 w 12191993"/>
              <a:gd name="connsiteY5" fmla="*/ 1029381 h 6857996"/>
              <a:gd name="connsiteX6" fmla="*/ 2145618 w 12191993"/>
              <a:gd name="connsiteY6" fmla="*/ 1032358 h 6857996"/>
              <a:gd name="connsiteX7" fmla="*/ 2137664 w 12191993"/>
              <a:gd name="connsiteY7" fmla="*/ 1033468 h 6857996"/>
              <a:gd name="connsiteX8" fmla="*/ 2126222 w 12191993"/>
              <a:gd name="connsiteY8" fmla="*/ 1031049 h 6857996"/>
              <a:gd name="connsiteX9" fmla="*/ 2122301 w 12191993"/>
              <a:gd name="connsiteY9" fmla="*/ 1024022 h 6857996"/>
              <a:gd name="connsiteX10" fmla="*/ 2124262 w 12191993"/>
              <a:gd name="connsiteY10" fmla="*/ 1018881 h 6857996"/>
              <a:gd name="connsiteX11" fmla="*/ 2130395 w 12191993"/>
              <a:gd name="connsiteY11" fmla="*/ 1014973 h 6857996"/>
              <a:gd name="connsiteX12" fmla="*/ 2140972 w 12191993"/>
              <a:gd name="connsiteY12" fmla="*/ 1013130 h 6857996"/>
              <a:gd name="connsiteX13" fmla="*/ 1057664 w 12191993"/>
              <a:gd name="connsiteY13" fmla="*/ 974870 h 6857996"/>
              <a:gd name="connsiteX14" fmla="*/ 1076335 w 12191993"/>
              <a:gd name="connsiteY14" fmla="*/ 974870 h 6857996"/>
              <a:gd name="connsiteX15" fmla="*/ 1083882 w 12191993"/>
              <a:gd name="connsiteY15" fmla="*/ 975812 h 6857996"/>
              <a:gd name="connsiteX16" fmla="*/ 1089152 w 12191993"/>
              <a:gd name="connsiteY16" fmla="*/ 978484 h 6857996"/>
              <a:gd name="connsiteX17" fmla="*/ 1092258 w 12191993"/>
              <a:gd name="connsiteY17" fmla="*/ 982660 h 6857996"/>
              <a:gd name="connsiteX18" fmla="*/ 1093289 w 12191993"/>
              <a:gd name="connsiteY18" fmla="*/ 988185 h 6857996"/>
              <a:gd name="connsiteX19" fmla="*/ 1091977 w 12191993"/>
              <a:gd name="connsiteY19" fmla="*/ 996137 h 6857996"/>
              <a:gd name="connsiteX20" fmla="*/ 1088056 w 12191993"/>
              <a:gd name="connsiteY20" fmla="*/ 1002196 h 6857996"/>
              <a:gd name="connsiteX21" fmla="*/ 1081503 w 12191993"/>
              <a:gd name="connsiteY21" fmla="*/ 1006064 h 6857996"/>
              <a:gd name="connsiteX22" fmla="*/ 1072275 w 12191993"/>
              <a:gd name="connsiteY22" fmla="*/ 1007439 h 6857996"/>
              <a:gd name="connsiteX23" fmla="*/ 1053528 w 12191993"/>
              <a:gd name="connsiteY23" fmla="*/ 1007439 h 6857996"/>
              <a:gd name="connsiteX24" fmla="*/ 863437 w 12191993"/>
              <a:gd name="connsiteY24" fmla="*/ 959815 h 6857996"/>
              <a:gd name="connsiteX25" fmla="*/ 871402 w 12191993"/>
              <a:gd name="connsiteY25" fmla="*/ 963799 h 6857996"/>
              <a:gd name="connsiteX26" fmla="*/ 874190 w 12191993"/>
              <a:gd name="connsiteY26" fmla="*/ 975533 h 6857996"/>
              <a:gd name="connsiteX27" fmla="*/ 873464 w 12191993"/>
              <a:gd name="connsiteY27" fmla="*/ 983487 h 6857996"/>
              <a:gd name="connsiteX28" fmla="*/ 871365 w 12191993"/>
              <a:gd name="connsiteY28" fmla="*/ 991214 h 6857996"/>
              <a:gd name="connsiteX29" fmla="*/ 868028 w 12191993"/>
              <a:gd name="connsiteY29" fmla="*/ 998201 h 6857996"/>
              <a:gd name="connsiteX30" fmla="*/ 863511 w 12191993"/>
              <a:gd name="connsiteY30" fmla="*/ 1003915 h 6857996"/>
              <a:gd name="connsiteX31" fmla="*/ 857925 w 12191993"/>
              <a:gd name="connsiteY31" fmla="*/ 1007770 h 6857996"/>
              <a:gd name="connsiteX32" fmla="*/ 851446 w 12191993"/>
              <a:gd name="connsiteY32" fmla="*/ 1009172 h 6857996"/>
              <a:gd name="connsiteX33" fmla="*/ 844382 w 12191993"/>
              <a:gd name="connsiteY33" fmla="*/ 1007833 h 6857996"/>
              <a:gd name="connsiteX34" fmla="*/ 838287 w 12191993"/>
              <a:gd name="connsiteY34" fmla="*/ 1003216 h 6857996"/>
              <a:gd name="connsiteX35" fmla="*/ 840488 w 12191993"/>
              <a:gd name="connsiteY35" fmla="*/ 985970 h 6857996"/>
              <a:gd name="connsiteX36" fmla="*/ 845005 w 12191993"/>
              <a:gd name="connsiteY36" fmla="*/ 975572 h 6857996"/>
              <a:gd name="connsiteX37" fmla="*/ 850696 w 12191993"/>
              <a:gd name="connsiteY37" fmla="*/ 967273 h 6857996"/>
              <a:gd name="connsiteX38" fmla="*/ 856994 w 12191993"/>
              <a:gd name="connsiteY38" fmla="*/ 961787 h 6857996"/>
              <a:gd name="connsiteX39" fmla="*/ 863437 w 12191993"/>
              <a:gd name="connsiteY39" fmla="*/ 959815 h 6857996"/>
              <a:gd name="connsiteX40" fmla="*/ 785698 w 12191993"/>
              <a:gd name="connsiteY40" fmla="*/ 959548 h 6857996"/>
              <a:gd name="connsiteX41" fmla="*/ 796173 w 12191993"/>
              <a:gd name="connsiteY41" fmla="*/ 964039 h 6857996"/>
              <a:gd name="connsiteX42" fmla="*/ 799762 w 12191993"/>
              <a:gd name="connsiteY42" fmla="*/ 977672 h 6857996"/>
              <a:gd name="connsiteX43" fmla="*/ 798247 w 12191993"/>
              <a:gd name="connsiteY43" fmla="*/ 989584 h 6857996"/>
              <a:gd name="connsiteX44" fmla="*/ 793935 w 12191993"/>
              <a:gd name="connsiteY44" fmla="*/ 999611 h 6857996"/>
              <a:gd name="connsiteX45" fmla="*/ 787187 w 12191993"/>
              <a:gd name="connsiteY45" fmla="*/ 1006535 h 6857996"/>
              <a:gd name="connsiteX46" fmla="*/ 778393 w 12191993"/>
              <a:gd name="connsiteY46" fmla="*/ 1009107 h 6857996"/>
              <a:gd name="connsiteX47" fmla="*/ 767919 w 12191993"/>
              <a:gd name="connsiteY47" fmla="*/ 1004526 h 6857996"/>
              <a:gd name="connsiteX48" fmla="*/ 764343 w 12191993"/>
              <a:gd name="connsiteY48" fmla="*/ 990920 h 6857996"/>
              <a:gd name="connsiteX49" fmla="*/ 765857 w 12191993"/>
              <a:gd name="connsiteY49" fmla="*/ 979020 h 6857996"/>
              <a:gd name="connsiteX50" fmla="*/ 770173 w 12191993"/>
              <a:gd name="connsiteY50" fmla="*/ 969017 h 6857996"/>
              <a:gd name="connsiteX51" fmla="*/ 776879 w 12191993"/>
              <a:gd name="connsiteY51" fmla="*/ 962117 h 6857996"/>
              <a:gd name="connsiteX52" fmla="*/ 785698 w 12191993"/>
              <a:gd name="connsiteY52" fmla="*/ 959548 h 6857996"/>
              <a:gd name="connsiteX53" fmla="*/ 1689176 w 12191993"/>
              <a:gd name="connsiteY53" fmla="*/ 959547 h 6857996"/>
              <a:gd name="connsiteX54" fmla="*/ 1699653 w 12191993"/>
              <a:gd name="connsiteY54" fmla="*/ 964039 h 6857996"/>
              <a:gd name="connsiteX55" fmla="*/ 1703240 w 12191993"/>
              <a:gd name="connsiteY55" fmla="*/ 977671 h 6857996"/>
              <a:gd name="connsiteX56" fmla="*/ 1701725 w 12191993"/>
              <a:gd name="connsiteY56" fmla="*/ 989584 h 6857996"/>
              <a:gd name="connsiteX57" fmla="*/ 1697412 w 12191993"/>
              <a:gd name="connsiteY57" fmla="*/ 999611 h 6857996"/>
              <a:gd name="connsiteX58" fmla="*/ 1690667 w 12191993"/>
              <a:gd name="connsiteY58" fmla="*/ 1006535 h 6857996"/>
              <a:gd name="connsiteX59" fmla="*/ 1681871 w 12191993"/>
              <a:gd name="connsiteY59" fmla="*/ 1009106 h 6857996"/>
              <a:gd name="connsiteX60" fmla="*/ 1671397 w 12191993"/>
              <a:gd name="connsiteY60" fmla="*/ 1004526 h 6857996"/>
              <a:gd name="connsiteX61" fmla="*/ 1667820 w 12191993"/>
              <a:gd name="connsiteY61" fmla="*/ 990919 h 6857996"/>
              <a:gd name="connsiteX62" fmla="*/ 1669335 w 12191993"/>
              <a:gd name="connsiteY62" fmla="*/ 979020 h 6857996"/>
              <a:gd name="connsiteX63" fmla="*/ 1673650 w 12191993"/>
              <a:gd name="connsiteY63" fmla="*/ 969017 h 6857996"/>
              <a:gd name="connsiteX64" fmla="*/ 1680356 w 12191993"/>
              <a:gd name="connsiteY64" fmla="*/ 962117 h 6857996"/>
              <a:gd name="connsiteX65" fmla="*/ 1689176 w 12191993"/>
              <a:gd name="connsiteY65" fmla="*/ 959547 h 6857996"/>
              <a:gd name="connsiteX66" fmla="*/ 939786 w 12191993"/>
              <a:gd name="connsiteY66" fmla="*/ 958884 h 6857996"/>
              <a:gd name="connsiteX67" fmla="*/ 945093 w 12191993"/>
              <a:gd name="connsiteY67" fmla="*/ 959292 h 6857996"/>
              <a:gd name="connsiteX68" fmla="*/ 942203 w 12191993"/>
              <a:gd name="connsiteY68" fmla="*/ 981692 h 6857996"/>
              <a:gd name="connsiteX69" fmla="*/ 938029 w 12191993"/>
              <a:gd name="connsiteY69" fmla="*/ 992318 h 6857996"/>
              <a:gd name="connsiteX70" fmla="*/ 932862 w 12191993"/>
              <a:gd name="connsiteY70" fmla="*/ 1000783 h 6857996"/>
              <a:gd name="connsiteX71" fmla="*/ 926929 w 12191993"/>
              <a:gd name="connsiteY71" fmla="*/ 1006408 h 6857996"/>
              <a:gd name="connsiteX72" fmla="*/ 920568 w 12191993"/>
              <a:gd name="connsiteY72" fmla="*/ 1008444 h 6857996"/>
              <a:gd name="connsiteX73" fmla="*/ 912981 w 12191993"/>
              <a:gd name="connsiteY73" fmla="*/ 1004599 h 6857996"/>
              <a:gd name="connsiteX74" fmla="*/ 910360 w 12191993"/>
              <a:gd name="connsiteY74" fmla="*/ 992928 h 6857996"/>
              <a:gd name="connsiteX75" fmla="*/ 912677 w 12191993"/>
              <a:gd name="connsiteY75" fmla="*/ 979985 h 6857996"/>
              <a:gd name="connsiteX76" fmla="*/ 918938 w 12191993"/>
              <a:gd name="connsiteY76" fmla="*/ 969117 h 6857996"/>
              <a:gd name="connsiteX77" fmla="*/ 928281 w 12191993"/>
              <a:gd name="connsiteY77" fmla="*/ 961659 h 6857996"/>
              <a:gd name="connsiteX78" fmla="*/ 939786 w 12191993"/>
              <a:gd name="connsiteY78" fmla="*/ 958884 h 6857996"/>
              <a:gd name="connsiteX79" fmla="*/ 1391757 w 12191993"/>
              <a:gd name="connsiteY79" fmla="*/ 958758 h 6857996"/>
              <a:gd name="connsiteX80" fmla="*/ 1396199 w 12191993"/>
              <a:gd name="connsiteY80" fmla="*/ 959431 h 6857996"/>
              <a:gd name="connsiteX81" fmla="*/ 1399162 w 12191993"/>
              <a:gd name="connsiteY81" fmla="*/ 961138 h 6857996"/>
              <a:gd name="connsiteX82" fmla="*/ 1400817 w 12191993"/>
              <a:gd name="connsiteY82" fmla="*/ 963402 h 6857996"/>
              <a:gd name="connsiteX83" fmla="*/ 1401327 w 12191993"/>
              <a:gd name="connsiteY83" fmla="*/ 965785 h 6857996"/>
              <a:gd name="connsiteX84" fmla="*/ 1400257 w 12191993"/>
              <a:gd name="connsiteY84" fmla="*/ 970200 h 6857996"/>
              <a:gd name="connsiteX85" fmla="*/ 1395894 w 12191993"/>
              <a:gd name="connsiteY85" fmla="*/ 974108 h 6857996"/>
              <a:gd name="connsiteX86" fmla="*/ 1386487 w 12191993"/>
              <a:gd name="connsiteY86" fmla="*/ 977479 h 6857996"/>
              <a:gd name="connsiteX87" fmla="*/ 1370259 w 12191993"/>
              <a:gd name="connsiteY87" fmla="*/ 980293 h 6857996"/>
              <a:gd name="connsiteX88" fmla="*/ 1373289 w 12191993"/>
              <a:gd name="connsiteY88" fmla="*/ 971765 h 6857996"/>
              <a:gd name="connsiteX89" fmla="*/ 1377972 w 12191993"/>
              <a:gd name="connsiteY89" fmla="*/ 964943 h 6857996"/>
              <a:gd name="connsiteX90" fmla="*/ 1384171 w 12191993"/>
              <a:gd name="connsiteY90" fmla="*/ 960399 h 6857996"/>
              <a:gd name="connsiteX91" fmla="*/ 1391757 w 12191993"/>
              <a:gd name="connsiteY91" fmla="*/ 958758 h 6857996"/>
              <a:gd name="connsiteX92" fmla="*/ 2147794 w 12191993"/>
              <a:gd name="connsiteY92" fmla="*/ 958350 h 6857996"/>
              <a:gd name="connsiteX93" fmla="*/ 2155888 w 12191993"/>
              <a:gd name="connsiteY93" fmla="*/ 961290 h 6857996"/>
              <a:gd name="connsiteX94" fmla="*/ 2158815 w 12191993"/>
              <a:gd name="connsiteY94" fmla="*/ 969918 h 6857996"/>
              <a:gd name="connsiteX95" fmla="*/ 2157783 w 12191993"/>
              <a:gd name="connsiteY95" fmla="*/ 976245 h 6857996"/>
              <a:gd name="connsiteX96" fmla="*/ 2154959 w 12191993"/>
              <a:gd name="connsiteY96" fmla="*/ 981820 h 6857996"/>
              <a:gd name="connsiteX97" fmla="*/ 2150339 w 12191993"/>
              <a:gd name="connsiteY97" fmla="*/ 985841 h 6857996"/>
              <a:gd name="connsiteX98" fmla="*/ 2144078 w 12191993"/>
              <a:gd name="connsiteY98" fmla="*/ 987382 h 6857996"/>
              <a:gd name="connsiteX99" fmla="*/ 2136047 w 12191993"/>
              <a:gd name="connsiteY99" fmla="*/ 984300 h 6857996"/>
              <a:gd name="connsiteX100" fmla="*/ 2133182 w 12191993"/>
              <a:gd name="connsiteY100" fmla="*/ 975470 h 6857996"/>
              <a:gd name="connsiteX101" fmla="*/ 2134150 w 12191993"/>
              <a:gd name="connsiteY101" fmla="*/ 969093 h 6857996"/>
              <a:gd name="connsiteX102" fmla="*/ 2136974 w 12191993"/>
              <a:gd name="connsiteY102" fmla="*/ 963607 h 6857996"/>
              <a:gd name="connsiteX103" fmla="*/ 2141556 w 12191993"/>
              <a:gd name="connsiteY103" fmla="*/ 959789 h 6857996"/>
              <a:gd name="connsiteX104" fmla="*/ 2147794 w 12191993"/>
              <a:gd name="connsiteY104" fmla="*/ 958350 h 6857996"/>
              <a:gd name="connsiteX105" fmla="*/ 1127611 w 12191993"/>
              <a:gd name="connsiteY105" fmla="*/ 950393 h 6857996"/>
              <a:gd name="connsiteX106" fmla="*/ 1122304 w 12191993"/>
              <a:gd name="connsiteY106" fmla="*/ 993602 h 6857996"/>
              <a:gd name="connsiteX107" fmla="*/ 1122341 w 12191993"/>
              <a:gd name="connsiteY107" fmla="*/ 1004536 h 6857996"/>
              <a:gd name="connsiteX108" fmla="*/ 1125268 w 12191993"/>
              <a:gd name="connsiteY108" fmla="*/ 1012591 h 6857996"/>
              <a:gd name="connsiteX109" fmla="*/ 1130816 w 12191993"/>
              <a:gd name="connsiteY109" fmla="*/ 1017582 h 6857996"/>
              <a:gd name="connsiteX110" fmla="*/ 1138632 w 12191993"/>
              <a:gd name="connsiteY110" fmla="*/ 1019286 h 6857996"/>
              <a:gd name="connsiteX111" fmla="*/ 1152583 w 12191993"/>
              <a:gd name="connsiteY111" fmla="*/ 1015060 h 6857996"/>
              <a:gd name="connsiteX112" fmla="*/ 1164824 w 12191993"/>
              <a:gd name="connsiteY112" fmla="*/ 1002561 h 6857996"/>
              <a:gd name="connsiteX113" fmla="*/ 1163998 w 12191993"/>
              <a:gd name="connsiteY113" fmla="*/ 1013661 h 6857996"/>
              <a:gd name="connsiteX114" fmla="*/ 1168884 w 12191993"/>
              <a:gd name="connsiteY114" fmla="*/ 1018345 h 6857996"/>
              <a:gd name="connsiteX115" fmla="*/ 1175566 w 12191993"/>
              <a:gd name="connsiteY115" fmla="*/ 1018345 h 6857996"/>
              <a:gd name="connsiteX116" fmla="*/ 1184044 w 12191993"/>
              <a:gd name="connsiteY116" fmla="*/ 950393 h 6857996"/>
              <a:gd name="connsiteX117" fmla="*/ 1170604 w 12191993"/>
              <a:gd name="connsiteY117" fmla="*/ 950393 h 6857996"/>
              <a:gd name="connsiteX118" fmla="*/ 1166339 w 12191993"/>
              <a:gd name="connsiteY118" fmla="*/ 985368 h 6857996"/>
              <a:gd name="connsiteX119" fmla="*/ 1161884 w 12191993"/>
              <a:gd name="connsiteY119" fmla="*/ 994862 h 6857996"/>
              <a:gd name="connsiteX120" fmla="*/ 1156272 w 12191993"/>
              <a:gd name="connsiteY120" fmla="*/ 1002156 h 6857996"/>
              <a:gd name="connsiteX121" fmla="*/ 1149998 w 12191993"/>
              <a:gd name="connsiteY121" fmla="*/ 1006813 h 6857996"/>
              <a:gd name="connsiteX122" fmla="*/ 1143660 w 12191993"/>
              <a:gd name="connsiteY122" fmla="*/ 1008444 h 6857996"/>
              <a:gd name="connsiteX123" fmla="*/ 1136633 w 12191993"/>
              <a:gd name="connsiteY123" fmla="*/ 1004841 h 6857996"/>
              <a:gd name="connsiteX124" fmla="*/ 1135745 w 12191993"/>
              <a:gd name="connsiteY124" fmla="*/ 993602 h 6857996"/>
              <a:gd name="connsiteX125" fmla="*/ 1140975 w 12191993"/>
              <a:gd name="connsiteY125" fmla="*/ 950393 h 6857996"/>
              <a:gd name="connsiteX126" fmla="*/ 1257505 w 12191993"/>
              <a:gd name="connsiteY126" fmla="*/ 950393 h 6857996"/>
              <a:gd name="connsiteX127" fmla="*/ 1255685 w 12191993"/>
              <a:gd name="connsiteY127" fmla="*/ 965170 h 6857996"/>
              <a:gd name="connsiteX128" fmla="*/ 1249105 w 12191993"/>
              <a:gd name="connsiteY128" fmla="*/ 1018345 h 6857996"/>
              <a:gd name="connsiteX129" fmla="*/ 1262330 w 12191993"/>
              <a:gd name="connsiteY129" fmla="*/ 1018345 h 6857996"/>
              <a:gd name="connsiteX130" fmla="*/ 1267737 w 12191993"/>
              <a:gd name="connsiteY130" fmla="*/ 975034 h 6857996"/>
              <a:gd name="connsiteX131" fmla="*/ 1270806 w 12191993"/>
              <a:gd name="connsiteY131" fmla="*/ 950393 h 6857996"/>
              <a:gd name="connsiteX132" fmla="*/ 1863295 w 12191993"/>
              <a:gd name="connsiteY132" fmla="*/ 950393 h 6857996"/>
              <a:gd name="connsiteX133" fmla="*/ 1857988 w 12191993"/>
              <a:gd name="connsiteY133" fmla="*/ 993601 h 6857996"/>
              <a:gd name="connsiteX134" fmla="*/ 1858025 w 12191993"/>
              <a:gd name="connsiteY134" fmla="*/ 1004535 h 6857996"/>
              <a:gd name="connsiteX135" fmla="*/ 1860952 w 12191993"/>
              <a:gd name="connsiteY135" fmla="*/ 1012590 h 6857996"/>
              <a:gd name="connsiteX136" fmla="*/ 1866501 w 12191993"/>
              <a:gd name="connsiteY136" fmla="*/ 1017581 h 6857996"/>
              <a:gd name="connsiteX137" fmla="*/ 1874316 w 12191993"/>
              <a:gd name="connsiteY137" fmla="*/ 1019285 h 6857996"/>
              <a:gd name="connsiteX138" fmla="*/ 1888264 w 12191993"/>
              <a:gd name="connsiteY138" fmla="*/ 1015059 h 6857996"/>
              <a:gd name="connsiteX139" fmla="*/ 1900508 w 12191993"/>
              <a:gd name="connsiteY139" fmla="*/ 1002560 h 6857996"/>
              <a:gd name="connsiteX140" fmla="*/ 1899682 w 12191993"/>
              <a:gd name="connsiteY140" fmla="*/ 1013660 h 6857996"/>
              <a:gd name="connsiteX141" fmla="*/ 1904568 w 12191993"/>
              <a:gd name="connsiteY141" fmla="*/ 1018344 h 6857996"/>
              <a:gd name="connsiteX142" fmla="*/ 1911251 w 12191993"/>
              <a:gd name="connsiteY142" fmla="*/ 1018344 h 6857996"/>
              <a:gd name="connsiteX143" fmla="*/ 1919729 w 12191993"/>
              <a:gd name="connsiteY143" fmla="*/ 950393 h 6857996"/>
              <a:gd name="connsiteX144" fmla="*/ 1906301 w 12191993"/>
              <a:gd name="connsiteY144" fmla="*/ 950393 h 6857996"/>
              <a:gd name="connsiteX145" fmla="*/ 1902023 w 12191993"/>
              <a:gd name="connsiteY145" fmla="*/ 985367 h 6857996"/>
              <a:gd name="connsiteX146" fmla="*/ 1897568 w 12191993"/>
              <a:gd name="connsiteY146" fmla="*/ 994861 h 6857996"/>
              <a:gd name="connsiteX147" fmla="*/ 1891956 w 12191993"/>
              <a:gd name="connsiteY147" fmla="*/ 1002155 h 6857996"/>
              <a:gd name="connsiteX148" fmla="*/ 1885695 w 12191993"/>
              <a:gd name="connsiteY148" fmla="*/ 1006813 h 6857996"/>
              <a:gd name="connsiteX149" fmla="*/ 1879357 w 12191993"/>
              <a:gd name="connsiteY149" fmla="*/ 1008443 h 6857996"/>
              <a:gd name="connsiteX150" fmla="*/ 1872318 w 12191993"/>
              <a:gd name="connsiteY150" fmla="*/ 1004840 h 6857996"/>
              <a:gd name="connsiteX151" fmla="*/ 1871426 w 12191993"/>
              <a:gd name="connsiteY151" fmla="*/ 993601 h 6857996"/>
              <a:gd name="connsiteX152" fmla="*/ 1876659 w 12191993"/>
              <a:gd name="connsiteY152" fmla="*/ 950393 h 6857996"/>
              <a:gd name="connsiteX153" fmla="*/ 1392520 w 12191993"/>
              <a:gd name="connsiteY153" fmla="*/ 949441 h 6857996"/>
              <a:gd name="connsiteX154" fmla="*/ 1381969 w 12191993"/>
              <a:gd name="connsiteY154" fmla="*/ 951082 h 6857996"/>
              <a:gd name="connsiteX155" fmla="*/ 1373010 w 12191993"/>
              <a:gd name="connsiteY155" fmla="*/ 955639 h 6857996"/>
              <a:gd name="connsiteX156" fmla="*/ 1365781 w 12191993"/>
              <a:gd name="connsiteY156" fmla="*/ 962550 h 6857996"/>
              <a:gd name="connsiteX157" fmla="*/ 1360398 w 12191993"/>
              <a:gd name="connsiteY157" fmla="*/ 971218 h 6857996"/>
              <a:gd name="connsiteX158" fmla="*/ 1357061 w 12191993"/>
              <a:gd name="connsiteY158" fmla="*/ 981042 h 6857996"/>
              <a:gd name="connsiteX159" fmla="*/ 1355917 w 12191993"/>
              <a:gd name="connsiteY159" fmla="*/ 991517 h 6857996"/>
              <a:gd name="connsiteX160" fmla="*/ 1357750 w 12191993"/>
              <a:gd name="connsiteY160" fmla="*/ 1002985 h 6857996"/>
              <a:gd name="connsiteX161" fmla="*/ 1362954 w 12191993"/>
              <a:gd name="connsiteY161" fmla="*/ 1011716 h 6857996"/>
              <a:gd name="connsiteX162" fmla="*/ 1371190 w 12191993"/>
              <a:gd name="connsiteY162" fmla="*/ 1017304 h 6857996"/>
              <a:gd name="connsiteX163" fmla="*/ 1382032 w 12191993"/>
              <a:gd name="connsiteY163" fmla="*/ 1019276 h 6857996"/>
              <a:gd name="connsiteX164" fmla="*/ 1390445 w 12191993"/>
              <a:gd name="connsiteY164" fmla="*/ 1018500 h 6857996"/>
              <a:gd name="connsiteX165" fmla="*/ 1397853 w 12191993"/>
              <a:gd name="connsiteY165" fmla="*/ 1016055 h 6857996"/>
              <a:gd name="connsiteX166" fmla="*/ 1404777 w 12191993"/>
              <a:gd name="connsiteY166" fmla="*/ 1011855 h 6857996"/>
              <a:gd name="connsiteX167" fmla="*/ 1411738 w 12191993"/>
              <a:gd name="connsiteY167" fmla="*/ 1005759 h 6857996"/>
              <a:gd name="connsiteX168" fmla="*/ 1408367 w 12191993"/>
              <a:gd name="connsiteY168" fmla="*/ 1001752 h 6857996"/>
              <a:gd name="connsiteX169" fmla="*/ 1407220 w 12191993"/>
              <a:gd name="connsiteY169" fmla="*/ 1000847 h 6857996"/>
              <a:gd name="connsiteX170" fmla="*/ 1405884 w 12191993"/>
              <a:gd name="connsiteY170" fmla="*/ 1000476 h 6857996"/>
              <a:gd name="connsiteX171" fmla="*/ 1403604 w 12191993"/>
              <a:gd name="connsiteY171" fmla="*/ 1001115 h 6857996"/>
              <a:gd name="connsiteX172" fmla="*/ 1401227 w 12191993"/>
              <a:gd name="connsiteY172" fmla="*/ 1002680 h 6857996"/>
              <a:gd name="connsiteX173" fmla="*/ 1398439 w 12191993"/>
              <a:gd name="connsiteY173" fmla="*/ 1004728 h 6857996"/>
              <a:gd name="connsiteX174" fmla="*/ 1394950 w 12191993"/>
              <a:gd name="connsiteY174" fmla="*/ 1006764 h 6857996"/>
              <a:gd name="connsiteX175" fmla="*/ 1390445 w 12191993"/>
              <a:gd name="connsiteY175" fmla="*/ 1008331 h 6857996"/>
              <a:gd name="connsiteX176" fmla="*/ 1384654 w 12191993"/>
              <a:gd name="connsiteY176" fmla="*/ 1008967 h 6857996"/>
              <a:gd name="connsiteX177" fmla="*/ 1372907 w 12191993"/>
              <a:gd name="connsiteY177" fmla="*/ 1004486 h 6857996"/>
              <a:gd name="connsiteX178" fmla="*/ 1369013 w 12191993"/>
              <a:gd name="connsiteY178" fmla="*/ 991251 h 6857996"/>
              <a:gd name="connsiteX179" fmla="*/ 1369013 w 12191993"/>
              <a:gd name="connsiteY179" fmla="*/ 990042 h 6857996"/>
              <a:gd name="connsiteX180" fmla="*/ 1369076 w 12191993"/>
              <a:gd name="connsiteY180" fmla="*/ 988845 h 6857996"/>
              <a:gd name="connsiteX181" fmla="*/ 1391197 w 12191993"/>
              <a:gd name="connsiteY181" fmla="*/ 985295 h 6857996"/>
              <a:gd name="connsiteX182" fmla="*/ 1404737 w 12191993"/>
              <a:gd name="connsiteY182" fmla="*/ 980114 h 6857996"/>
              <a:gd name="connsiteX183" fmla="*/ 1411535 w 12191993"/>
              <a:gd name="connsiteY183" fmla="*/ 973432 h 6857996"/>
              <a:gd name="connsiteX184" fmla="*/ 1413395 w 12191993"/>
              <a:gd name="connsiteY184" fmla="*/ 965298 h 6857996"/>
              <a:gd name="connsiteX185" fmla="*/ 1412146 w 12191993"/>
              <a:gd name="connsiteY185" fmla="*/ 959813 h 6857996"/>
              <a:gd name="connsiteX186" fmla="*/ 1408327 w 12191993"/>
              <a:gd name="connsiteY186" fmla="*/ 954698 h 6857996"/>
              <a:gd name="connsiteX187" fmla="*/ 1401811 w 12191993"/>
              <a:gd name="connsiteY187" fmla="*/ 950916 h 6857996"/>
              <a:gd name="connsiteX188" fmla="*/ 1392520 w 12191993"/>
              <a:gd name="connsiteY188" fmla="*/ 949441 h 6857996"/>
              <a:gd name="connsiteX189" fmla="*/ 941580 w 12191993"/>
              <a:gd name="connsiteY189" fmla="*/ 949391 h 6857996"/>
              <a:gd name="connsiteX190" fmla="*/ 929554 w 12191993"/>
              <a:gd name="connsiteY190" fmla="*/ 951098 h 6857996"/>
              <a:gd name="connsiteX191" fmla="*/ 918835 w 12191993"/>
              <a:gd name="connsiteY191" fmla="*/ 955882 h 6857996"/>
              <a:gd name="connsiteX192" fmla="*/ 909850 w 12191993"/>
              <a:gd name="connsiteY192" fmla="*/ 963240 h 6857996"/>
              <a:gd name="connsiteX193" fmla="*/ 902929 w 12191993"/>
              <a:gd name="connsiteY193" fmla="*/ 972593 h 6857996"/>
              <a:gd name="connsiteX194" fmla="*/ 898474 w 12191993"/>
              <a:gd name="connsiteY194" fmla="*/ 983462 h 6857996"/>
              <a:gd name="connsiteX195" fmla="*/ 896933 w 12191993"/>
              <a:gd name="connsiteY195" fmla="*/ 995272 h 6857996"/>
              <a:gd name="connsiteX196" fmla="*/ 898269 w 12191993"/>
              <a:gd name="connsiteY196" fmla="*/ 1005570 h 6857996"/>
              <a:gd name="connsiteX197" fmla="*/ 902063 w 12191993"/>
              <a:gd name="connsiteY197" fmla="*/ 1013091 h 6857996"/>
              <a:gd name="connsiteX198" fmla="*/ 907917 w 12191993"/>
              <a:gd name="connsiteY198" fmla="*/ 1017711 h 6857996"/>
              <a:gd name="connsiteX199" fmla="*/ 915464 w 12191993"/>
              <a:gd name="connsiteY199" fmla="*/ 1019275 h 6857996"/>
              <a:gd name="connsiteX200" fmla="*/ 922667 w 12191993"/>
              <a:gd name="connsiteY200" fmla="*/ 1018003 h 6857996"/>
              <a:gd name="connsiteX201" fmla="*/ 929286 w 12191993"/>
              <a:gd name="connsiteY201" fmla="*/ 1014403 h 6857996"/>
              <a:gd name="connsiteX202" fmla="*/ 935203 w 12191993"/>
              <a:gd name="connsiteY202" fmla="*/ 1008738 h 6857996"/>
              <a:gd name="connsiteX203" fmla="*/ 940409 w 12191993"/>
              <a:gd name="connsiteY203" fmla="*/ 1001357 h 6857996"/>
              <a:gd name="connsiteX204" fmla="*/ 939302 w 12191993"/>
              <a:gd name="connsiteY204" fmla="*/ 1013856 h 6857996"/>
              <a:gd name="connsiteX205" fmla="*/ 940204 w 12191993"/>
              <a:gd name="connsiteY205" fmla="*/ 1017038 h 6857996"/>
              <a:gd name="connsiteX206" fmla="*/ 943717 w 12191993"/>
              <a:gd name="connsiteY206" fmla="*/ 1018347 h 6857996"/>
              <a:gd name="connsiteX207" fmla="*/ 950744 w 12191993"/>
              <a:gd name="connsiteY207" fmla="*/ 1018347 h 6857996"/>
              <a:gd name="connsiteX208" fmla="*/ 959157 w 12191993"/>
              <a:gd name="connsiteY208" fmla="*/ 952534 h 6857996"/>
              <a:gd name="connsiteX209" fmla="*/ 950502 w 12191993"/>
              <a:gd name="connsiteY209" fmla="*/ 950091 h 6857996"/>
              <a:gd name="connsiteX210" fmla="*/ 941580 w 12191993"/>
              <a:gd name="connsiteY210" fmla="*/ 949391 h 6857996"/>
              <a:gd name="connsiteX211" fmla="*/ 2149308 w 12191993"/>
              <a:gd name="connsiteY211" fmla="*/ 949391 h 6857996"/>
              <a:gd name="connsiteX212" fmla="*/ 2137113 w 12191993"/>
              <a:gd name="connsiteY212" fmla="*/ 951632 h 6857996"/>
              <a:gd name="connsiteX213" fmla="*/ 2128217 w 12191993"/>
              <a:gd name="connsiteY213" fmla="*/ 957525 h 6857996"/>
              <a:gd name="connsiteX214" fmla="*/ 2122771 w 12191993"/>
              <a:gd name="connsiteY214" fmla="*/ 965848 h 6857996"/>
              <a:gd name="connsiteX215" fmla="*/ 2120913 w 12191993"/>
              <a:gd name="connsiteY215" fmla="*/ 975406 h 6857996"/>
              <a:gd name="connsiteX216" fmla="*/ 2122464 w 12191993"/>
              <a:gd name="connsiteY216" fmla="*/ 984161 h 6857996"/>
              <a:gd name="connsiteX217" fmla="*/ 2126667 w 12191993"/>
              <a:gd name="connsiteY217" fmla="*/ 990425 h 6857996"/>
              <a:gd name="connsiteX218" fmla="*/ 2132838 w 12191993"/>
              <a:gd name="connsiteY218" fmla="*/ 994204 h 6857996"/>
              <a:gd name="connsiteX219" fmla="*/ 2140346 w 12191993"/>
              <a:gd name="connsiteY219" fmla="*/ 995476 h 6857996"/>
              <a:gd name="connsiteX220" fmla="*/ 2147856 w 12191993"/>
              <a:gd name="connsiteY220" fmla="*/ 994535 h 6857996"/>
              <a:gd name="connsiteX221" fmla="*/ 2153710 w 12191993"/>
              <a:gd name="connsiteY221" fmla="*/ 991861 h 6857996"/>
              <a:gd name="connsiteX222" fmla="*/ 2151725 w 12191993"/>
              <a:gd name="connsiteY222" fmla="*/ 996710 h 6857996"/>
              <a:gd name="connsiteX223" fmla="*/ 2151101 w 12191993"/>
              <a:gd name="connsiteY223" fmla="*/ 1000949 h 6857996"/>
              <a:gd name="connsiteX224" fmla="*/ 2151406 w 12191993"/>
              <a:gd name="connsiteY224" fmla="*/ 1003763 h 6857996"/>
              <a:gd name="connsiteX225" fmla="*/ 2152272 w 12191993"/>
              <a:gd name="connsiteY225" fmla="*/ 1006166 h 6857996"/>
              <a:gd name="connsiteX226" fmla="*/ 2142728 w 12191993"/>
              <a:gd name="connsiteY226" fmla="*/ 1005467 h 6857996"/>
              <a:gd name="connsiteX227" fmla="*/ 2133044 w 12191993"/>
              <a:gd name="connsiteY227" fmla="*/ 1006143 h 6857996"/>
              <a:gd name="connsiteX228" fmla="*/ 2124019 w 12191993"/>
              <a:gd name="connsiteY228" fmla="*/ 1008344 h 6857996"/>
              <a:gd name="connsiteX229" fmla="*/ 2116511 w 12191993"/>
              <a:gd name="connsiteY229" fmla="*/ 1012225 h 6857996"/>
              <a:gd name="connsiteX230" fmla="*/ 2111380 w 12191993"/>
              <a:gd name="connsiteY230" fmla="*/ 1017939 h 6857996"/>
              <a:gd name="connsiteX231" fmla="*/ 2109483 w 12191993"/>
              <a:gd name="connsiteY231" fmla="*/ 1025626 h 6857996"/>
              <a:gd name="connsiteX232" fmla="*/ 2111406 w 12191993"/>
              <a:gd name="connsiteY232" fmla="*/ 1032526 h 6857996"/>
              <a:gd name="connsiteX233" fmla="*/ 2116852 w 12191993"/>
              <a:gd name="connsiteY233" fmla="*/ 1037909 h 6857996"/>
              <a:gd name="connsiteX234" fmla="*/ 2125368 w 12191993"/>
              <a:gd name="connsiteY234" fmla="*/ 1041383 h 6857996"/>
              <a:gd name="connsiteX235" fmla="*/ 2136491 w 12191993"/>
              <a:gd name="connsiteY235" fmla="*/ 1042619 h 6857996"/>
              <a:gd name="connsiteX236" fmla="*/ 2150237 w 12191993"/>
              <a:gd name="connsiteY236" fmla="*/ 1040684 h 6857996"/>
              <a:gd name="connsiteX237" fmla="*/ 2160571 w 12191993"/>
              <a:gd name="connsiteY237" fmla="*/ 1035427 h 6857996"/>
              <a:gd name="connsiteX238" fmla="*/ 2167087 w 12191993"/>
              <a:gd name="connsiteY238" fmla="*/ 1027777 h 6857996"/>
              <a:gd name="connsiteX239" fmla="*/ 2169428 w 12191993"/>
              <a:gd name="connsiteY239" fmla="*/ 1018615 h 6857996"/>
              <a:gd name="connsiteX240" fmla="*/ 2168092 w 12191993"/>
              <a:gd name="connsiteY240" fmla="*/ 1011996 h 6857996"/>
              <a:gd name="connsiteX241" fmla="*/ 2165115 w 12191993"/>
              <a:gd name="connsiteY241" fmla="*/ 1006740 h 6857996"/>
              <a:gd name="connsiteX242" fmla="*/ 2162162 w 12191993"/>
              <a:gd name="connsiteY242" fmla="*/ 1001993 h 6857996"/>
              <a:gd name="connsiteX243" fmla="*/ 2160813 w 12191993"/>
              <a:gd name="connsiteY243" fmla="*/ 996941 h 6857996"/>
              <a:gd name="connsiteX244" fmla="*/ 2161576 w 12191993"/>
              <a:gd name="connsiteY244" fmla="*/ 992358 h 6857996"/>
              <a:gd name="connsiteX245" fmla="*/ 2163472 w 12191993"/>
              <a:gd name="connsiteY245" fmla="*/ 988287 h 6857996"/>
              <a:gd name="connsiteX246" fmla="*/ 2165915 w 12191993"/>
              <a:gd name="connsiteY246" fmla="*/ 984340 h 6857996"/>
              <a:gd name="connsiteX247" fmla="*/ 2168360 w 12191993"/>
              <a:gd name="connsiteY247" fmla="*/ 980153 h 6857996"/>
              <a:gd name="connsiteX248" fmla="*/ 2170256 w 12191993"/>
              <a:gd name="connsiteY248" fmla="*/ 975304 h 6857996"/>
              <a:gd name="connsiteX249" fmla="*/ 2171082 w 12191993"/>
              <a:gd name="connsiteY249" fmla="*/ 969385 h 6857996"/>
              <a:gd name="connsiteX250" fmla="*/ 2170803 w 12191993"/>
              <a:gd name="connsiteY250" fmla="*/ 965579 h 6857996"/>
              <a:gd name="connsiteX251" fmla="*/ 2169978 w 12191993"/>
              <a:gd name="connsiteY251" fmla="*/ 962234 h 6857996"/>
              <a:gd name="connsiteX252" fmla="*/ 2178250 w 12191993"/>
              <a:gd name="connsiteY252" fmla="*/ 960630 h 6857996"/>
              <a:gd name="connsiteX253" fmla="*/ 2181138 w 12191993"/>
              <a:gd name="connsiteY253" fmla="*/ 957154 h 6857996"/>
              <a:gd name="connsiteX254" fmla="*/ 2181761 w 12191993"/>
              <a:gd name="connsiteY254" fmla="*/ 952802 h 6857996"/>
              <a:gd name="connsiteX255" fmla="*/ 2162544 w 12191993"/>
              <a:gd name="connsiteY255" fmla="*/ 952802 h 6857996"/>
              <a:gd name="connsiteX256" fmla="*/ 2156409 w 12191993"/>
              <a:gd name="connsiteY256" fmla="*/ 950230 h 6857996"/>
              <a:gd name="connsiteX257" fmla="*/ 2149308 w 12191993"/>
              <a:gd name="connsiteY257" fmla="*/ 949391 h 6857996"/>
              <a:gd name="connsiteX258" fmla="*/ 1222732 w 12191993"/>
              <a:gd name="connsiteY258" fmla="*/ 949389 h 6857996"/>
              <a:gd name="connsiteX259" fmla="*/ 1211890 w 12191993"/>
              <a:gd name="connsiteY259" fmla="*/ 951262 h 6857996"/>
              <a:gd name="connsiteX260" fmla="*/ 1203756 w 12191993"/>
              <a:gd name="connsiteY260" fmla="*/ 956274 h 6857996"/>
              <a:gd name="connsiteX261" fmla="*/ 1198615 w 12191993"/>
              <a:gd name="connsiteY261" fmla="*/ 963466 h 6857996"/>
              <a:gd name="connsiteX262" fmla="*/ 1196832 w 12191993"/>
              <a:gd name="connsiteY262" fmla="*/ 971852 h 6857996"/>
              <a:gd name="connsiteX263" fmla="*/ 1198068 w 12191993"/>
              <a:gd name="connsiteY263" fmla="*/ 978116 h 6857996"/>
              <a:gd name="connsiteX264" fmla="*/ 1201300 w 12191993"/>
              <a:gd name="connsiteY264" fmla="*/ 982492 h 6857996"/>
              <a:gd name="connsiteX265" fmla="*/ 1205881 w 12191993"/>
              <a:gd name="connsiteY265" fmla="*/ 985472 h 6857996"/>
              <a:gd name="connsiteX266" fmla="*/ 1211124 w 12191993"/>
              <a:gd name="connsiteY266" fmla="*/ 987610 h 6857996"/>
              <a:gd name="connsiteX267" fmla="*/ 1216357 w 12191993"/>
              <a:gd name="connsiteY267" fmla="*/ 989479 h 6857996"/>
              <a:gd name="connsiteX268" fmla="*/ 1220951 w 12191993"/>
              <a:gd name="connsiteY268" fmla="*/ 991554 h 6857996"/>
              <a:gd name="connsiteX269" fmla="*/ 1224183 w 12191993"/>
              <a:gd name="connsiteY269" fmla="*/ 994431 h 6857996"/>
              <a:gd name="connsiteX270" fmla="*/ 1225417 w 12191993"/>
              <a:gd name="connsiteY270" fmla="*/ 998607 h 6857996"/>
              <a:gd name="connsiteX271" fmla="*/ 1224488 w 12191993"/>
              <a:gd name="connsiteY271" fmla="*/ 1003022 h 6857996"/>
              <a:gd name="connsiteX272" fmla="*/ 1221764 w 12191993"/>
              <a:gd name="connsiteY272" fmla="*/ 1006675 h 6857996"/>
              <a:gd name="connsiteX273" fmla="*/ 1217399 w 12191993"/>
              <a:gd name="connsiteY273" fmla="*/ 1009171 h 6857996"/>
              <a:gd name="connsiteX274" fmla="*/ 1211572 w 12191993"/>
              <a:gd name="connsiteY274" fmla="*/ 1010112 h 6857996"/>
              <a:gd name="connsiteX275" fmla="*/ 1205373 w 12191993"/>
              <a:gd name="connsiteY275" fmla="*/ 1009171 h 6857996"/>
              <a:gd name="connsiteX276" fmla="*/ 1201300 w 12191993"/>
              <a:gd name="connsiteY276" fmla="*/ 1007133 h 6857996"/>
              <a:gd name="connsiteX277" fmla="*/ 1198513 w 12191993"/>
              <a:gd name="connsiteY277" fmla="*/ 1005097 h 6857996"/>
              <a:gd name="connsiteX278" fmla="*/ 1196209 w 12191993"/>
              <a:gd name="connsiteY278" fmla="*/ 1004156 h 6857996"/>
              <a:gd name="connsiteX279" fmla="*/ 1192696 w 12191993"/>
              <a:gd name="connsiteY279" fmla="*/ 1006102 h 6857996"/>
              <a:gd name="connsiteX280" fmla="*/ 1189387 w 12191993"/>
              <a:gd name="connsiteY280" fmla="*/ 1011117 h 6857996"/>
              <a:gd name="connsiteX281" fmla="*/ 1197863 w 12191993"/>
              <a:gd name="connsiteY281" fmla="*/ 1017073 h 6857996"/>
              <a:gd name="connsiteX282" fmla="*/ 1209775 w 12191993"/>
              <a:gd name="connsiteY282" fmla="*/ 1019416 h 6857996"/>
              <a:gd name="connsiteX283" fmla="*/ 1221220 w 12191993"/>
              <a:gd name="connsiteY283" fmla="*/ 1017467 h 6857996"/>
              <a:gd name="connsiteX284" fmla="*/ 1229937 w 12191993"/>
              <a:gd name="connsiteY284" fmla="*/ 1012211 h 6857996"/>
              <a:gd name="connsiteX285" fmla="*/ 1235486 w 12191993"/>
              <a:gd name="connsiteY285" fmla="*/ 1004600 h 6857996"/>
              <a:gd name="connsiteX286" fmla="*/ 1237418 w 12191993"/>
              <a:gd name="connsiteY286" fmla="*/ 995538 h 6857996"/>
              <a:gd name="connsiteX287" fmla="*/ 1236172 w 12191993"/>
              <a:gd name="connsiteY287" fmla="*/ 989316 h 6857996"/>
              <a:gd name="connsiteX288" fmla="*/ 1232927 w 12191993"/>
              <a:gd name="connsiteY288" fmla="*/ 984859 h 6857996"/>
              <a:gd name="connsiteX289" fmla="*/ 1228359 w 12191993"/>
              <a:gd name="connsiteY289" fmla="*/ 981756 h 6857996"/>
              <a:gd name="connsiteX290" fmla="*/ 1223076 w 12191993"/>
              <a:gd name="connsiteY290" fmla="*/ 979452 h 6857996"/>
              <a:gd name="connsiteX291" fmla="*/ 1217806 w 12191993"/>
              <a:gd name="connsiteY291" fmla="*/ 977480 h 6857996"/>
              <a:gd name="connsiteX292" fmla="*/ 1213226 w 12191993"/>
              <a:gd name="connsiteY292" fmla="*/ 975366 h 6857996"/>
              <a:gd name="connsiteX293" fmla="*/ 1209994 w 12191993"/>
              <a:gd name="connsiteY293" fmla="*/ 972654 h 6857996"/>
              <a:gd name="connsiteX294" fmla="*/ 1208745 w 12191993"/>
              <a:gd name="connsiteY294" fmla="*/ 968849 h 6857996"/>
              <a:gd name="connsiteX295" fmla="*/ 1209676 w 12191993"/>
              <a:gd name="connsiteY295" fmla="*/ 964905 h 6857996"/>
              <a:gd name="connsiteX296" fmla="*/ 1212360 w 12191993"/>
              <a:gd name="connsiteY296" fmla="*/ 961660 h 6857996"/>
              <a:gd name="connsiteX297" fmla="*/ 1216534 w 12191993"/>
              <a:gd name="connsiteY297" fmla="*/ 959482 h 6857996"/>
              <a:gd name="connsiteX298" fmla="*/ 1221982 w 12191993"/>
              <a:gd name="connsiteY298" fmla="*/ 958680 h 6857996"/>
              <a:gd name="connsiteX299" fmla="*/ 1227492 w 12191993"/>
              <a:gd name="connsiteY299" fmla="*/ 959419 h 6857996"/>
              <a:gd name="connsiteX300" fmla="*/ 1231386 w 12191993"/>
              <a:gd name="connsiteY300" fmla="*/ 961023 h 6857996"/>
              <a:gd name="connsiteX301" fmla="*/ 1234137 w 12191993"/>
              <a:gd name="connsiteY301" fmla="*/ 962625 h 6857996"/>
              <a:gd name="connsiteX302" fmla="*/ 1236312 w 12191993"/>
              <a:gd name="connsiteY302" fmla="*/ 963364 h 6857996"/>
              <a:gd name="connsiteX303" fmla="*/ 1237789 w 12191993"/>
              <a:gd name="connsiteY303" fmla="*/ 962995 h 6857996"/>
              <a:gd name="connsiteX304" fmla="*/ 1238999 w 12191993"/>
              <a:gd name="connsiteY304" fmla="*/ 961760 h 6857996"/>
              <a:gd name="connsiteX305" fmla="*/ 1242446 w 12191993"/>
              <a:gd name="connsiteY305" fmla="*/ 957013 h 6857996"/>
              <a:gd name="connsiteX306" fmla="*/ 1234074 w 12191993"/>
              <a:gd name="connsiteY306" fmla="*/ 951427 h 6857996"/>
              <a:gd name="connsiteX307" fmla="*/ 1222732 w 12191993"/>
              <a:gd name="connsiteY307" fmla="*/ 949389 h 6857996"/>
              <a:gd name="connsiteX308" fmla="*/ 1327071 w 12191993"/>
              <a:gd name="connsiteY308" fmla="*/ 949389 h 6857996"/>
              <a:gd name="connsiteX309" fmla="*/ 1312881 w 12191993"/>
              <a:gd name="connsiteY309" fmla="*/ 953741 h 6857996"/>
              <a:gd name="connsiteX310" fmla="*/ 1300408 w 12191993"/>
              <a:gd name="connsiteY310" fmla="*/ 966648 h 6857996"/>
              <a:gd name="connsiteX311" fmla="*/ 1301300 w 12191993"/>
              <a:gd name="connsiteY311" fmla="*/ 954670 h 6857996"/>
              <a:gd name="connsiteX312" fmla="*/ 1300127 w 12191993"/>
              <a:gd name="connsiteY312" fmla="*/ 951338 h 6857996"/>
              <a:gd name="connsiteX313" fmla="*/ 1296755 w 12191993"/>
              <a:gd name="connsiteY313" fmla="*/ 950254 h 6857996"/>
              <a:gd name="connsiteX314" fmla="*/ 1289997 w 12191993"/>
              <a:gd name="connsiteY314" fmla="*/ 950254 h 6857996"/>
              <a:gd name="connsiteX315" fmla="*/ 1281661 w 12191993"/>
              <a:gd name="connsiteY315" fmla="*/ 1018345 h 6857996"/>
              <a:gd name="connsiteX316" fmla="*/ 1295101 w 12191993"/>
              <a:gd name="connsiteY316" fmla="*/ 1018345 h 6857996"/>
              <a:gd name="connsiteX317" fmla="*/ 1299033 w 12191993"/>
              <a:gd name="connsiteY317" fmla="*/ 984096 h 6857996"/>
              <a:gd name="connsiteX318" fmla="*/ 1303474 w 12191993"/>
              <a:gd name="connsiteY318" fmla="*/ 974271 h 6857996"/>
              <a:gd name="connsiteX319" fmla="*/ 1309191 w 12191993"/>
              <a:gd name="connsiteY319" fmla="*/ 966750 h 6857996"/>
              <a:gd name="connsiteX320" fmla="*/ 1315566 w 12191993"/>
              <a:gd name="connsiteY320" fmla="*/ 961925 h 6857996"/>
              <a:gd name="connsiteX321" fmla="*/ 1322045 w 12191993"/>
              <a:gd name="connsiteY321" fmla="*/ 960221 h 6857996"/>
              <a:gd name="connsiteX322" fmla="*/ 1329032 w 12191993"/>
              <a:gd name="connsiteY322" fmla="*/ 963808 h 6857996"/>
              <a:gd name="connsiteX323" fmla="*/ 1329974 w 12191993"/>
              <a:gd name="connsiteY323" fmla="*/ 975073 h 6857996"/>
              <a:gd name="connsiteX324" fmla="*/ 1324667 w 12191993"/>
              <a:gd name="connsiteY324" fmla="*/ 1018345 h 6857996"/>
              <a:gd name="connsiteX325" fmla="*/ 1338107 w 12191993"/>
              <a:gd name="connsiteY325" fmla="*/ 1018345 h 6857996"/>
              <a:gd name="connsiteX326" fmla="*/ 1343338 w 12191993"/>
              <a:gd name="connsiteY326" fmla="*/ 975073 h 6857996"/>
              <a:gd name="connsiteX327" fmla="*/ 1343375 w 12191993"/>
              <a:gd name="connsiteY327" fmla="*/ 964139 h 6857996"/>
              <a:gd name="connsiteX328" fmla="*/ 1340448 w 12191993"/>
              <a:gd name="connsiteY328" fmla="*/ 956084 h 6857996"/>
              <a:gd name="connsiteX329" fmla="*/ 1334899 w 12191993"/>
              <a:gd name="connsiteY329" fmla="*/ 951096 h 6857996"/>
              <a:gd name="connsiteX330" fmla="*/ 1327071 w 12191993"/>
              <a:gd name="connsiteY330" fmla="*/ 949389 h 6857996"/>
              <a:gd name="connsiteX331" fmla="*/ 1452854 w 12191993"/>
              <a:gd name="connsiteY331" fmla="*/ 949389 h 6857996"/>
              <a:gd name="connsiteX332" fmla="*/ 1442012 w 12191993"/>
              <a:gd name="connsiteY332" fmla="*/ 951261 h 6857996"/>
              <a:gd name="connsiteX333" fmla="*/ 1433878 w 12191993"/>
              <a:gd name="connsiteY333" fmla="*/ 956274 h 6857996"/>
              <a:gd name="connsiteX334" fmla="*/ 1428737 w 12191993"/>
              <a:gd name="connsiteY334" fmla="*/ 963466 h 6857996"/>
              <a:gd name="connsiteX335" fmla="*/ 1426954 w 12191993"/>
              <a:gd name="connsiteY335" fmla="*/ 971852 h 6857996"/>
              <a:gd name="connsiteX336" fmla="*/ 1428191 w 12191993"/>
              <a:gd name="connsiteY336" fmla="*/ 978116 h 6857996"/>
              <a:gd name="connsiteX337" fmla="*/ 1431422 w 12191993"/>
              <a:gd name="connsiteY337" fmla="*/ 982492 h 6857996"/>
              <a:gd name="connsiteX338" fmla="*/ 1436003 w 12191993"/>
              <a:gd name="connsiteY338" fmla="*/ 985471 h 6857996"/>
              <a:gd name="connsiteX339" fmla="*/ 1441247 w 12191993"/>
              <a:gd name="connsiteY339" fmla="*/ 987609 h 6857996"/>
              <a:gd name="connsiteX340" fmla="*/ 1446480 w 12191993"/>
              <a:gd name="connsiteY340" fmla="*/ 989479 h 6857996"/>
              <a:gd name="connsiteX341" fmla="*/ 1451074 w 12191993"/>
              <a:gd name="connsiteY341" fmla="*/ 991554 h 6857996"/>
              <a:gd name="connsiteX342" fmla="*/ 1454306 w 12191993"/>
              <a:gd name="connsiteY342" fmla="*/ 994431 h 6857996"/>
              <a:gd name="connsiteX343" fmla="*/ 1455539 w 12191993"/>
              <a:gd name="connsiteY343" fmla="*/ 998607 h 6857996"/>
              <a:gd name="connsiteX344" fmla="*/ 1454611 w 12191993"/>
              <a:gd name="connsiteY344" fmla="*/ 1003022 h 6857996"/>
              <a:gd name="connsiteX345" fmla="*/ 1451887 w 12191993"/>
              <a:gd name="connsiteY345" fmla="*/ 1006675 h 6857996"/>
              <a:gd name="connsiteX346" fmla="*/ 1447524 w 12191993"/>
              <a:gd name="connsiteY346" fmla="*/ 1009170 h 6857996"/>
              <a:gd name="connsiteX347" fmla="*/ 1441694 w 12191993"/>
              <a:gd name="connsiteY347" fmla="*/ 1010112 h 6857996"/>
              <a:gd name="connsiteX348" fmla="*/ 1435496 w 12191993"/>
              <a:gd name="connsiteY348" fmla="*/ 1009170 h 6857996"/>
              <a:gd name="connsiteX349" fmla="*/ 1431422 w 12191993"/>
              <a:gd name="connsiteY349" fmla="*/ 1007132 h 6857996"/>
              <a:gd name="connsiteX350" fmla="*/ 1428635 w 12191993"/>
              <a:gd name="connsiteY350" fmla="*/ 1005097 h 6857996"/>
              <a:gd name="connsiteX351" fmla="*/ 1426331 w 12191993"/>
              <a:gd name="connsiteY351" fmla="*/ 1004155 h 6857996"/>
              <a:gd name="connsiteX352" fmla="*/ 1422818 w 12191993"/>
              <a:gd name="connsiteY352" fmla="*/ 1006101 h 6857996"/>
              <a:gd name="connsiteX353" fmla="*/ 1419510 w 12191993"/>
              <a:gd name="connsiteY353" fmla="*/ 1011116 h 6857996"/>
              <a:gd name="connsiteX354" fmla="*/ 1427985 w 12191993"/>
              <a:gd name="connsiteY354" fmla="*/ 1017073 h 6857996"/>
              <a:gd name="connsiteX355" fmla="*/ 1439900 w 12191993"/>
              <a:gd name="connsiteY355" fmla="*/ 1019416 h 6857996"/>
              <a:gd name="connsiteX356" fmla="*/ 1451342 w 12191993"/>
              <a:gd name="connsiteY356" fmla="*/ 1017467 h 6857996"/>
              <a:gd name="connsiteX357" fmla="*/ 1460060 w 12191993"/>
              <a:gd name="connsiteY357" fmla="*/ 1012210 h 6857996"/>
              <a:gd name="connsiteX358" fmla="*/ 1465608 w 12191993"/>
              <a:gd name="connsiteY358" fmla="*/ 1004600 h 6857996"/>
              <a:gd name="connsiteX359" fmla="*/ 1467544 w 12191993"/>
              <a:gd name="connsiteY359" fmla="*/ 995538 h 6857996"/>
              <a:gd name="connsiteX360" fmla="*/ 1466294 w 12191993"/>
              <a:gd name="connsiteY360" fmla="*/ 989316 h 6857996"/>
              <a:gd name="connsiteX361" fmla="*/ 1463050 w 12191993"/>
              <a:gd name="connsiteY361" fmla="*/ 984859 h 6857996"/>
              <a:gd name="connsiteX362" fmla="*/ 1458482 w 12191993"/>
              <a:gd name="connsiteY362" fmla="*/ 981755 h 6857996"/>
              <a:gd name="connsiteX363" fmla="*/ 1453199 w 12191993"/>
              <a:gd name="connsiteY363" fmla="*/ 979452 h 6857996"/>
              <a:gd name="connsiteX364" fmla="*/ 1447929 w 12191993"/>
              <a:gd name="connsiteY364" fmla="*/ 977480 h 6857996"/>
              <a:gd name="connsiteX365" fmla="*/ 1443348 w 12191993"/>
              <a:gd name="connsiteY365" fmla="*/ 975365 h 6857996"/>
              <a:gd name="connsiteX366" fmla="*/ 1440116 w 12191993"/>
              <a:gd name="connsiteY366" fmla="*/ 972654 h 6857996"/>
              <a:gd name="connsiteX367" fmla="*/ 1438867 w 12191993"/>
              <a:gd name="connsiteY367" fmla="*/ 968849 h 6857996"/>
              <a:gd name="connsiteX368" fmla="*/ 1439798 w 12191993"/>
              <a:gd name="connsiteY368" fmla="*/ 964904 h 6857996"/>
              <a:gd name="connsiteX369" fmla="*/ 1442483 w 12191993"/>
              <a:gd name="connsiteY369" fmla="*/ 961659 h 6857996"/>
              <a:gd name="connsiteX370" fmla="*/ 1446656 w 12191993"/>
              <a:gd name="connsiteY370" fmla="*/ 959482 h 6857996"/>
              <a:gd name="connsiteX371" fmla="*/ 1452105 w 12191993"/>
              <a:gd name="connsiteY371" fmla="*/ 958680 h 6857996"/>
              <a:gd name="connsiteX372" fmla="*/ 1457614 w 12191993"/>
              <a:gd name="connsiteY372" fmla="*/ 959419 h 6857996"/>
              <a:gd name="connsiteX373" fmla="*/ 1461511 w 12191993"/>
              <a:gd name="connsiteY373" fmla="*/ 961023 h 6857996"/>
              <a:gd name="connsiteX374" fmla="*/ 1464259 w 12191993"/>
              <a:gd name="connsiteY374" fmla="*/ 962624 h 6857996"/>
              <a:gd name="connsiteX375" fmla="*/ 1466434 w 12191993"/>
              <a:gd name="connsiteY375" fmla="*/ 963363 h 6857996"/>
              <a:gd name="connsiteX376" fmla="*/ 1467912 w 12191993"/>
              <a:gd name="connsiteY376" fmla="*/ 962995 h 6857996"/>
              <a:gd name="connsiteX377" fmla="*/ 1469121 w 12191993"/>
              <a:gd name="connsiteY377" fmla="*/ 961759 h 6857996"/>
              <a:gd name="connsiteX378" fmla="*/ 1472569 w 12191993"/>
              <a:gd name="connsiteY378" fmla="*/ 957013 h 6857996"/>
              <a:gd name="connsiteX379" fmla="*/ 1464196 w 12191993"/>
              <a:gd name="connsiteY379" fmla="*/ 951427 h 6857996"/>
              <a:gd name="connsiteX380" fmla="*/ 1452854 w 12191993"/>
              <a:gd name="connsiteY380" fmla="*/ 949389 h 6857996"/>
              <a:gd name="connsiteX381" fmla="*/ 1508015 w 12191993"/>
              <a:gd name="connsiteY381" fmla="*/ 949389 h 6857996"/>
              <a:gd name="connsiteX382" fmla="*/ 1497160 w 12191993"/>
              <a:gd name="connsiteY382" fmla="*/ 951261 h 6857996"/>
              <a:gd name="connsiteX383" fmla="*/ 1489039 w 12191993"/>
              <a:gd name="connsiteY383" fmla="*/ 956273 h 6857996"/>
              <a:gd name="connsiteX384" fmla="*/ 1483898 w 12191993"/>
              <a:gd name="connsiteY384" fmla="*/ 963466 h 6857996"/>
              <a:gd name="connsiteX385" fmla="*/ 1482115 w 12191993"/>
              <a:gd name="connsiteY385" fmla="*/ 971852 h 6857996"/>
              <a:gd name="connsiteX386" fmla="*/ 1483351 w 12191993"/>
              <a:gd name="connsiteY386" fmla="*/ 978116 h 6857996"/>
              <a:gd name="connsiteX387" fmla="*/ 1486583 w 12191993"/>
              <a:gd name="connsiteY387" fmla="*/ 982492 h 6857996"/>
              <a:gd name="connsiteX388" fmla="*/ 1491164 w 12191993"/>
              <a:gd name="connsiteY388" fmla="*/ 985471 h 6857996"/>
              <a:gd name="connsiteX389" fmla="*/ 1496408 w 12191993"/>
              <a:gd name="connsiteY389" fmla="*/ 987609 h 6857996"/>
              <a:gd name="connsiteX390" fmla="*/ 1501638 w 12191993"/>
              <a:gd name="connsiteY390" fmla="*/ 989479 h 6857996"/>
              <a:gd name="connsiteX391" fmla="*/ 1506235 w 12191993"/>
              <a:gd name="connsiteY391" fmla="*/ 991554 h 6857996"/>
              <a:gd name="connsiteX392" fmla="*/ 1509467 w 12191993"/>
              <a:gd name="connsiteY392" fmla="*/ 994431 h 6857996"/>
              <a:gd name="connsiteX393" fmla="*/ 1510700 w 12191993"/>
              <a:gd name="connsiteY393" fmla="*/ 998607 h 6857996"/>
              <a:gd name="connsiteX394" fmla="*/ 1509772 w 12191993"/>
              <a:gd name="connsiteY394" fmla="*/ 1003022 h 6857996"/>
              <a:gd name="connsiteX395" fmla="*/ 1507047 w 12191993"/>
              <a:gd name="connsiteY395" fmla="*/ 1006675 h 6857996"/>
              <a:gd name="connsiteX396" fmla="*/ 1502682 w 12191993"/>
              <a:gd name="connsiteY396" fmla="*/ 1009170 h 6857996"/>
              <a:gd name="connsiteX397" fmla="*/ 1496855 w 12191993"/>
              <a:gd name="connsiteY397" fmla="*/ 1010112 h 6857996"/>
              <a:gd name="connsiteX398" fmla="*/ 1490656 w 12191993"/>
              <a:gd name="connsiteY398" fmla="*/ 1009170 h 6857996"/>
              <a:gd name="connsiteX399" fmla="*/ 1486583 w 12191993"/>
              <a:gd name="connsiteY399" fmla="*/ 1007132 h 6857996"/>
              <a:gd name="connsiteX400" fmla="*/ 1483796 w 12191993"/>
              <a:gd name="connsiteY400" fmla="*/ 1005097 h 6857996"/>
              <a:gd name="connsiteX401" fmla="*/ 1481492 w 12191993"/>
              <a:gd name="connsiteY401" fmla="*/ 1004155 h 6857996"/>
              <a:gd name="connsiteX402" fmla="*/ 1477979 w 12191993"/>
              <a:gd name="connsiteY402" fmla="*/ 1006101 h 6857996"/>
              <a:gd name="connsiteX403" fmla="*/ 1474671 w 12191993"/>
              <a:gd name="connsiteY403" fmla="*/ 1011116 h 6857996"/>
              <a:gd name="connsiteX404" fmla="*/ 1483146 w 12191993"/>
              <a:gd name="connsiteY404" fmla="*/ 1017072 h 6857996"/>
              <a:gd name="connsiteX405" fmla="*/ 1495058 w 12191993"/>
              <a:gd name="connsiteY405" fmla="*/ 1019416 h 6857996"/>
              <a:gd name="connsiteX406" fmla="*/ 1506500 w 12191993"/>
              <a:gd name="connsiteY406" fmla="*/ 1017467 h 6857996"/>
              <a:gd name="connsiteX407" fmla="*/ 1515218 w 12191993"/>
              <a:gd name="connsiteY407" fmla="*/ 1012210 h 6857996"/>
              <a:gd name="connsiteX408" fmla="*/ 1520769 w 12191993"/>
              <a:gd name="connsiteY408" fmla="*/ 1004600 h 6857996"/>
              <a:gd name="connsiteX409" fmla="*/ 1522702 w 12191993"/>
              <a:gd name="connsiteY409" fmla="*/ 995538 h 6857996"/>
              <a:gd name="connsiteX410" fmla="*/ 1521455 w 12191993"/>
              <a:gd name="connsiteY410" fmla="*/ 989316 h 6857996"/>
              <a:gd name="connsiteX411" fmla="*/ 1518210 w 12191993"/>
              <a:gd name="connsiteY411" fmla="*/ 984858 h 6857996"/>
              <a:gd name="connsiteX412" fmla="*/ 1513640 w 12191993"/>
              <a:gd name="connsiteY412" fmla="*/ 981755 h 6857996"/>
              <a:gd name="connsiteX413" fmla="*/ 1508359 w 12191993"/>
              <a:gd name="connsiteY413" fmla="*/ 979452 h 6857996"/>
              <a:gd name="connsiteX414" fmla="*/ 1503090 w 12191993"/>
              <a:gd name="connsiteY414" fmla="*/ 977480 h 6857996"/>
              <a:gd name="connsiteX415" fmla="*/ 1498509 w 12191993"/>
              <a:gd name="connsiteY415" fmla="*/ 975365 h 6857996"/>
              <a:gd name="connsiteX416" fmla="*/ 1495274 w 12191993"/>
              <a:gd name="connsiteY416" fmla="*/ 972654 h 6857996"/>
              <a:gd name="connsiteX417" fmla="*/ 1494028 w 12191993"/>
              <a:gd name="connsiteY417" fmla="*/ 968849 h 6857996"/>
              <a:gd name="connsiteX418" fmla="*/ 1494959 w 12191993"/>
              <a:gd name="connsiteY418" fmla="*/ 964904 h 6857996"/>
              <a:gd name="connsiteX419" fmla="*/ 1497644 w 12191993"/>
              <a:gd name="connsiteY419" fmla="*/ 961659 h 6857996"/>
              <a:gd name="connsiteX420" fmla="*/ 1501817 w 12191993"/>
              <a:gd name="connsiteY420" fmla="*/ 959482 h 6857996"/>
              <a:gd name="connsiteX421" fmla="*/ 1507266 w 12191993"/>
              <a:gd name="connsiteY421" fmla="*/ 958680 h 6857996"/>
              <a:gd name="connsiteX422" fmla="*/ 1512775 w 12191993"/>
              <a:gd name="connsiteY422" fmla="*/ 959419 h 6857996"/>
              <a:gd name="connsiteX423" fmla="*/ 1516669 w 12191993"/>
              <a:gd name="connsiteY423" fmla="*/ 961023 h 6857996"/>
              <a:gd name="connsiteX424" fmla="*/ 1519420 w 12191993"/>
              <a:gd name="connsiteY424" fmla="*/ 962624 h 6857996"/>
              <a:gd name="connsiteX425" fmla="*/ 1521595 w 12191993"/>
              <a:gd name="connsiteY425" fmla="*/ 963363 h 6857996"/>
              <a:gd name="connsiteX426" fmla="*/ 1523073 w 12191993"/>
              <a:gd name="connsiteY426" fmla="*/ 962995 h 6857996"/>
              <a:gd name="connsiteX427" fmla="*/ 1524280 w 12191993"/>
              <a:gd name="connsiteY427" fmla="*/ 961759 h 6857996"/>
              <a:gd name="connsiteX428" fmla="*/ 1527730 w 12191993"/>
              <a:gd name="connsiteY428" fmla="*/ 957013 h 6857996"/>
              <a:gd name="connsiteX429" fmla="*/ 1519354 w 12191993"/>
              <a:gd name="connsiteY429" fmla="*/ 951427 h 6857996"/>
              <a:gd name="connsiteX430" fmla="*/ 1508015 w 12191993"/>
              <a:gd name="connsiteY430" fmla="*/ 949389 h 6857996"/>
              <a:gd name="connsiteX431" fmla="*/ 1772295 w 12191993"/>
              <a:gd name="connsiteY431" fmla="*/ 949389 h 6857996"/>
              <a:gd name="connsiteX432" fmla="*/ 1758105 w 12191993"/>
              <a:gd name="connsiteY432" fmla="*/ 953741 h 6857996"/>
              <a:gd name="connsiteX433" fmla="*/ 1745632 w 12191993"/>
              <a:gd name="connsiteY433" fmla="*/ 966648 h 6857996"/>
              <a:gd name="connsiteX434" fmla="*/ 1746524 w 12191993"/>
              <a:gd name="connsiteY434" fmla="*/ 954669 h 6857996"/>
              <a:gd name="connsiteX435" fmla="*/ 1745354 w 12191993"/>
              <a:gd name="connsiteY435" fmla="*/ 951337 h 6857996"/>
              <a:gd name="connsiteX436" fmla="*/ 1741980 w 12191993"/>
              <a:gd name="connsiteY436" fmla="*/ 950254 h 6857996"/>
              <a:gd name="connsiteX437" fmla="*/ 1735221 w 12191993"/>
              <a:gd name="connsiteY437" fmla="*/ 950254 h 6857996"/>
              <a:gd name="connsiteX438" fmla="*/ 1726885 w 12191993"/>
              <a:gd name="connsiteY438" fmla="*/ 1018345 h 6857996"/>
              <a:gd name="connsiteX439" fmla="*/ 1740326 w 12191993"/>
              <a:gd name="connsiteY439" fmla="*/ 1018345 h 6857996"/>
              <a:gd name="connsiteX440" fmla="*/ 1744260 w 12191993"/>
              <a:gd name="connsiteY440" fmla="*/ 984096 h 6857996"/>
              <a:gd name="connsiteX441" fmla="*/ 1748701 w 12191993"/>
              <a:gd name="connsiteY441" fmla="*/ 974271 h 6857996"/>
              <a:gd name="connsiteX442" fmla="*/ 1754416 w 12191993"/>
              <a:gd name="connsiteY442" fmla="*/ 966750 h 6857996"/>
              <a:gd name="connsiteX443" fmla="*/ 1760790 w 12191993"/>
              <a:gd name="connsiteY443" fmla="*/ 961924 h 6857996"/>
              <a:gd name="connsiteX444" fmla="*/ 1767270 w 12191993"/>
              <a:gd name="connsiteY444" fmla="*/ 960221 h 6857996"/>
              <a:gd name="connsiteX445" fmla="*/ 1774270 w 12191993"/>
              <a:gd name="connsiteY445" fmla="*/ 963807 h 6857996"/>
              <a:gd name="connsiteX446" fmla="*/ 1775198 w 12191993"/>
              <a:gd name="connsiteY446" fmla="*/ 975073 h 6857996"/>
              <a:gd name="connsiteX447" fmla="*/ 1769891 w 12191993"/>
              <a:gd name="connsiteY447" fmla="*/ 1018345 h 6857996"/>
              <a:gd name="connsiteX448" fmla="*/ 1783332 w 12191993"/>
              <a:gd name="connsiteY448" fmla="*/ 1018345 h 6857996"/>
              <a:gd name="connsiteX449" fmla="*/ 1788562 w 12191993"/>
              <a:gd name="connsiteY449" fmla="*/ 975073 h 6857996"/>
              <a:gd name="connsiteX450" fmla="*/ 1788599 w 12191993"/>
              <a:gd name="connsiteY450" fmla="*/ 964139 h 6857996"/>
              <a:gd name="connsiteX451" fmla="*/ 1785672 w 12191993"/>
              <a:gd name="connsiteY451" fmla="*/ 956084 h 6857996"/>
              <a:gd name="connsiteX452" fmla="*/ 1780123 w 12191993"/>
              <a:gd name="connsiteY452" fmla="*/ 951095 h 6857996"/>
              <a:gd name="connsiteX453" fmla="*/ 1772295 w 12191993"/>
              <a:gd name="connsiteY453" fmla="*/ 949389 h 6857996"/>
              <a:gd name="connsiteX454" fmla="*/ 1829629 w 12191993"/>
              <a:gd name="connsiteY454" fmla="*/ 949389 h 6857996"/>
              <a:gd name="connsiteX455" fmla="*/ 1818787 w 12191993"/>
              <a:gd name="connsiteY455" fmla="*/ 951261 h 6857996"/>
              <a:gd name="connsiteX456" fmla="*/ 1810654 w 12191993"/>
              <a:gd name="connsiteY456" fmla="*/ 956273 h 6857996"/>
              <a:gd name="connsiteX457" fmla="*/ 1805513 w 12191993"/>
              <a:gd name="connsiteY457" fmla="*/ 963466 h 6857996"/>
              <a:gd name="connsiteX458" fmla="*/ 1803730 w 12191993"/>
              <a:gd name="connsiteY458" fmla="*/ 971852 h 6857996"/>
              <a:gd name="connsiteX459" fmla="*/ 1804966 w 12191993"/>
              <a:gd name="connsiteY459" fmla="*/ 978116 h 6857996"/>
              <a:gd name="connsiteX460" fmla="*/ 1808211 w 12191993"/>
              <a:gd name="connsiteY460" fmla="*/ 982491 h 6857996"/>
              <a:gd name="connsiteX461" fmla="*/ 1812792 w 12191993"/>
              <a:gd name="connsiteY461" fmla="*/ 985471 h 6857996"/>
              <a:gd name="connsiteX462" fmla="*/ 1818022 w 12191993"/>
              <a:gd name="connsiteY462" fmla="*/ 987609 h 6857996"/>
              <a:gd name="connsiteX463" fmla="*/ 1823255 w 12191993"/>
              <a:gd name="connsiteY463" fmla="*/ 989479 h 6857996"/>
              <a:gd name="connsiteX464" fmla="*/ 1827849 w 12191993"/>
              <a:gd name="connsiteY464" fmla="*/ 991553 h 6857996"/>
              <a:gd name="connsiteX465" fmla="*/ 1831081 w 12191993"/>
              <a:gd name="connsiteY465" fmla="*/ 994430 h 6857996"/>
              <a:gd name="connsiteX466" fmla="*/ 1832314 w 12191993"/>
              <a:gd name="connsiteY466" fmla="*/ 998606 h 6857996"/>
              <a:gd name="connsiteX467" fmla="*/ 1831386 w 12191993"/>
              <a:gd name="connsiteY467" fmla="*/ 1003022 h 6857996"/>
              <a:gd name="connsiteX468" fmla="*/ 1828662 w 12191993"/>
              <a:gd name="connsiteY468" fmla="*/ 1006674 h 6857996"/>
              <a:gd name="connsiteX469" fmla="*/ 1824299 w 12191993"/>
              <a:gd name="connsiteY469" fmla="*/ 1009170 h 6857996"/>
              <a:gd name="connsiteX470" fmla="*/ 1818469 w 12191993"/>
              <a:gd name="connsiteY470" fmla="*/ 1010111 h 6857996"/>
              <a:gd name="connsiteX471" fmla="*/ 1812271 w 12191993"/>
              <a:gd name="connsiteY471" fmla="*/ 1009170 h 6857996"/>
              <a:gd name="connsiteX472" fmla="*/ 1808211 w 12191993"/>
              <a:gd name="connsiteY472" fmla="*/ 1007132 h 6857996"/>
              <a:gd name="connsiteX473" fmla="*/ 1805410 w 12191993"/>
              <a:gd name="connsiteY473" fmla="*/ 1005097 h 6857996"/>
              <a:gd name="connsiteX474" fmla="*/ 1803107 w 12191993"/>
              <a:gd name="connsiteY474" fmla="*/ 1004155 h 6857996"/>
              <a:gd name="connsiteX475" fmla="*/ 1799593 w 12191993"/>
              <a:gd name="connsiteY475" fmla="*/ 1006101 h 6857996"/>
              <a:gd name="connsiteX476" fmla="*/ 1796285 w 12191993"/>
              <a:gd name="connsiteY476" fmla="*/ 1011116 h 6857996"/>
              <a:gd name="connsiteX477" fmla="*/ 1804761 w 12191993"/>
              <a:gd name="connsiteY477" fmla="*/ 1017072 h 6857996"/>
              <a:gd name="connsiteX478" fmla="*/ 1816686 w 12191993"/>
              <a:gd name="connsiteY478" fmla="*/ 1019415 h 6857996"/>
              <a:gd name="connsiteX479" fmla="*/ 1828117 w 12191993"/>
              <a:gd name="connsiteY479" fmla="*/ 1017467 h 6857996"/>
              <a:gd name="connsiteX480" fmla="*/ 1836835 w 12191993"/>
              <a:gd name="connsiteY480" fmla="*/ 1012210 h 6857996"/>
              <a:gd name="connsiteX481" fmla="*/ 1842383 w 12191993"/>
              <a:gd name="connsiteY481" fmla="*/ 1004600 h 6857996"/>
              <a:gd name="connsiteX482" fmla="*/ 1844319 w 12191993"/>
              <a:gd name="connsiteY482" fmla="*/ 995537 h 6857996"/>
              <a:gd name="connsiteX483" fmla="*/ 1843070 w 12191993"/>
              <a:gd name="connsiteY483" fmla="*/ 989316 h 6857996"/>
              <a:gd name="connsiteX484" fmla="*/ 1839825 w 12191993"/>
              <a:gd name="connsiteY484" fmla="*/ 984858 h 6857996"/>
              <a:gd name="connsiteX485" fmla="*/ 1835257 w 12191993"/>
              <a:gd name="connsiteY485" fmla="*/ 981755 h 6857996"/>
              <a:gd name="connsiteX486" fmla="*/ 1829974 w 12191993"/>
              <a:gd name="connsiteY486" fmla="*/ 979452 h 6857996"/>
              <a:gd name="connsiteX487" fmla="*/ 1824704 w 12191993"/>
              <a:gd name="connsiteY487" fmla="*/ 977479 h 6857996"/>
              <a:gd name="connsiteX488" fmla="*/ 1820123 w 12191993"/>
              <a:gd name="connsiteY488" fmla="*/ 975365 h 6857996"/>
              <a:gd name="connsiteX489" fmla="*/ 1816891 w 12191993"/>
              <a:gd name="connsiteY489" fmla="*/ 972654 h 6857996"/>
              <a:gd name="connsiteX490" fmla="*/ 1815642 w 12191993"/>
              <a:gd name="connsiteY490" fmla="*/ 968849 h 6857996"/>
              <a:gd name="connsiteX491" fmla="*/ 1816573 w 12191993"/>
              <a:gd name="connsiteY491" fmla="*/ 964904 h 6857996"/>
              <a:gd name="connsiteX492" fmla="*/ 1819258 w 12191993"/>
              <a:gd name="connsiteY492" fmla="*/ 961659 h 6857996"/>
              <a:gd name="connsiteX493" fmla="*/ 1823431 w 12191993"/>
              <a:gd name="connsiteY493" fmla="*/ 959481 h 6857996"/>
              <a:gd name="connsiteX494" fmla="*/ 1828880 w 12191993"/>
              <a:gd name="connsiteY494" fmla="*/ 958679 h 6857996"/>
              <a:gd name="connsiteX495" fmla="*/ 1834389 w 12191993"/>
              <a:gd name="connsiteY495" fmla="*/ 959418 h 6857996"/>
              <a:gd name="connsiteX496" fmla="*/ 1838286 w 12191993"/>
              <a:gd name="connsiteY496" fmla="*/ 961023 h 6857996"/>
              <a:gd name="connsiteX497" fmla="*/ 1841034 w 12191993"/>
              <a:gd name="connsiteY497" fmla="*/ 962624 h 6857996"/>
              <a:gd name="connsiteX498" fmla="*/ 1843209 w 12191993"/>
              <a:gd name="connsiteY498" fmla="*/ 963363 h 6857996"/>
              <a:gd name="connsiteX499" fmla="*/ 1844687 w 12191993"/>
              <a:gd name="connsiteY499" fmla="*/ 962995 h 6857996"/>
              <a:gd name="connsiteX500" fmla="*/ 1845897 w 12191993"/>
              <a:gd name="connsiteY500" fmla="*/ 961759 h 6857996"/>
              <a:gd name="connsiteX501" fmla="*/ 1849344 w 12191993"/>
              <a:gd name="connsiteY501" fmla="*/ 957012 h 6857996"/>
              <a:gd name="connsiteX502" fmla="*/ 1840971 w 12191993"/>
              <a:gd name="connsiteY502" fmla="*/ 951427 h 6857996"/>
              <a:gd name="connsiteX503" fmla="*/ 1829629 w 12191993"/>
              <a:gd name="connsiteY503" fmla="*/ 949389 h 6857996"/>
              <a:gd name="connsiteX504" fmla="*/ 2088758 w 12191993"/>
              <a:gd name="connsiteY504" fmla="*/ 949388 h 6857996"/>
              <a:gd name="connsiteX505" fmla="*/ 2074568 w 12191993"/>
              <a:gd name="connsiteY505" fmla="*/ 953740 h 6857996"/>
              <a:gd name="connsiteX506" fmla="*/ 2062095 w 12191993"/>
              <a:gd name="connsiteY506" fmla="*/ 966647 h 6857996"/>
              <a:gd name="connsiteX507" fmla="*/ 2062987 w 12191993"/>
              <a:gd name="connsiteY507" fmla="*/ 954669 h 6857996"/>
              <a:gd name="connsiteX508" fmla="*/ 2061814 w 12191993"/>
              <a:gd name="connsiteY508" fmla="*/ 951337 h 6857996"/>
              <a:gd name="connsiteX509" fmla="*/ 2058443 w 12191993"/>
              <a:gd name="connsiteY509" fmla="*/ 950253 h 6857996"/>
              <a:gd name="connsiteX510" fmla="*/ 2051698 w 12191993"/>
              <a:gd name="connsiteY510" fmla="*/ 950253 h 6857996"/>
              <a:gd name="connsiteX511" fmla="*/ 2043348 w 12191993"/>
              <a:gd name="connsiteY511" fmla="*/ 1018344 h 6857996"/>
              <a:gd name="connsiteX512" fmla="*/ 2056789 w 12191993"/>
              <a:gd name="connsiteY512" fmla="*/ 1018344 h 6857996"/>
              <a:gd name="connsiteX513" fmla="*/ 2060720 w 12191993"/>
              <a:gd name="connsiteY513" fmla="*/ 984095 h 6857996"/>
              <a:gd name="connsiteX514" fmla="*/ 2065162 w 12191993"/>
              <a:gd name="connsiteY514" fmla="*/ 974270 h 6857996"/>
              <a:gd name="connsiteX515" fmla="*/ 2070876 w 12191993"/>
              <a:gd name="connsiteY515" fmla="*/ 966749 h 6857996"/>
              <a:gd name="connsiteX516" fmla="*/ 2077253 w 12191993"/>
              <a:gd name="connsiteY516" fmla="*/ 961924 h 6857996"/>
              <a:gd name="connsiteX517" fmla="*/ 2083733 w 12191993"/>
              <a:gd name="connsiteY517" fmla="*/ 960220 h 6857996"/>
              <a:gd name="connsiteX518" fmla="*/ 2090730 w 12191993"/>
              <a:gd name="connsiteY518" fmla="*/ 963807 h 6857996"/>
              <a:gd name="connsiteX519" fmla="*/ 2091661 w 12191993"/>
              <a:gd name="connsiteY519" fmla="*/ 975073 h 6857996"/>
              <a:gd name="connsiteX520" fmla="*/ 2086354 w 12191993"/>
              <a:gd name="connsiteY520" fmla="*/ 1018344 h 6857996"/>
              <a:gd name="connsiteX521" fmla="*/ 2099795 w 12191993"/>
              <a:gd name="connsiteY521" fmla="*/ 1018344 h 6857996"/>
              <a:gd name="connsiteX522" fmla="*/ 2105023 w 12191993"/>
              <a:gd name="connsiteY522" fmla="*/ 975073 h 6857996"/>
              <a:gd name="connsiteX523" fmla="*/ 2105062 w 12191993"/>
              <a:gd name="connsiteY523" fmla="*/ 964138 h 6857996"/>
              <a:gd name="connsiteX524" fmla="*/ 2102135 w 12191993"/>
              <a:gd name="connsiteY524" fmla="*/ 956083 h 6857996"/>
              <a:gd name="connsiteX525" fmla="*/ 2096586 w 12191993"/>
              <a:gd name="connsiteY525" fmla="*/ 951095 h 6857996"/>
              <a:gd name="connsiteX526" fmla="*/ 2088758 w 12191993"/>
              <a:gd name="connsiteY526" fmla="*/ 949388 h 6857996"/>
              <a:gd name="connsiteX527" fmla="*/ 786945 w 12191993"/>
              <a:gd name="connsiteY527" fmla="*/ 949378 h 6857996"/>
              <a:gd name="connsiteX528" fmla="*/ 772782 w 12191993"/>
              <a:gd name="connsiteY528" fmla="*/ 952623 h 6857996"/>
              <a:gd name="connsiteX529" fmla="*/ 761340 w 12191993"/>
              <a:gd name="connsiteY529" fmla="*/ 961520 h 6857996"/>
              <a:gd name="connsiteX530" fmla="*/ 753690 w 12191993"/>
              <a:gd name="connsiteY530" fmla="*/ 974768 h 6857996"/>
              <a:gd name="connsiteX531" fmla="*/ 750902 w 12191993"/>
              <a:gd name="connsiteY531" fmla="*/ 990983 h 6857996"/>
              <a:gd name="connsiteX532" fmla="*/ 752862 w 12191993"/>
              <a:gd name="connsiteY532" fmla="*/ 1002998 h 6857996"/>
              <a:gd name="connsiteX533" fmla="*/ 758310 w 12191993"/>
              <a:gd name="connsiteY533" fmla="*/ 1011857 h 6857996"/>
              <a:gd name="connsiteX534" fmla="*/ 766620 w 12191993"/>
              <a:gd name="connsiteY534" fmla="*/ 1017366 h 6857996"/>
              <a:gd name="connsiteX535" fmla="*/ 777160 w 12191993"/>
              <a:gd name="connsiteY535" fmla="*/ 1019275 h 6857996"/>
              <a:gd name="connsiteX536" fmla="*/ 791324 w 12191993"/>
              <a:gd name="connsiteY536" fmla="*/ 1015994 h 6857996"/>
              <a:gd name="connsiteX537" fmla="*/ 802755 w 12191993"/>
              <a:gd name="connsiteY537" fmla="*/ 1007032 h 6857996"/>
              <a:gd name="connsiteX538" fmla="*/ 810403 w 12191993"/>
              <a:gd name="connsiteY538" fmla="*/ 993757 h 6857996"/>
              <a:gd name="connsiteX539" fmla="*/ 813203 w 12191993"/>
              <a:gd name="connsiteY539" fmla="*/ 977605 h 6857996"/>
              <a:gd name="connsiteX540" fmla="*/ 811231 w 12191993"/>
              <a:gd name="connsiteY540" fmla="*/ 965669 h 6857996"/>
              <a:gd name="connsiteX541" fmla="*/ 805795 w 12191993"/>
              <a:gd name="connsiteY541" fmla="*/ 956810 h 6857996"/>
              <a:gd name="connsiteX542" fmla="*/ 797485 w 12191993"/>
              <a:gd name="connsiteY542" fmla="*/ 951288 h 6857996"/>
              <a:gd name="connsiteX543" fmla="*/ 786945 w 12191993"/>
              <a:gd name="connsiteY543" fmla="*/ 949378 h 6857996"/>
              <a:gd name="connsiteX544" fmla="*/ 1690426 w 12191993"/>
              <a:gd name="connsiteY544" fmla="*/ 949378 h 6857996"/>
              <a:gd name="connsiteX545" fmla="*/ 1676262 w 12191993"/>
              <a:gd name="connsiteY545" fmla="*/ 952623 h 6857996"/>
              <a:gd name="connsiteX546" fmla="*/ 1664820 w 12191993"/>
              <a:gd name="connsiteY546" fmla="*/ 961519 h 6857996"/>
              <a:gd name="connsiteX547" fmla="*/ 1657170 w 12191993"/>
              <a:gd name="connsiteY547" fmla="*/ 974768 h 6857996"/>
              <a:gd name="connsiteX548" fmla="*/ 1654382 w 12191993"/>
              <a:gd name="connsiteY548" fmla="*/ 990982 h 6857996"/>
              <a:gd name="connsiteX549" fmla="*/ 1656342 w 12191993"/>
              <a:gd name="connsiteY549" fmla="*/ 1002997 h 6857996"/>
              <a:gd name="connsiteX550" fmla="*/ 1661790 w 12191993"/>
              <a:gd name="connsiteY550" fmla="*/ 1011857 h 6857996"/>
              <a:gd name="connsiteX551" fmla="*/ 1670101 w 12191993"/>
              <a:gd name="connsiteY551" fmla="*/ 1017366 h 6857996"/>
              <a:gd name="connsiteX552" fmla="*/ 1680638 w 12191993"/>
              <a:gd name="connsiteY552" fmla="*/ 1019275 h 6857996"/>
              <a:gd name="connsiteX553" fmla="*/ 1694804 w 12191993"/>
              <a:gd name="connsiteY553" fmla="*/ 1015993 h 6857996"/>
              <a:gd name="connsiteX554" fmla="*/ 1706233 w 12191993"/>
              <a:gd name="connsiteY554" fmla="*/ 1007031 h 6857996"/>
              <a:gd name="connsiteX555" fmla="*/ 1713883 w 12191993"/>
              <a:gd name="connsiteY555" fmla="*/ 993757 h 6857996"/>
              <a:gd name="connsiteX556" fmla="*/ 1716683 w 12191993"/>
              <a:gd name="connsiteY556" fmla="*/ 977605 h 6857996"/>
              <a:gd name="connsiteX557" fmla="*/ 1714711 w 12191993"/>
              <a:gd name="connsiteY557" fmla="*/ 965669 h 6857996"/>
              <a:gd name="connsiteX558" fmla="*/ 1709275 w 12191993"/>
              <a:gd name="connsiteY558" fmla="*/ 956810 h 6857996"/>
              <a:gd name="connsiteX559" fmla="*/ 1700965 w 12191993"/>
              <a:gd name="connsiteY559" fmla="*/ 951287 h 6857996"/>
              <a:gd name="connsiteX560" fmla="*/ 1690426 w 12191993"/>
              <a:gd name="connsiteY560" fmla="*/ 949378 h 6857996"/>
              <a:gd name="connsiteX561" fmla="*/ 1062974 w 12191993"/>
              <a:gd name="connsiteY561" fmla="*/ 933074 h 6857996"/>
              <a:gd name="connsiteX562" fmla="*/ 1078818 w 12191993"/>
              <a:gd name="connsiteY562" fmla="*/ 933074 h 6857996"/>
              <a:gd name="connsiteX563" fmla="*/ 1091532 w 12191993"/>
              <a:gd name="connsiteY563" fmla="*/ 936319 h 6857996"/>
              <a:gd name="connsiteX564" fmla="*/ 1095632 w 12191993"/>
              <a:gd name="connsiteY564" fmla="*/ 946246 h 6857996"/>
              <a:gd name="connsiteX565" fmla="*/ 1094257 w 12191993"/>
              <a:gd name="connsiteY565" fmla="*/ 954112 h 6857996"/>
              <a:gd name="connsiteX566" fmla="*/ 1090183 w 12191993"/>
              <a:gd name="connsiteY566" fmla="*/ 960055 h 6857996"/>
              <a:gd name="connsiteX567" fmla="*/ 1083464 w 12191993"/>
              <a:gd name="connsiteY567" fmla="*/ 963836 h 6857996"/>
              <a:gd name="connsiteX568" fmla="*/ 1074134 w 12191993"/>
              <a:gd name="connsiteY568" fmla="*/ 965172 h 6857996"/>
              <a:gd name="connsiteX569" fmla="*/ 1058900 w 12191993"/>
              <a:gd name="connsiteY569" fmla="*/ 965172 h 6857996"/>
              <a:gd name="connsiteX570" fmla="*/ 1983236 w 12191993"/>
              <a:gd name="connsiteY570" fmla="*/ 928655 h 6857996"/>
              <a:gd name="connsiteX571" fmla="*/ 1981240 w 12191993"/>
              <a:gd name="connsiteY571" fmla="*/ 929292 h 6857996"/>
              <a:gd name="connsiteX572" fmla="*/ 1980067 w 12191993"/>
              <a:gd name="connsiteY572" fmla="*/ 931061 h 6857996"/>
              <a:gd name="connsiteX573" fmla="*/ 1974697 w 12191993"/>
              <a:gd name="connsiteY573" fmla="*/ 951450 h 6857996"/>
              <a:gd name="connsiteX574" fmla="*/ 1964157 w 12191993"/>
              <a:gd name="connsiteY574" fmla="*/ 952991 h 6857996"/>
              <a:gd name="connsiteX575" fmla="*/ 1963471 w 12191993"/>
              <a:gd name="connsiteY575" fmla="*/ 958003 h 6857996"/>
              <a:gd name="connsiteX576" fmla="*/ 1964018 w 12191993"/>
              <a:gd name="connsiteY576" fmla="*/ 960054 h 6857996"/>
              <a:gd name="connsiteX577" fmla="*/ 1965814 w 12191993"/>
              <a:gd name="connsiteY577" fmla="*/ 960753 h 6857996"/>
              <a:gd name="connsiteX578" fmla="*/ 1973043 w 12191993"/>
              <a:gd name="connsiteY578" fmla="*/ 960753 h 6857996"/>
              <a:gd name="connsiteX579" fmla="*/ 1968843 w 12191993"/>
              <a:gd name="connsiteY579" fmla="*/ 993995 h 6857996"/>
              <a:gd name="connsiteX580" fmla="*/ 1968217 w 12191993"/>
              <a:gd name="connsiteY580" fmla="*/ 999139 h 6857996"/>
              <a:gd name="connsiteX581" fmla="*/ 1967912 w 12191993"/>
              <a:gd name="connsiteY581" fmla="*/ 1002358 h 6857996"/>
              <a:gd name="connsiteX582" fmla="*/ 1967773 w 12191993"/>
              <a:gd name="connsiteY582" fmla="*/ 1004191 h 6857996"/>
              <a:gd name="connsiteX583" fmla="*/ 1967734 w 12191993"/>
              <a:gd name="connsiteY583" fmla="*/ 1005222 h 6857996"/>
              <a:gd name="connsiteX584" fmla="*/ 1971910 w 12191993"/>
              <a:gd name="connsiteY584" fmla="*/ 1015761 h 6857996"/>
              <a:gd name="connsiteX585" fmla="*/ 1982765 w 12191993"/>
              <a:gd name="connsiteY585" fmla="*/ 1019401 h 6857996"/>
              <a:gd name="connsiteX586" fmla="*/ 1991585 w 12191993"/>
              <a:gd name="connsiteY586" fmla="*/ 1017797 h 6857996"/>
              <a:gd name="connsiteX587" fmla="*/ 1999437 w 12191993"/>
              <a:gd name="connsiteY587" fmla="*/ 1013253 h 6857996"/>
              <a:gd name="connsiteX588" fmla="*/ 1996536 w 12191993"/>
              <a:gd name="connsiteY588" fmla="*/ 1006965 h 6857996"/>
              <a:gd name="connsiteX589" fmla="*/ 1995887 w 12191993"/>
              <a:gd name="connsiteY589" fmla="*/ 1005997 h 6857996"/>
              <a:gd name="connsiteX590" fmla="*/ 1994883 w 12191993"/>
              <a:gd name="connsiteY590" fmla="*/ 1005692 h 6857996"/>
              <a:gd name="connsiteX591" fmla="*/ 1993686 w 12191993"/>
              <a:gd name="connsiteY591" fmla="*/ 1006163 h 6857996"/>
              <a:gd name="connsiteX592" fmla="*/ 1992095 w 12191993"/>
              <a:gd name="connsiteY592" fmla="*/ 1007194 h 6857996"/>
              <a:gd name="connsiteX593" fmla="*/ 1989894 w 12191993"/>
              <a:gd name="connsiteY593" fmla="*/ 1008238 h 6857996"/>
              <a:gd name="connsiteX594" fmla="*/ 1986888 w 12191993"/>
              <a:gd name="connsiteY594" fmla="*/ 1008709 h 6857996"/>
              <a:gd name="connsiteX595" fmla="*/ 1982652 w 12191993"/>
              <a:gd name="connsiteY595" fmla="*/ 1007107 h 6857996"/>
              <a:gd name="connsiteX596" fmla="*/ 1981111 w 12191993"/>
              <a:gd name="connsiteY596" fmla="*/ 1002358 h 6857996"/>
              <a:gd name="connsiteX597" fmla="*/ 1981111 w 12191993"/>
              <a:gd name="connsiteY597" fmla="*/ 1001748 h 6857996"/>
              <a:gd name="connsiteX598" fmla="*/ 1981213 w 12191993"/>
              <a:gd name="connsiteY598" fmla="*/ 1000372 h 6857996"/>
              <a:gd name="connsiteX599" fmla="*/ 1981518 w 12191993"/>
              <a:gd name="connsiteY599" fmla="*/ 997738 h 6857996"/>
              <a:gd name="connsiteX600" fmla="*/ 1982065 w 12191993"/>
              <a:gd name="connsiteY600" fmla="*/ 993322 h 6857996"/>
              <a:gd name="connsiteX601" fmla="*/ 1986202 w 12191993"/>
              <a:gd name="connsiteY601" fmla="*/ 960753 h 6857996"/>
              <a:gd name="connsiteX602" fmla="*/ 2018045 w 12191993"/>
              <a:gd name="connsiteY602" fmla="*/ 960753 h 6857996"/>
              <a:gd name="connsiteX603" fmla="*/ 2016938 w 12191993"/>
              <a:gd name="connsiteY603" fmla="*/ 969445 h 6857996"/>
              <a:gd name="connsiteX604" fmla="*/ 2010739 w 12191993"/>
              <a:gd name="connsiteY604" fmla="*/ 1018331 h 6857996"/>
              <a:gd name="connsiteX605" fmla="*/ 2023759 w 12191993"/>
              <a:gd name="connsiteY605" fmla="*/ 1018331 h 6857996"/>
              <a:gd name="connsiteX606" fmla="*/ 2029271 w 12191993"/>
              <a:gd name="connsiteY606" fmla="*/ 974523 h 6857996"/>
              <a:gd name="connsiteX607" fmla="*/ 2031001 w 12191993"/>
              <a:gd name="connsiteY607" fmla="*/ 960753 h 6857996"/>
              <a:gd name="connsiteX608" fmla="*/ 2031064 w 12191993"/>
              <a:gd name="connsiteY608" fmla="*/ 960753 h 6857996"/>
              <a:gd name="connsiteX609" fmla="*/ 2032171 w 12191993"/>
              <a:gd name="connsiteY609" fmla="*/ 951589 h 6857996"/>
              <a:gd name="connsiteX610" fmla="*/ 1987372 w 12191993"/>
              <a:gd name="connsiteY610" fmla="*/ 951589 h 6857996"/>
              <a:gd name="connsiteX611" fmla="*/ 1990338 w 12191993"/>
              <a:gd name="connsiteY611" fmla="*/ 928655 h 6857996"/>
              <a:gd name="connsiteX612" fmla="*/ 1050156 w 12191993"/>
              <a:gd name="connsiteY612" fmla="*/ 922308 h 6857996"/>
              <a:gd name="connsiteX613" fmla="*/ 1038028 w 12191993"/>
              <a:gd name="connsiteY613" fmla="*/ 1018347 h 6857996"/>
              <a:gd name="connsiteX614" fmla="*/ 1071107 w 12191993"/>
              <a:gd name="connsiteY614" fmla="*/ 1018347 h 6857996"/>
              <a:gd name="connsiteX615" fmla="*/ 1086304 w 12191993"/>
              <a:gd name="connsiteY615" fmla="*/ 1016070 h 6857996"/>
              <a:gd name="connsiteX616" fmla="*/ 1097667 w 12191993"/>
              <a:gd name="connsiteY616" fmla="*/ 1009743 h 6857996"/>
              <a:gd name="connsiteX617" fmla="*/ 1104797 w 12191993"/>
              <a:gd name="connsiteY617" fmla="*/ 1000124 h 6857996"/>
              <a:gd name="connsiteX618" fmla="*/ 1107279 w 12191993"/>
              <a:gd name="connsiteY618" fmla="*/ 987916 h 6857996"/>
              <a:gd name="connsiteX619" fmla="*/ 1102937 w 12191993"/>
              <a:gd name="connsiteY619" fmla="*/ 975712 h 6857996"/>
              <a:gd name="connsiteX620" fmla="*/ 1089778 w 12191993"/>
              <a:gd name="connsiteY620" fmla="*/ 968991 h 6857996"/>
              <a:gd name="connsiteX621" fmla="*/ 1098661 w 12191993"/>
              <a:gd name="connsiteY621" fmla="*/ 964880 h 6857996"/>
              <a:gd name="connsiteX622" fmla="*/ 1104973 w 12191993"/>
              <a:gd name="connsiteY622" fmla="*/ 959090 h 6857996"/>
              <a:gd name="connsiteX623" fmla="*/ 1108728 w 12191993"/>
              <a:gd name="connsiteY623" fmla="*/ 951937 h 6857996"/>
              <a:gd name="connsiteX624" fmla="*/ 1109964 w 12191993"/>
              <a:gd name="connsiteY624" fmla="*/ 943843 h 6857996"/>
              <a:gd name="connsiteX625" fmla="*/ 1108244 w 12191993"/>
              <a:gd name="connsiteY625" fmla="*/ 934920 h 6857996"/>
              <a:gd name="connsiteX626" fmla="*/ 1102874 w 12191993"/>
              <a:gd name="connsiteY626" fmla="*/ 928125 h 6857996"/>
              <a:gd name="connsiteX627" fmla="*/ 1093607 w 12191993"/>
              <a:gd name="connsiteY627" fmla="*/ 923810 h 6857996"/>
              <a:gd name="connsiteX628" fmla="*/ 1080130 w 12191993"/>
              <a:gd name="connsiteY628" fmla="*/ 922308 h 6857996"/>
              <a:gd name="connsiteX629" fmla="*/ 1623285 w 12191993"/>
              <a:gd name="connsiteY629" fmla="*/ 921235 h 6857996"/>
              <a:gd name="connsiteX630" fmla="*/ 1609298 w 12191993"/>
              <a:gd name="connsiteY630" fmla="*/ 923105 h 6857996"/>
              <a:gd name="connsiteX631" fmla="*/ 1596825 w 12191993"/>
              <a:gd name="connsiteY631" fmla="*/ 928464 h 6857996"/>
              <a:gd name="connsiteX632" fmla="*/ 1586325 w 12191993"/>
              <a:gd name="connsiteY632" fmla="*/ 936953 h 6857996"/>
              <a:gd name="connsiteX633" fmla="*/ 1578231 w 12191993"/>
              <a:gd name="connsiteY633" fmla="*/ 948255 h 6857996"/>
              <a:gd name="connsiteX634" fmla="*/ 1573026 w 12191993"/>
              <a:gd name="connsiteY634" fmla="*/ 961961 h 6857996"/>
              <a:gd name="connsiteX635" fmla="*/ 1571194 w 12191993"/>
              <a:gd name="connsiteY635" fmla="*/ 977681 h 6857996"/>
              <a:gd name="connsiteX636" fmla="*/ 1573776 w 12191993"/>
              <a:gd name="connsiteY636" fmla="*/ 994506 h 6857996"/>
              <a:gd name="connsiteX637" fmla="*/ 1581260 w 12191993"/>
              <a:gd name="connsiteY637" fmla="*/ 1007678 h 6857996"/>
              <a:gd name="connsiteX638" fmla="*/ 1593212 w 12191993"/>
              <a:gd name="connsiteY638" fmla="*/ 1016306 h 6857996"/>
              <a:gd name="connsiteX639" fmla="*/ 1609235 w 12191993"/>
              <a:gd name="connsiteY639" fmla="*/ 1019412 h 6857996"/>
              <a:gd name="connsiteX640" fmla="*/ 1629013 w 12191993"/>
              <a:gd name="connsiteY640" fmla="*/ 1015607 h 6857996"/>
              <a:gd name="connsiteX641" fmla="*/ 1644031 w 12191993"/>
              <a:gd name="connsiteY641" fmla="*/ 1004904 h 6857996"/>
              <a:gd name="connsiteX642" fmla="*/ 1639069 w 12191993"/>
              <a:gd name="connsiteY642" fmla="*/ 998882 h 6857996"/>
              <a:gd name="connsiteX643" fmla="*/ 1638356 w 12191993"/>
              <a:gd name="connsiteY643" fmla="*/ 998311 h 6857996"/>
              <a:gd name="connsiteX644" fmla="*/ 1637209 w 12191993"/>
              <a:gd name="connsiteY644" fmla="*/ 998082 h 6857996"/>
              <a:gd name="connsiteX645" fmla="*/ 1635416 w 12191993"/>
              <a:gd name="connsiteY645" fmla="*/ 998782 h 6857996"/>
              <a:gd name="connsiteX646" fmla="*/ 1633112 w 12191993"/>
              <a:gd name="connsiteY646" fmla="*/ 1000552 h 6857996"/>
              <a:gd name="connsiteX647" fmla="*/ 1629904 w 12191993"/>
              <a:gd name="connsiteY647" fmla="*/ 1002829 h 6857996"/>
              <a:gd name="connsiteX648" fmla="*/ 1625463 w 12191993"/>
              <a:gd name="connsiteY648" fmla="*/ 1005106 h 6857996"/>
              <a:gd name="connsiteX649" fmla="*/ 1619467 w 12191993"/>
              <a:gd name="connsiteY649" fmla="*/ 1006876 h 6857996"/>
              <a:gd name="connsiteX650" fmla="*/ 1611578 w 12191993"/>
              <a:gd name="connsiteY650" fmla="*/ 1007576 h 6857996"/>
              <a:gd name="connsiteX651" fmla="*/ 1601167 w 12191993"/>
              <a:gd name="connsiteY651" fmla="*/ 1005438 h 6857996"/>
              <a:gd name="connsiteX652" fmla="*/ 1592970 w 12191993"/>
              <a:gd name="connsiteY652" fmla="*/ 999276 h 6857996"/>
              <a:gd name="connsiteX653" fmla="*/ 1587600 w 12191993"/>
              <a:gd name="connsiteY653" fmla="*/ 989515 h 6857996"/>
              <a:gd name="connsiteX654" fmla="*/ 1585665 w 12191993"/>
              <a:gd name="connsiteY654" fmla="*/ 976548 h 6857996"/>
              <a:gd name="connsiteX655" fmla="*/ 1588529 w 12191993"/>
              <a:gd name="connsiteY655" fmla="*/ 958550 h 6857996"/>
              <a:gd name="connsiteX656" fmla="*/ 1596344 w 12191993"/>
              <a:gd name="connsiteY656" fmla="*/ 944881 h 6857996"/>
              <a:gd name="connsiteX657" fmla="*/ 1608064 w 12191993"/>
              <a:gd name="connsiteY657" fmla="*/ 936190 h 6857996"/>
              <a:gd name="connsiteX658" fmla="*/ 1622599 w 12191993"/>
              <a:gd name="connsiteY658" fmla="*/ 933147 h 6857996"/>
              <a:gd name="connsiteX659" fmla="*/ 1632105 w 12191993"/>
              <a:gd name="connsiteY659" fmla="*/ 934446 h 6857996"/>
              <a:gd name="connsiteX660" fmla="*/ 1638075 w 12191993"/>
              <a:gd name="connsiteY660" fmla="*/ 937284 h 6857996"/>
              <a:gd name="connsiteX661" fmla="*/ 1641754 w 12191993"/>
              <a:gd name="connsiteY661" fmla="*/ 940134 h 6857996"/>
              <a:gd name="connsiteX662" fmla="*/ 1644439 w 12191993"/>
              <a:gd name="connsiteY662" fmla="*/ 941434 h 6857996"/>
              <a:gd name="connsiteX663" fmla="*/ 1646348 w 12191993"/>
              <a:gd name="connsiteY663" fmla="*/ 940963 h 6857996"/>
              <a:gd name="connsiteX664" fmla="*/ 1647684 w 12191993"/>
              <a:gd name="connsiteY664" fmla="*/ 939766 h 6857996"/>
              <a:gd name="connsiteX665" fmla="*/ 1652506 w 12191993"/>
              <a:gd name="connsiteY665" fmla="*/ 934076 h 6857996"/>
              <a:gd name="connsiteX666" fmla="*/ 1647200 w 12191993"/>
              <a:gd name="connsiteY666" fmla="*/ 928756 h 6857996"/>
              <a:gd name="connsiteX667" fmla="*/ 1640799 w 12191993"/>
              <a:gd name="connsiteY667" fmla="*/ 924709 h 6857996"/>
              <a:gd name="connsiteX668" fmla="*/ 1632934 w 12191993"/>
              <a:gd name="connsiteY668" fmla="*/ 922139 h 6857996"/>
              <a:gd name="connsiteX669" fmla="*/ 1623285 w 12191993"/>
              <a:gd name="connsiteY669" fmla="*/ 921235 h 6857996"/>
              <a:gd name="connsiteX670" fmla="*/ 679232 w 12191993"/>
              <a:gd name="connsiteY670" fmla="*/ 921223 h 6857996"/>
              <a:gd name="connsiteX671" fmla="*/ 664837 w 12191993"/>
              <a:gd name="connsiteY671" fmla="*/ 923069 h 6857996"/>
              <a:gd name="connsiteX672" fmla="*/ 652159 w 12191993"/>
              <a:gd name="connsiteY672" fmla="*/ 928389 h 6857996"/>
              <a:gd name="connsiteX673" fmla="*/ 641546 w 12191993"/>
              <a:gd name="connsiteY673" fmla="*/ 936814 h 6857996"/>
              <a:gd name="connsiteX674" fmla="*/ 633451 w 12191993"/>
              <a:gd name="connsiteY674" fmla="*/ 947975 h 6857996"/>
              <a:gd name="connsiteX675" fmla="*/ 628310 w 12191993"/>
              <a:gd name="connsiteY675" fmla="*/ 961518 h 6857996"/>
              <a:gd name="connsiteX676" fmla="*/ 626527 w 12191993"/>
              <a:gd name="connsiteY676" fmla="*/ 977070 h 6857996"/>
              <a:gd name="connsiteX677" fmla="*/ 629352 w 12191993"/>
              <a:gd name="connsiteY677" fmla="*/ 994086 h 6857996"/>
              <a:gd name="connsiteX678" fmla="*/ 637370 w 12191993"/>
              <a:gd name="connsiteY678" fmla="*/ 1007500 h 6857996"/>
              <a:gd name="connsiteX679" fmla="*/ 649921 w 12191993"/>
              <a:gd name="connsiteY679" fmla="*/ 1016257 h 6857996"/>
              <a:gd name="connsiteX680" fmla="*/ 666286 w 12191993"/>
              <a:gd name="connsiteY680" fmla="*/ 1019400 h 6857996"/>
              <a:gd name="connsiteX681" fmla="*/ 676826 w 12191993"/>
              <a:gd name="connsiteY681" fmla="*/ 1018763 h 6857996"/>
              <a:gd name="connsiteX682" fmla="*/ 686130 w 12191993"/>
              <a:gd name="connsiteY682" fmla="*/ 1016830 h 6857996"/>
              <a:gd name="connsiteX683" fmla="*/ 694503 w 12191993"/>
              <a:gd name="connsiteY683" fmla="*/ 1013585 h 6857996"/>
              <a:gd name="connsiteX684" fmla="*/ 702255 w 12191993"/>
              <a:gd name="connsiteY684" fmla="*/ 1009041 h 6857996"/>
              <a:gd name="connsiteX685" fmla="*/ 706938 w 12191993"/>
              <a:gd name="connsiteY685" fmla="*/ 971852 h 6857996"/>
              <a:gd name="connsiteX686" fmla="*/ 677996 w 12191993"/>
              <a:gd name="connsiteY686" fmla="*/ 971852 h 6857996"/>
              <a:gd name="connsiteX687" fmla="*/ 677104 w 12191993"/>
              <a:gd name="connsiteY687" fmla="*/ 979678 h 6857996"/>
              <a:gd name="connsiteX688" fmla="*/ 677691 w 12191993"/>
              <a:gd name="connsiteY688" fmla="*/ 981550 h 6857996"/>
              <a:gd name="connsiteX689" fmla="*/ 679792 w 12191993"/>
              <a:gd name="connsiteY689" fmla="*/ 982289 h 6857996"/>
              <a:gd name="connsiteX690" fmla="*/ 692812 w 12191993"/>
              <a:gd name="connsiteY690" fmla="*/ 982289 h 6857996"/>
              <a:gd name="connsiteX691" fmla="*/ 690190 w 12191993"/>
              <a:gd name="connsiteY691" fmla="*/ 1003085 h 6857996"/>
              <a:gd name="connsiteX692" fmla="*/ 685467 w 12191993"/>
              <a:gd name="connsiteY692" fmla="*/ 1005260 h 6857996"/>
              <a:gd name="connsiteX693" fmla="*/ 680478 w 12191993"/>
              <a:gd name="connsiteY693" fmla="*/ 1006890 h 6857996"/>
              <a:gd name="connsiteX694" fmla="*/ 674930 w 12191993"/>
              <a:gd name="connsiteY694" fmla="*/ 1007934 h 6857996"/>
              <a:gd name="connsiteX695" fmla="*/ 668629 w 12191993"/>
              <a:gd name="connsiteY695" fmla="*/ 1008302 h 6857996"/>
              <a:gd name="connsiteX696" fmla="*/ 657250 w 12191993"/>
              <a:gd name="connsiteY696" fmla="*/ 1006125 h 6857996"/>
              <a:gd name="connsiteX697" fmla="*/ 648533 w 12191993"/>
              <a:gd name="connsiteY697" fmla="*/ 999837 h 6857996"/>
              <a:gd name="connsiteX698" fmla="*/ 642958 w 12191993"/>
              <a:gd name="connsiteY698" fmla="*/ 989847 h 6857996"/>
              <a:gd name="connsiteX699" fmla="*/ 640999 w 12191993"/>
              <a:gd name="connsiteY699" fmla="*/ 976599 h 6857996"/>
              <a:gd name="connsiteX700" fmla="*/ 643710 w 12191993"/>
              <a:gd name="connsiteY700" fmla="*/ 958680 h 6857996"/>
              <a:gd name="connsiteX701" fmla="*/ 651357 w 12191993"/>
              <a:gd name="connsiteY701" fmla="*/ 944971 h 6857996"/>
              <a:gd name="connsiteX702" fmla="*/ 663143 w 12191993"/>
              <a:gd name="connsiteY702" fmla="*/ 936202 h 6857996"/>
              <a:gd name="connsiteX703" fmla="*/ 678201 w 12191993"/>
              <a:gd name="connsiteY703" fmla="*/ 933135 h 6857996"/>
              <a:gd name="connsiteX704" fmla="*/ 686574 w 12191993"/>
              <a:gd name="connsiteY704" fmla="*/ 933964 h 6857996"/>
              <a:gd name="connsiteX705" fmla="*/ 692607 w 12191993"/>
              <a:gd name="connsiteY705" fmla="*/ 935973 h 6857996"/>
              <a:gd name="connsiteX706" fmla="*/ 697011 w 12191993"/>
              <a:gd name="connsiteY706" fmla="*/ 938481 h 6857996"/>
              <a:gd name="connsiteX707" fmla="*/ 700535 w 12191993"/>
              <a:gd name="connsiteY707" fmla="*/ 940822 h 6857996"/>
              <a:gd name="connsiteX708" fmla="*/ 703807 w 12191993"/>
              <a:gd name="connsiteY708" fmla="*/ 941458 h 6857996"/>
              <a:gd name="connsiteX709" fmla="*/ 706455 w 12191993"/>
              <a:gd name="connsiteY709" fmla="*/ 939549 h 6857996"/>
              <a:gd name="connsiteX710" fmla="*/ 711012 w 12191993"/>
              <a:gd name="connsiteY710" fmla="*/ 933861 h 6857996"/>
              <a:gd name="connsiteX711" fmla="*/ 705361 w 12191993"/>
              <a:gd name="connsiteY711" fmla="*/ 928846 h 6857996"/>
              <a:gd name="connsiteX712" fmla="*/ 698397 w 12191993"/>
              <a:gd name="connsiteY712" fmla="*/ 924836 h 6857996"/>
              <a:gd name="connsiteX713" fmla="*/ 689819 w 12191993"/>
              <a:gd name="connsiteY713" fmla="*/ 922190 h 6857996"/>
              <a:gd name="connsiteX714" fmla="*/ 679232 w 12191993"/>
              <a:gd name="connsiteY714" fmla="*/ 921223 h 6857996"/>
              <a:gd name="connsiteX715" fmla="*/ 1266325 w 12191993"/>
              <a:gd name="connsiteY715" fmla="*/ 920370 h 6857996"/>
              <a:gd name="connsiteX716" fmla="*/ 1262990 w 12191993"/>
              <a:gd name="connsiteY716" fmla="*/ 921109 h 6857996"/>
              <a:gd name="connsiteX717" fmla="*/ 1260126 w 12191993"/>
              <a:gd name="connsiteY717" fmla="*/ 923082 h 6857996"/>
              <a:gd name="connsiteX718" fmla="*/ 1258167 w 12191993"/>
              <a:gd name="connsiteY718" fmla="*/ 925945 h 6857996"/>
              <a:gd name="connsiteX719" fmla="*/ 1257441 w 12191993"/>
              <a:gd name="connsiteY719" fmla="*/ 929393 h 6857996"/>
              <a:gd name="connsiteX720" fmla="*/ 1258167 w 12191993"/>
              <a:gd name="connsiteY720" fmla="*/ 932843 h 6857996"/>
              <a:gd name="connsiteX721" fmla="*/ 1260087 w 12191993"/>
              <a:gd name="connsiteY721" fmla="*/ 935720 h 6857996"/>
              <a:gd name="connsiteX722" fmla="*/ 1262888 w 12191993"/>
              <a:gd name="connsiteY722" fmla="*/ 937653 h 6857996"/>
              <a:gd name="connsiteX723" fmla="*/ 1266185 w 12191993"/>
              <a:gd name="connsiteY723" fmla="*/ 938352 h 6857996"/>
              <a:gd name="connsiteX724" fmla="*/ 1269570 w 12191993"/>
              <a:gd name="connsiteY724" fmla="*/ 937653 h 6857996"/>
              <a:gd name="connsiteX725" fmla="*/ 1272497 w 12191993"/>
              <a:gd name="connsiteY725" fmla="*/ 935720 h 6857996"/>
              <a:gd name="connsiteX726" fmla="*/ 1274558 w 12191993"/>
              <a:gd name="connsiteY726" fmla="*/ 932843 h 6857996"/>
              <a:gd name="connsiteX727" fmla="*/ 1275350 w 12191993"/>
              <a:gd name="connsiteY727" fmla="*/ 929393 h 6857996"/>
              <a:gd name="connsiteX728" fmla="*/ 1274598 w 12191993"/>
              <a:gd name="connsiteY728" fmla="*/ 925882 h 6857996"/>
              <a:gd name="connsiteX729" fmla="*/ 1272599 w 12191993"/>
              <a:gd name="connsiteY729" fmla="*/ 923005 h 6857996"/>
              <a:gd name="connsiteX730" fmla="*/ 1269712 w 12191993"/>
              <a:gd name="connsiteY730" fmla="*/ 921070 h 6857996"/>
              <a:gd name="connsiteX731" fmla="*/ 1266325 w 12191993"/>
              <a:gd name="connsiteY731" fmla="*/ 920370 h 6857996"/>
              <a:gd name="connsiteX732" fmla="*/ 2029066 w 12191993"/>
              <a:gd name="connsiteY732" fmla="*/ 920356 h 6857996"/>
              <a:gd name="connsiteX733" fmla="*/ 2025758 w 12191993"/>
              <a:gd name="connsiteY733" fmla="*/ 921095 h 6857996"/>
              <a:gd name="connsiteX734" fmla="*/ 2022931 w 12191993"/>
              <a:gd name="connsiteY734" fmla="*/ 923068 h 6857996"/>
              <a:gd name="connsiteX735" fmla="*/ 2020971 w 12191993"/>
              <a:gd name="connsiteY735" fmla="*/ 925944 h 6857996"/>
              <a:gd name="connsiteX736" fmla="*/ 2020246 w 12191993"/>
              <a:gd name="connsiteY736" fmla="*/ 929392 h 6857996"/>
              <a:gd name="connsiteX737" fmla="*/ 2020971 w 12191993"/>
              <a:gd name="connsiteY737" fmla="*/ 932829 h 6857996"/>
              <a:gd name="connsiteX738" fmla="*/ 2022891 w 12191993"/>
              <a:gd name="connsiteY738" fmla="*/ 935706 h 6857996"/>
              <a:gd name="connsiteX739" fmla="*/ 2025681 w 12191993"/>
              <a:gd name="connsiteY739" fmla="*/ 937641 h 6857996"/>
              <a:gd name="connsiteX740" fmla="*/ 2028990 w 12191993"/>
              <a:gd name="connsiteY740" fmla="*/ 938351 h 6857996"/>
              <a:gd name="connsiteX741" fmla="*/ 2032374 w 12191993"/>
              <a:gd name="connsiteY741" fmla="*/ 937641 h 6857996"/>
              <a:gd name="connsiteX742" fmla="*/ 2035301 w 12191993"/>
              <a:gd name="connsiteY742" fmla="*/ 935706 h 6857996"/>
              <a:gd name="connsiteX743" fmla="*/ 2037363 w 12191993"/>
              <a:gd name="connsiteY743" fmla="*/ 932829 h 6857996"/>
              <a:gd name="connsiteX744" fmla="*/ 2038165 w 12191993"/>
              <a:gd name="connsiteY744" fmla="*/ 929392 h 6857996"/>
              <a:gd name="connsiteX745" fmla="*/ 2037402 w 12191993"/>
              <a:gd name="connsiteY745" fmla="*/ 925881 h 6857996"/>
              <a:gd name="connsiteX746" fmla="*/ 2035367 w 12191993"/>
              <a:gd name="connsiteY746" fmla="*/ 923005 h 6857996"/>
              <a:gd name="connsiteX747" fmla="*/ 2032437 w 12191993"/>
              <a:gd name="connsiteY747" fmla="*/ 921056 h 6857996"/>
              <a:gd name="connsiteX748" fmla="*/ 2029066 w 12191993"/>
              <a:gd name="connsiteY748" fmla="*/ 920356 h 6857996"/>
              <a:gd name="connsiteX749" fmla="*/ 835665 w 12191993"/>
              <a:gd name="connsiteY749" fmla="*/ 919633 h 6857996"/>
              <a:gd name="connsiteX750" fmla="*/ 823331 w 12191993"/>
              <a:gd name="connsiteY750" fmla="*/ 1018347 h 6857996"/>
              <a:gd name="connsiteX751" fmla="*/ 830574 w 12191993"/>
              <a:gd name="connsiteY751" fmla="*/ 1018347 h 6857996"/>
              <a:gd name="connsiteX752" fmla="*/ 833743 w 12191993"/>
              <a:gd name="connsiteY752" fmla="*/ 1017442 h 6857996"/>
              <a:gd name="connsiteX753" fmla="*/ 835257 w 12191993"/>
              <a:gd name="connsiteY753" fmla="*/ 1014605 h 6857996"/>
              <a:gd name="connsiteX754" fmla="*/ 836146 w 12191993"/>
              <a:gd name="connsiteY754" fmla="*/ 1010787 h 6857996"/>
              <a:gd name="connsiteX755" fmla="*/ 843491 w 12191993"/>
              <a:gd name="connsiteY755" fmla="*/ 1017035 h 6857996"/>
              <a:gd name="connsiteX756" fmla="*/ 853444 w 12191993"/>
              <a:gd name="connsiteY756" fmla="*/ 1019288 h 6857996"/>
              <a:gd name="connsiteX757" fmla="*/ 862646 w 12191993"/>
              <a:gd name="connsiteY757" fmla="*/ 1017505 h 6857996"/>
              <a:gd name="connsiteX758" fmla="*/ 870816 w 12191993"/>
              <a:gd name="connsiteY758" fmla="*/ 1012593 h 6857996"/>
              <a:gd name="connsiteX759" fmla="*/ 877703 w 12191993"/>
              <a:gd name="connsiteY759" fmla="*/ 1005172 h 6857996"/>
              <a:gd name="connsiteX760" fmla="*/ 882971 w 12191993"/>
              <a:gd name="connsiteY760" fmla="*/ 995868 h 6857996"/>
              <a:gd name="connsiteX761" fmla="*/ 886358 w 12191993"/>
              <a:gd name="connsiteY761" fmla="*/ 985344 h 6857996"/>
              <a:gd name="connsiteX762" fmla="*/ 887551 w 12191993"/>
              <a:gd name="connsiteY762" fmla="*/ 974271 h 6857996"/>
              <a:gd name="connsiteX763" fmla="*/ 882487 w 12191993"/>
              <a:gd name="connsiteY763" fmla="*/ 955689 h 6857996"/>
              <a:gd name="connsiteX764" fmla="*/ 868539 w 12191993"/>
              <a:gd name="connsiteY764" fmla="*/ 949391 h 6857996"/>
              <a:gd name="connsiteX765" fmla="*/ 861412 w 12191993"/>
              <a:gd name="connsiteY765" fmla="*/ 950598 h 6857996"/>
              <a:gd name="connsiteX766" fmla="*/ 854654 w 12191993"/>
              <a:gd name="connsiteY766" fmla="*/ 954048 h 6857996"/>
              <a:gd name="connsiteX767" fmla="*/ 848416 w 12191993"/>
              <a:gd name="connsiteY767" fmla="*/ 959458 h 6857996"/>
              <a:gd name="connsiteX768" fmla="*/ 842904 w 12191993"/>
              <a:gd name="connsiteY768" fmla="*/ 966584 h 6857996"/>
              <a:gd name="connsiteX769" fmla="*/ 848824 w 12191993"/>
              <a:gd name="connsiteY769" fmla="*/ 919633 h 6857996"/>
              <a:gd name="connsiteX770" fmla="*/ 731261 w 12191993"/>
              <a:gd name="connsiteY770" fmla="*/ 919632 h 6857996"/>
              <a:gd name="connsiteX771" fmla="*/ 725570 w 12191993"/>
              <a:gd name="connsiteY771" fmla="*/ 965170 h 6857996"/>
              <a:gd name="connsiteX772" fmla="*/ 718927 w 12191993"/>
              <a:gd name="connsiteY772" fmla="*/ 1018345 h 6857996"/>
              <a:gd name="connsiteX773" fmla="*/ 732152 w 12191993"/>
              <a:gd name="connsiteY773" fmla="*/ 1018345 h 6857996"/>
              <a:gd name="connsiteX774" fmla="*/ 737585 w 12191993"/>
              <a:gd name="connsiteY774" fmla="*/ 974882 h 6857996"/>
              <a:gd name="connsiteX775" fmla="*/ 744496 w 12191993"/>
              <a:gd name="connsiteY775" fmla="*/ 919632 h 6857996"/>
              <a:gd name="connsiteX776" fmla="*/ 982075 w 12191993"/>
              <a:gd name="connsiteY776" fmla="*/ 919632 h 6857996"/>
              <a:gd name="connsiteX777" fmla="*/ 976387 w 12191993"/>
              <a:gd name="connsiteY777" fmla="*/ 965170 h 6857996"/>
              <a:gd name="connsiteX778" fmla="*/ 969742 w 12191993"/>
              <a:gd name="connsiteY778" fmla="*/ 1018345 h 6857996"/>
              <a:gd name="connsiteX779" fmla="*/ 982967 w 12191993"/>
              <a:gd name="connsiteY779" fmla="*/ 1018345 h 6857996"/>
              <a:gd name="connsiteX780" fmla="*/ 988400 w 12191993"/>
              <a:gd name="connsiteY780" fmla="*/ 974882 h 6857996"/>
              <a:gd name="connsiteX781" fmla="*/ 995311 w 12191993"/>
              <a:gd name="connsiteY781" fmla="*/ 919632 h 6857996"/>
              <a:gd name="connsiteX782" fmla="*/ 1942738 w 12191993"/>
              <a:gd name="connsiteY782" fmla="*/ 919630 h 6857996"/>
              <a:gd name="connsiteX783" fmla="*/ 1937047 w 12191993"/>
              <a:gd name="connsiteY783" fmla="*/ 965169 h 6857996"/>
              <a:gd name="connsiteX784" fmla="*/ 1930405 w 12191993"/>
              <a:gd name="connsiteY784" fmla="*/ 1018344 h 6857996"/>
              <a:gd name="connsiteX785" fmla="*/ 1943629 w 12191993"/>
              <a:gd name="connsiteY785" fmla="*/ 1018344 h 6857996"/>
              <a:gd name="connsiteX786" fmla="*/ 1949062 w 12191993"/>
              <a:gd name="connsiteY786" fmla="*/ 974881 h 6857996"/>
              <a:gd name="connsiteX787" fmla="*/ 1955960 w 12191993"/>
              <a:gd name="connsiteY787" fmla="*/ 919630 h 6857996"/>
              <a:gd name="connsiteX788" fmla="*/ 578319 w 12191993"/>
              <a:gd name="connsiteY788" fmla="*/ 565588 h 6857996"/>
              <a:gd name="connsiteX789" fmla="*/ 625309 w 12191993"/>
              <a:gd name="connsiteY789" fmla="*/ 592850 h 6857996"/>
              <a:gd name="connsiteX790" fmla="*/ 637069 w 12191993"/>
              <a:gd name="connsiteY790" fmla="*/ 663742 h 6857996"/>
              <a:gd name="connsiteX791" fmla="*/ 626314 w 12191993"/>
              <a:gd name="connsiteY791" fmla="*/ 726205 h 6857996"/>
              <a:gd name="connsiteX792" fmla="*/ 572694 w 12191993"/>
              <a:gd name="connsiteY792" fmla="*/ 756954 h 6857996"/>
              <a:gd name="connsiteX793" fmla="*/ 510420 w 12191993"/>
              <a:gd name="connsiteY793" fmla="*/ 724693 h 6857996"/>
              <a:gd name="connsiteX794" fmla="*/ 510420 w 12191993"/>
              <a:gd name="connsiteY794" fmla="*/ 600334 h 6857996"/>
              <a:gd name="connsiteX795" fmla="*/ 578319 w 12191993"/>
              <a:gd name="connsiteY795" fmla="*/ 565588 h 6857996"/>
              <a:gd name="connsiteX796" fmla="*/ 1005328 w 12191993"/>
              <a:gd name="connsiteY796" fmla="*/ 560165 h 6857996"/>
              <a:gd name="connsiteX797" fmla="*/ 1059431 w 12191993"/>
              <a:gd name="connsiteY797" fmla="*/ 591855 h 6857996"/>
              <a:gd name="connsiteX798" fmla="*/ 1071191 w 12191993"/>
              <a:gd name="connsiteY798" fmla="*/ 666194 h 6857996"/>
              <a:gd name="connsiteX799" fmla="*/ 1063568 w 12191993"/>
              <a:gd name="connsiteY799" fmla="*/ 719866 h 6857996"/>
              <a:gd name="connsiteX800" fmla="*/ 1008371 w 12191993"/>
              <a:gd name="connsiteY800" fmla="*/ 756953 h 6857996"/>
              <a:gd name="connsiteX801" fmla="*/ 956800 w 12191993"/>
              <a:gd name="connsiteY801" fmla="*/ 732210 h 6857996"/>
              <a:gd name="connsiteX802" fmla="*/ 940966 w 12191993"/>
              <a:gd name="connsiteY802" fmla="*/ 651368 h 6857996"/>
              <a:gd name="connsiteX803" fmla="*/ 953210 w 12191993"/>
              <a:gd name="connsiteY803" fmla="*/ 586967 h 6857996"/>
              <a:gd name="connsiteX804" fmla="*/ 1005328 w 12191993"/>
              <a:gd name="connsiteY804" fmla="*/ 560165 h 6857996"/>
              <a:gd name="connsiteX805" fmla="*/ 2143928 w 12191993"/>
              <a:gd name="connsiteY805" fmla="*/ 548555 h 6857996"/>
              <a:gd name="connsiteX806" fmla="*/ 2147899 w 12191993"/>
              <a:gd name="connsiteY806" fmla="*/ 548555 h 6857996"/>
              <a:gd name="connsiteX807" fmla="*/ 2152596 w 12191993"/>
              <a:gd name="connsiteY807" fmla="*/ 549281 h 6857996"/>
              <a:gd name="connsiteX808" fmla="*/ 2156135 w 12191993"/>
              <a:gd name="connsiteY808" fmla="*/ 554740 h 6857996"/>
              <a:gd name="connsiteX809" fmla="*/ 2154276 w 12191993"/>
              <a:gd name="connsiteY809" fmla="*/ 559768 h 6857996"/>
              <a:gd name="connsiteX810" fmla="*/ 2147644 w 12191993"/>
              <a:gd name="connsiteY810" fmla="*/ 561485 h 6857996"/>
              <a:gd name="connsiteX811" fmla="*/ 2143928 w 12191993"/>
              <a:gd name="connsiteY811" fmla="*/ 561485 h 6857996"/>
              <a:gd name="connsiteX812" fmla="*/ 2138558 w 12191993"/>
              <a:gd name="connsiteY812" fmla="*/ 544329 h 6857996"/>
              <a:gd name="connsiteX813" fmla="*/ 2138558 w 12191993"/>
              <a:gd name="connsiteY813" fmla="*/ 581416 h 6857996"/>
              <a:gd name="connsiteX814" fmla="*/ 2143928 w 12191993"/>
              <a:gd name="connsiteY814" fmla="*/ 581416 h 6857996"/>
              <a:gd name="connsiteX815" fmla="*/ 2143928 w 12191993"/>
              <a:gd name="connsiteY815" fmla="*/ 564999 h 6857996"/>
              <a:gd name="connsiteX816" fmla="*/ 2147339 w 12191993"/>
              <a:gd name="connsiteY816" fmla="*/ 566703 h 6857996"/>
              <a:gd name="connsiteX817" fmla="*/ 2153998 w 12191993"/>
              <a:gd name="connsiteY817" fmla="*/ 575930 h 6857996"/>
              <a:gd name="connsiteX818" fmla="*/ 2157140 w 12191993"/>
              <a:gd name="connsiteY818" fmla="*/ 581416 h 6857996"/>
              <a:gd name="connsiteX819" fmla="*/ 2163619 w 12191993"/>
              <a:gd name="connsiteY819" fmla="*/ 581416 h 6857996"/>
              <a:gd name="connsiteX820" fmla="*/ 2158081 w 12191993"/>
              <a:gd name="connsiteY820" fmla="*/ 572891 h 6857996"/>
              <a:gd name="connsiteX821" fmla="*/ 2154800 w 12191993"/>
              <a:gd name="connsiteY821" fmla="*/ 568294 h 6857996"/>
              <a:gd name="connsiteX822" fmla="*/ 2151502 w 12191993"/>
              <a:gd name="connsiteY822" fmla="*/ 564922 h 6857996"/>
              <a:gd name="connsiteX823" fmla="*/ 2161760 w 12191993"/>
              <a:gd name="connsiteY823" fmla="*/ 554664 h 6857996"/>
              <a:gd name="connsiteX824" fmla="*/ 2158350 w 12191993"/>
              <a:gd name="connsiteY824" fmla="*/ 547053 h 6857996"/>
              <a:gd name="connsiteX825" fmla="*/ 2149287 w 12191993"/>
              <a:gd name="connsiteY825" fmla="*/ 544329 h 6857996"/>
              <a:gd name="connsiteX826" fmla="*/ 2149178 w 12191993"/>
              <a:gd name="connsiteY826" fmla="*/ 534571 h 6857996"/>
              <a:gd name="connsiteX827" fmla="*/ 2177471 w 12191993"/>
              <a:gd name="connsiteY827" fmla="*/ 563119 h 6857996"/>
              <a:gd name="connsiteX828" fmla="*/ 2149178 w 12191993"/>
              <a:gd name="connsiteY828" fmla="*/ 591654 h 6857996"/>
              <a:gd name="connsiteX829" fmla="*/ 2120925 w 12191993"/>
              <a:gd name="connsiteY829" fmla="*/ 563119 h 6857996"/>
              <a:gd name="connsiteX830" fmla="*/ 2149178 w 12191993"/>
              <a:gd name="connsiteY830" fmla="*/ 534571 h 6857996"/>
              <a:gd name="connsiteX831" fmla="*/ 1394988 w 12191993"/>
              <a:gd name="connsiteY831" fmla="*/ 530484 h 6857996"/>
              <a:gd name="connsiteX832" fmla="*/ 1353663 w 12191993"/>
              <a:gd name="connsiteY832" fmla="*/ 536848 h 6857996"/>
              <a:gd name="connsiteX833" fmla="*/ 1353663 w 12191993"/>
              <a:gd name="connsiteY833" fmla="*/ 644418 h 6857996"/>
              <a:gd name="connsiteX834" fmla="*/ 1353663 w 12191993"/>
              <a:gd name="connsiteY834" fmla="*/ 782699 h 6857996"/>
              <a:gd name="connsiteX835" fmla="*/ 1394988 w 12191993"/>
              <a:gd name="connsiteY835" fmla="*/ 782699 h 6857996"/>
              <a:gd name="connsiteX836" fmla="*/ 1394988 w 12191993"/>
              <a:gd name="connsiteY836" fmla="*/ 671959 h 6857996"/>
              <a:gd name="connsiteX837" fmla="*/ 1760729 w 12191993"/>
              <a:gd name="connsiteY837" fmla="*/ 530484 h 6857996"/>
              <a:gd name="connsiteX838" fmla="*/ 1719340 w 12191993"/>
              <a:gd name="connsiteY838" fmla="*/ 536848 h 6857996"/>
              <a:gd name="connsiteX839" fmla="*/ 1719340 w 12191993"/>
              <a:gd name="connsiteY839" fmla="*/ 640484 h 6857996"/>
              <a:gd name="connsiteX840" fmla="*/ 1719340 w 12191993"/>
              <a:gd name="connsiteY840" fmla="*/ 782699 h 6857996"/>
              <a:gd name="connsiteX841" fmla="*/ 1760729 w 12191993"/>
              <a:gd name="connsiteY841" fmla="*/ 782699 h 6857996"/>
              <a:gd name="connsiteX842" fmla="*/ 1760729 w 12191993"/>
              <a:gd name="connsiteY842" fmla="*/ 596500 h 6857996"/>
              <a:gd name="connsiteX843" fmla="*/ 2052350 w 12191993"/>
              <a:gd name="connsiteY843" fmla="*/ 530483 h 6857996"/>
              <a:gd name="connsiteX844" fmla="*/ 2010948 w 12191993"/>
              <a:gd name="connsiteY844" fmla="*/ 536847 h 6857996"/>
              <a:gd name="connsiteX845" fmla="*/ 2010948 w 12191993"/>
              <a:gd name="connsiteY845" fmla="*/ 640484 h 6857996"/>
              <a:gd name="connsiteX846" fmla="*/ 2010948 w 12191993"/>
              <a:gd name="connsiteY846" fmla="*/ 782698 h 6857996"/>
              <a:gd name="connsiteX847" fmla="*/ 2052350 w 12191993"/>
              <a:gd name="connsiteY847" fmla="*/ 782698 h 6857996"/>
              <a:gd name="connsiteX848" fmla="*/ 2052350 w 12191993"/>
              <a:gd name="connsiteY848" fmla="*/ 665406 h 6857996"/>
              <a:gd name="connsiteX849" fmla="*/ 2149178 w 12191993"/>
              <a:gd name="connsiteY849" fmla="*/ 529748 h 6857996"/>
              <a:gd name="connsiteX850" fmla="*/ 2114803 w 12191993"/>
              <a:gd name="connsiteY850" fmla="*/ 563119 h 6857996"/>
              <a:gd name="connsiteX851" fmla="*/ 2149178 w 12191993"/>
              <a:gd name="connsiteY851" fmla="*/ 596503 h 6857996"/>
              <a:gd name="connsiteX852" fmla="*/ 2183607 w 12191993"/>
              <a:gd name="connsiteY852" fmla="*/ 563119 h 6857996"/>
              <a:gd name="connsiteX853" fmla="*/ 2149178 w 12191993"/>
              <a:gd name="connsiteY853" fmla="*/ 529748 h 6857996"/>
              <a:gd name="connsiteX854" fmla="*/ 1481838 w 12191993"/>
              <a:gd name="connsiteY854" fmla="*/ 529453 h 6857996"/>
              <a:gd name="connsiteX855" fmla="*/ 1440970 w 12191993"/>
              <a:gd name="connsiteY855" fmla="*/ 537802 h 6857996"/>
              <a:gd name="connsiteX856" fmla="*/ 1532415 w 12191993"/>
              <a:gd name="connsiteY856" fmla="*/ 785221 h 6857996"/>
              <a:gd name="connsiteX857" fmla="*/ 1571729 w 12191993"/>
              <a:gd name="connsiteY857" fmla="*/ 785221 h 6857996"/>
              <a:gd name="connsiteX858" fmla="*/ 1667261 w 12191993"/>
              <a:gd name="connsiteY858" fmla="*/ 535843 h 6857996"/>
              <a:gd name="connsiteX859" fmla="*/ 1624852 w 12191993"/>
              <a:gd name="connsiteY859" fmla="*/ 535843 h 6857996"/>
              <a:gd name="connsiteX860" fmla="*/ 1566601 w 12191993"/>
              <a:gd name="connsiteY860" fmla="*/ 699997 h 6857996"/>
              <a:gd name="connsiteX861" fmla="*/ 1554344 w 12191993"/>
              <a:gd name="connsiteY861" fmla="*/ 741565 h 6857996"/>
              <a:gd name="connsiteX862" fmla="*/ 1553313 w 12191993"/>
              <a:gd name="connsiteY862" fmla="*/ 741565 h 6857996"/>
              <a:gd name="connsiteX863" fmla="*/ 1541106 w 12191993"/>
              <a:gd name="connsiteY863" fmla="*/ 699477 h 6857996"/>
              <a:gd name="connsiteX864" fmla="*/ 505826 w 12191993"/>
              <a:gd name="connsiteY864" fmla="*/ 529443 h 6857996"/>
              <a:gd name="connsiteX865" fmla="*/ 464957 w 12191993"/>
              <a:gd name="connsiteY865" fmla="*/ 536380 h 6857996"/>
              <a:gd name="connsiteX866" fmla="*/ 470609 w 12191993"/>
              <a:gd name="connsiteY866" fmla="*/ 589363 h 6857996"/>
              <a:gd name="connsiteX867" fmla="*/ 470609 w 12191993"/>
              <a:gd name="connsiteY867" fmla="*/ 926405 h 6857996"/>
              <a:gd name="connsiteX868" fmla="*/ 510420 w 12191993"/>
              <a:gd name="connsiteY868" fmla="*/ 919037 h 6857996"/>
              <a:gd name="connsiteX869" fmla="*/ 510420 w 12191993"/>
              <a:gd name="connsiteY869" fmla="*/ 760442 h 6857996"/>
              <a:gd name="connsiteX870" fmla="*/ 580380 w 12191993"/>
              <a:gd name="connsiteY870" fmla="*/ 789195 h 6857996"/>
              <a:gd name="connsiteX871" fmla="*/ 659061 w 12191993"/>
              <a:gd name="connsiteY871" fmla="*/ 744087 h 6857996"/>
              <a:gd name="connsiteX872" fmla="*/ 679462 w 12191993"/>
              <a:gd name="connsiteY872" fmla="*/ 658840 h 6857996"/>
              <a:gd name="connsiteX873" fmla="*/ 651348 w 12191993"/>
              <a:gd name="connsiteY873" fmla="*/ 561631 h 6857996"/>
              <a:gd name="connsiteX874" fmla="*/ 583436 w 12191993"/>
              <a:gd name="connsiteY874" fmla="*/ 530918 h 6857996"/>
              <a:gd name="connsiteX875" fmla="*/ 508345 w 12191993"/>
              <a:gd name="connsiteY875" fmla="*/ 567090 h 6857996"/>
              <a:gd name="connsiteX876" fmla="*/ 505826 w 12191993"/>
              <a:gd name="connsiteY876" fmla="*/ 529443 h 6857996"/>
              <a:gd name="connsiteX877" fmla="*/ 1005852 w 12191993"/>
              <a:gd name="connsiteY877" fmla="*/ 528474 h 6857996"/>
              <a:gd name="connsiteX878" fmla="*/ 897529 w 12191993"/>
              <a:gd name="connsiteY878" fmla="*/ 657835 h 6857996"/>
              <a:gd name="connsiteX879" fmla="*/ 1007366 w 12191993"/>
              <a:gd name="connsiteY879" fmla="*/ 789193 h 6857996"/>
              <a:gd name="connsiteX880" fmla="*/ 1116641 w 12191993"/>
              <a:gd name="connsiteY880" fmla="*/ 663244 h 6857996"/>
              <a:gd name="connsiteX881" fmla="*/ 1093171 w 12191993"/>
              <a:gd name="connsiteY881" fmla="*/ 571620 h 6857996"/>
              <a:gd name="connsiteX882" fmla="*/ 1005852 w 12191993"/>
              <a:gd name="connsiteY882" fmla="*/ 528474 h 6857996"/>
              <a:gd name="connsiteX883" fmla="*/ 860238 w 12191993"/>
              <a:gd name="connsiteY883" fmla="*/ 528462 h 6857996"/>
              <a:gd name="connsiteX884" fmla="*/ 788763 w 12191993"/>
              <a:gd name="connsiteY884" fmla="*/ 569609 h 6857996"/>
              <a:gd name="connsiteX885" fmla="*/ 780579 w 12191993"/>
              <a:gd name="connsiteY885" fmla="*/ 529430 h 6857996"/>
              <a:gd name="connsiteX886" fmla="*/ 740755 w 12191993"/>
              <a:gd name="connsiteY886" fmla="*/ 539854 h 6857996"/>
              <a:gd name="connsiteX887" fmla="*/ 749423 w 12191993"/>
              <a:gd name="connsiteY887" fmla="*/ 592340 h 6857996"/>
              <a:gd name="connsiteX888" fmla="*/ 749423 w 12191993"/>
              <a:gd name="connsiteY888" fmla="*/ 782688 h 6857996"/>
              <a:gd name="connsiteX889" fmla="*/ 789271 w 12191993"/>
              <a:gd name="connsiteY889" fmla="*/ 782688 h 6857996"/>
              <a:gd name="connsiteX890" fmla="*/ 789271 w 12191993"/>
              <a:gd name="connsiteY890" fmla="*/ 628078 h 6857996"/>
              <a:gd name="connsiteX891" fmla="*/ 804099 w 12191993"/>
              <a:gd name="connsiteY891" fmla="*/ 588956 h 6857996"/>
              <a:gd name="connsiteX892" fmla="*/ 846456 w 12191993"/>
              <a:gd name="connsiteY892" fmla="*/ 571084 h 6857996"/>
              <a:gd name="connsiteX893" fmla="*/ 857719 w 12191993"/>
              <a:gd name="connsiteY893" fmla="*/ 573072 h 6857996"/>
              <a:gd name="connsiteX894" fmla="*/ 874073 w 12191993"/>
              <a:gd name="connsiteY894" fmla="*/ 530918 h 6857996"/>
              <a:gd name="connsiteX895" fmla="*/ 860238 w 12191993"/>
              <a:gd name="connsiteY895" fmla="*/ 528462 h 6857996"/>
              <a:gd name="connsiteX896" fmla="*/ 1890788 w 12191993"/>
              <a:gd name="connsiteY896" fmla="*/ 455713 h 6857996"/>
              <a:gd name="connsiteX897" fmla="*/ 1853142 w 12191993"/>
              <a:gd name="connsiteY897" fmla="*/ 463260 h 6857996"/>
              <a:gd name="connsiteX898" fmla="*/ 1853142 w 12191993"/>
              <a:gd name="connsiteY898" fmla="*/ 535856 h 6857996"/>
              <a:gd name="connsiteX899" fmla="*/ 1817898 w 12191993"/>
              <a:gd name="connsiteY899" fmla="*/ 535856 h 6857996"/>
              <a:gd name="connsiteX900" fmla="*/ 1817898 w 12191993"/>
              <a:gd name="connsiteY900" fmla="*/ 565103 h 6857996"/>
              <a:gd name="connsiteX901" fmla="*/ 1851091 w 12191993"/>
              <a:gd name="connsiteY901" fmla="*/ 565103 h 6857996"/>
              <a:gd name="connsiteX902" fmla="*/ 1851091 w 12191993"/>
              <a:gd name="connsiteY902" fmla="*/ 734682 h 6857996"/>
              <a:gd name="connsiteX903" fmla="*/ 1875591 w 12191993"/>
              <a:gd name="connsiteY903" fmla="*/ 783731 h 6857996"/>
              <a:gd name="connsiteX904" fmla="*/ 1908810 w 12191993"/>
              <a:gd name="connsiteY904" fmla="*/ 790695 h 6857996"/>
              <a:gd name="connsiteX905" fmla="*/ 1953762 w 12191993"/>
              <a:gd name="connsiteY905" fmla="*/ 780715 h 6857996"/>
              <a:gd name="connsiteX906" fmla="*/ 1948124 w 12191993"/>
              <a:gd name="connsiteY906" fmla="*/ 755935 h 6857996"/>
              <a:gd name="connsiteX907" fmla="*/ 1923115 w 12191993"/>
              <a:gd name="connsiteY907" fmla="*/ 760950 h 6857996"/>
              <a:gd name="connsiteX908" fmla="*/ 1890417 w 12191993"/>
              <a:gd name="connsiteY908" fmla="*/ 724245 h 6857996"/>
              <a:gd name="connsiteX909" fmla="*/ 1890417 w 12191993"/>
              <a:gd name="connsiteY909" fmla="*/ 565103 h 6857996"/>
              <a:gd name="connsiteX910" fmla="*/ 1943543 w 12191993"/>
              <a:gd name="connsiteY910" fmla="*/ 565103 h 6857996"/>
              <a:gd name="connsiteX911" fmla="*/ 1955810 w 12191993"/>
              <a:gd name="connsiteY911" fmla="*/ 535856 h 6857996"/>
              <a:gd name="connsiteX912" fmla="*/ 1890788 w 12191993"/>
              <a:gd name="connsiteY912" fmla="*/ 535856 h 6857996"/>
              <a:gd name="connsiteX913" fmla="*/ 1232763 w 12191993"/>
              <a:gd name="connsiteY913" fmla="*/ 455713 h 6857996"/>
              <a:gd name="connsiteX914" fmla="*/ 1195116 w 12191993"/>
              <a:gd name="connsiteY914" fmla="*/ 463260 h 6857996"/>
              <a:gd name="connsiteX915" fmla="*/ 1195116 w 12191993"/>
              <a:gd name="connsiteY915" fmla="*/ 535856 h 6857996"/>
              <a:gd name="connsiteX916" fmla="*/ 1159849 w 12191993"/>
              <a:gd name="connsiteY916" fmla="*/ 535856 h 6857996"/>
              <a:gd name="connsiteX917" fmla="*/ 1159849 w 12191993"/>
              <a:gd name="connsiteY917" fmla="*/ 565103 h 6857996"/>
              <a:gd name="connsiteX918" fmla="*/ 1193028 w 12191993"/>
              <a:gd name="connsiteY918" fmla="*/ 565103 h 6857996"/>
              <a:gd name="connsiteX919" fmla="*/ 1193028 w 12191993"/>
              <a:gd name="connsiteY919" fmla="*/ 734682 h 6857996"/>
              <a:gd name="connsiteX920" fmla="*/ 1217579 w 12191993"/>
              <a:gd name="connsiteY920" fmla="*/ 783731 h 6857996"/>
              <a:gd name="connsiteX921" fmla="*/ 1250785 w 12191993"/>
              <a:gd name="connsiteY921" fmla="*/ 790694 h 6857996"/>
              <a:gd name="connsiteX922" fmla="*/ 1295750 w 12191993"/>
              <a:gd name="connsiteY922" fmla="*/ 780715 h 6857996"/>
              <a:gd name="connsiteX923" fmla="*/ 1290101 w 12191993"/>
              <a:gd name="connsiteY923" fmla="*/ 755935 h 6857996"/>
              <a:gd name="connsiteX924" fmla="*/ 1265080 w 12191993"/>
              <a:gd name="connsiteY924" fmla="*/ 760950 h 6857996"/>
              <a:gd name="connsiteX925" fmla="*/ 1232395 w 12191993"/>
              <a:gd name="connsiteY925" fmla="*/ 724245 h 6857996"/>
              <a:gd name="connsiteX926" fmla="*/ 1232395 w 12191993"/>
              <a:gd name="connsiteY926" fmla="*/ 565103 h 6857996"/>
              <a:gd name="connsiteX927" fmla="*/ 1285494 w 12191993"/>
              <a:gd name="connsiteY927" fmla="*/ 565103 h 6857996"/>
              <a:gd name="connsiteX928" fmla="*/ 1297788 w 12191993"/>
              <a:gd name="connsiteY928" fmla="*/ 535856 h 6857996"/>
              <a:gd name="connsiteX929" fmla="*/ 1232763 w 12191993"/>
              <a:gd name="connsiteY929" fmla="*/ 535856 h 6857996"/>
              <a:gd name="connsiteX930" fmla="*/ 1375121 w 12191993"/>
              <a:gd name="connsiteY930" fmla="*/ 432307 h 6857996"/>
              <a:gd name="connsiteX931" fmla="*/ 1347043 w 12191993"/>
              <a:gd name="connsiteY931" fmla="*/ 459913 h 6857996"/>
              <a:gd name="connsiteX932" fmla="*/ 1375121 w 12191993"/>
              <a:gd name="connsiteY932" fmla="*/ 486766 h 6857996"/>
              <a:gd name="connsiteX933" fmla="*/ 1403119 w 12191993"/>
              <a:gd name="connsiteY933" fmla="*/ 459480 h 6857996"/>
              <a:gd name="connsiteX934" fmla="*/ 1375121 w 12191993"/>
              <a:gd name="connsiteY934" fmla="*/ 432307 h 6857996"/>
              <a:gd name="connsiteX935" fmla="*/ 1740760 w 12191993"/>
              <a:gd name="connsiteY935" fmla="*/ 432307 h 6857996"/>
              <a:gd name="connsiteX936" fmla="*/ 1712735 w 12191993"/>
              <a:gd name="connsiteY936" fmla="*/ 459913 h 6857996"/>
              <a:gd name="connsiteX937" fmla="*/ 1740760 w 12191993"/>
              <a:gd name="connsiteY937" fmla="*/ 486766 h 6857996"/>
              <a:gd name="connsiteX938" fmla="*/ 1768798 w 12191993"/>
              <a:gd name="connsiteY938" fmla="*/ 459480 h 6857996"/>
              <a:gd name="connsiteX939" fmla="*/ 1740760 w 12191993"/>
              <a:gd name="connsiteY939" fmla="*/ 432307 h 6857996"/>
              <a:gd name="connsiteX940" fmla="*/ 2032404 w 12191993"/>
              <a:gd name="connsiteY940" fmla="*/ 432306 h 6857996"/>
              <a:gd name="connsiteX941" fmla="*/ 2004379 w 12191993"/>
              <a:gd name="connsiteY941" fmla="*/ 459913 h 6857996"/>
              <a:gd name="connsiteX942" fmla="*/ 2032404 w 12191993"/>
              <a:gd name="connsiteY942" fmla="*/ 486765 h 6857996"/>
              <a:gd name="connsiteX943" fmla="*/ 2060442 w 12191993"/>
              <a:gd name="connsiteY943" fmla="*/ 459479 h 6857996"/>
              <a:gd name="connsiteX944" fmla="*/ 2032404 w 12191993"/>
              <a:gd name="connsiteY944" fmla="*/ 432306 h 6857996"/>
              <a:gd name="connsiteX945" fmla="*/ 0 w 12191993"/>
              <a:gd name="connsiteY945" fmla="*/ 0 h 6857996"/>
              <a:gd name="connsiteX946" fmla="*/ 12191993 w 12191993"/>
              <a:gd name="connsiteY946" fmla="*/ 0 h 6857996"/>
              <a:gd name="connsiteX947" fmla="*/ 12191993 w 12191993"/>
              <a:gd name="connsiteY947" fmla="*/ 6857996 h 6857996"/>
              <a:gd name="connsiteX948" fmla="*/ 0 w 12191993"/>
              <a:gd name="connsiteY948" fmla="*/ 6857996 h 6857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Lst>
            <a:rect l="l" t="t" r="r" b="b"/>
            <a:pathLst>
              <a:path w="12191993" h="6857996">
                <a:moveTo>
                  <a:pt x="2140972" y="1013130"/>
                </a:moveTo>
                <a:cubicBezTo>
                  <a:pt x="2145248" y="1012898"/>
                  <a:pt x="2150339" y="1013282"/>
                  <a:pt x="2156269" y="1014261"/>
                </a:cubicBezTo>
                <a:cubicBezTo>
                  <a:pt x="2156550" y="1015026"/>
                  <a:pt x="2156766" y="1015852"/>
                  <a:pt x="2156918" y="1016743"/>
                </a:cubicBezTo>
                <a:cubicBezTo>
                  <a:pt x="2157083" y="1017635"/>
                  <a:pt x="2157160" y="1018589"/>
                  <a:pt x="2157160" y="1019620"/>
                </a:cubicBezTo>
                <a:cubicBezTo>
                  <a:pt x="2157160" y="1021490"/>
                  <a:pt x="2156689" y="1023273"/>
                  <a:pt x="2155748" y="1024966"/>
                </a:cubicBezTo>
                <a:cubicBezTo>
                  <a:pt x="2154807" y="1026657"/>
                  <a:pt x="2153497" y="1028135"/>
                  <a:pt x="2151790" y="1029381"/>
                </a:cubicBezTo>
                <a:cubicBezTo>
                  <a:pt x="2150087" y="1030628"/>
                  <a:pt x="2148035" y="1031622"/>
                  <a:pt x="2145618" y="1032358"/>
                </a:cubicBezTo>
                <a:cubicBezTo>
                  <a:pt x="2143212" y="1033097"/>
                  <a:pt x="2140563" y="1033468"/>
                  <a:pt x="2137664" y="1033468"/>
                </a:cubicBezTo>
                <a:cubicBezTo>
                  <a:pt x="2132661" y="1033468"/>
                  <a:pt x="2128844" y="1032653"/>
                  <a:pt x="2126222" y="1031049"/>
                </a:cubicBezTo>
                <a:cubicBezTo>
                  <a:pt x="2123612" y="1029445"/>
                  <a:pt x="2122301" y="1027104"/>
                  <a:pt x="2122301" y="1024022"/>
                </a:cubicBezTo>
                <a:cubicBezTo>
                  <a:pt x="2122301" y="1022202"/>
                  <a:pt x="2122949" y="1020485"/>
                  <a:pt x="2124262" y="1018881"/>
                </a:cubicBezTo>
                <a:cubicBezTo>
                  <a:pt x="2125571" y="1017277"/>
                  <a:pt x="2127607" y="1015967"/>
                  <a:pt x="2130395" y="1014973"/>
                </a:cubicBezTo>
                <a:cubicBezTo>
                  <a:pt x="2133169" y="1013969"/>
                  <a:pt x="2136696" y="1013345"/>
                  <a:pt x="2140972" y="1013130"/>
                </a:cubicBezTo>
                <a:close/>
                <a:moveTo>
                  <a:pt x="1057664" y="974870"/>
                </a:moveTo>
                <a:lnTo>
                  <a:pt x="1076335" y="974870"/>
                </a:lnTo>
                <a:cubicBezTo>
                  <a:pt x="1079236" y="974870"/>
                  <a:pt x="1081744" y="975189"/>
                  <a:pt x="1083882" y="975812"/>
                </a:cubicBezTo>
                <a:cubicBezTo>
                  <a:pt x="1086020" y="976435"/>
                  <a:pt x="1087777" y="977326"/>
                  <a:pt x="1089152" y="978484"/>
                </a:cubicBezTo>
                <a:cubicBezTo>
                  <a:pt x="1090538" y="979643"/>
                  <a:pt x="1091569" y="981032"/>
                  <a:pt x="1092258" y="982660"/>
                </a:cubicBezTo>
                <a:cubicBezTo>
                  <a:pt x="1092944" y="984288"/>
                  <a:pt x="1093289" y="986120"/>
                  <a:pt x="1093289" y="988185"/>
                </a:cubicBezTo>
                <a:cubicBezTo>
                  <a:pt x="1093289" y="991122"/>
                  <a:pt x="1092855" y="993770"/>
                  <a:pt x="1091977" y="996137"/>
                </a:cubicBezTo>
                <a:cubicBezTo>
                  <a:pt x="1091111" y="998504"/>
                  <a:pt x="1089799" y="1000515"/>
                  <a:pt x="1088056" y="1002196"/>
                </a:cubicBezTo>
                <a:cubicBezTo>
                  <a:pt x="1086302" y="1003863"/>
                  <a:pt x="1084124" y="1005162"/>
                  <a:pt x="1081503" y="1006064"/>
                </a:cubicBezTo>
                <a:cubicBezTo>
                  <a:pt x="1078894" y="1006982"/>
                  <a:pt x="1075812" y="1007439"/>
                  <a:pt x="1072275" y="1007439"/>
                </a:cubicBezTo>
                <a:lnTo>
                  <a:pt x="1053528" y="1007439"/>
                </a:lnTo>
                <a:close/>
                <a:moveTo>
                  <a:pt x="863437" y="959815"/>
                </a:moveTo>
                <a:cubicBezTo>
                  <a:pt x="866884" y="959815"/>
                  <a:pt x="869546" y="961138"/>
                  <a:pt x="871402" y="963799"/>
                </a:cubicBezTo>
                <a:cubicBezTo>
                  <a:pt x="873262" y="966447"/>
                  <a:pt x="874190" y="970365"/>
                  <a:pt x="874190" y="975533"/>
                </a:cubicBezTo>
                <a:cubicBezTo>
                  <a:pt x="874190" y="978168"/>
                  <a:pt x="873948" y="980813"/>
                  <a:pt x="873464" y="983487"/>
                </a:cubicBezTo>
                <a:cubicBezTo>
                  <a:pt x="872980" y="986159"/>
                  <a:pt x="872281" y="988744"/>
                  <a:pt x="871365" y="991214"/>
                </a:cubicBezTo>
                <a:cubicBezTo>
                  <a:pt x="870448" y="993693"/>
                  <a:pt x="869327" y="996023"/>
                  <a:pt x="868028" y="998201"/>
                </a:cubicBezTo>
                <a:cubicBezTo>
                  <a:pt x="866719" y="1000389"/>
                  <a:pt x="865204" y="1002298"/>
                  <a:pt x="863511" y="1003915"/>
                </a:cubicBezTo>
                <a:cubicBezTo>
                  <a:pt x="861806" y="1005543"/>
                  <a:pt x="859948" y="1006829"/>
                  <a:pt x="857925" y="1007770"/>
                </a:cubicBezTo>
                <a:cubicBezTo>
                  <a:pt x="855900" y="1008701"/>
                  <a:pt x="853749" y="1009172"/>
                  <a:pt x="851446" y="1009172"/>
                </a:cubicBezTo>
                <a:cubicBezTo>
                  <a:pt x="849066" y="1009172"/>
                  <a:pt x="846712" y="1008725"/>
                  <a:pt x="844382" y="1007833"/>
                </a:cubicBezTo>
                <a:cubicBezTo>
                  <a:pt x="842065" y="1006944"/>
                  <a:pt x="840030" y="1005403"/>
                  <a:pt x="838287" y="1003216"/>
                </a:cubicBezTo>
                <a:lnTo>
                  <a:pt x="840488" y="985970"/>
                </a:lnTo>
                <a:cubicBezTo>
                  <a:pt x="841737" y="982228"/>
                  <a:pt x="843239" y="978754"/>
                  <a:pt x="845005" y="975572"/>
                </a:cubicBezTo>
                <a:cubicBezTo>
                  <a:pt x="846775" y="972377"/>
                  <a:pt x="848671" y="969613"/>
                  <a:pt x="850696" y="967273"/>
                </a:cubicBezTo>
                <a:cubicBezTo>
                  <a:pt x="852718" y="964930"/>
                  <a:pt x="854820" y="963100"/>
                  <a:pt x="856994" y="961787"/>
                </a:cubicBezTo>
                <a:cubicBezTo>
                  <a:pt x="859185" y="960478"/>
                  <a:pt x="861323" y="959815"/>
                  <a:pt x="863437" y="959815"/>
                </a:cubicBezTo>
                <a:close/>
                <a:moveTo>
                  <a:pt x="785698" y="959548"/>
                </a:moveTo>
                <a:cubicBezTo>
                  <a:pt x="790293" y="959548"/>
                  <a:pt x="793793" y="961049"/>
                  <a:pt x="796173" y="964039"/>
                </a:cubicBezTo>
                <a:cubicBezTo>
                  <a:pt x="798566" y="967019"/>
                  <a:pt x="799762" y="971573"/>
                  <a:pt x="799762" y="977672"/>
                </a:cubicBezTo>
                <a:cubicBezTo>
                  <a:pt x="799762" y="981821"/>
                  <a:pt x="799252" y="985789"/>
                  <a:pt x="798247" y="989584"/>
                </a:cubicBezTo>
                <a:cubicBezTo>
                  <a:pt x="797230" y="993376"/>
                  <a:pt x="795791" y="996710"/>
                  <a:pt x="793935" y="999611"/>
                </a:cubicBezTo>
                <a:cubicBezTo>
                  <a:pt x="792076" y="1002514"/>
                  <a:pt x="789822" y="1004818"/>
                  <a:pt x="787187" y="1006535"/>
                </a:cubicBezTo>
                <a:cubicBezTo>
                  <a:pt x="784542" y="1008255"/>
                  <a:pt x="781615" y="1009107"/>
                  <a:pt x="778393" y="1009107"/>
                </a:cubicBezTo>
                <a:cubicBezTo>
                  <a:pt x="773799" y="1009107"/>
                  <a:pt x="770312" y="1007579"/>
                  <a:pt x="767919" y="1004526"/>
                </a:cubicBezTo>
                <a:cubicBezTo>
                  <a:pt x="765539" y="1001470"/>
                  <a:pt x="764343" y="996939"/>
                  <a:pt x="764343" y="990920"/>
                </a:cubicBezTo>
                <a:cubicBezTo>
                  <a:pt x="764343" y="986770"/>
                  <a:pt x="764850" y="982799"/>
                  <a:pt x="765857" y="979020"/>
                </a:cubicBezTo>
                <a:cubicBezTo>
                  <a:pt x="766862" y="975229"/>
                  <a:pt x="768300" y="971891"/>
                  <a:pt x="770173" y="969017"/>
                </a:cubicBezTo>
                <a:cubicBezTo>
                  <a:pt x="772029" y="966140"/>
                  <a:pt x="774270" y="963850"/>
                  <a:pt x="776879" y="962117"/>
                </a:cubicBezTo>
                <a:cubicBezTo>
                  <a:pt x="779500" y="960413"/>
                  <a:pt x="782440" y="959548"/>
                  <a:pt x="785698" y="959548"/>
                </a:cubicBezTo>
                <a:close/>
                <a:moveTo>
                  <a:pt x="1689176" y="959547"/>
                </a:moveTo>
                <a:cubicBezTo>
                  <a:pt x="1693771" y="959547"/>
                  <a:pt x="1697271" y="961049"/>
                  <a:pt x="1699653" y="964039"/>
                </a:cubicBezTo>
                <a:cubicBezTo>
                  <a:pt x="1702044" y="967018"/>
                  <a:pt x="1703240" y="971573"/>
                  <a:pt x="1703240" y="977671"/>
                </a:cubicBezTo>
                <a:cubicBezTo>
                  <a:pt x="1703240" y="981821"/>
                  <a:pt x="1702733" y="985789"/>
                  <a:pt x="1701725" y="989584"/>
                </a:cubicBezTo>
                <a:cubicBezTo>
                  <a:pt x="1700708" y="993376"/>
                  <a:pt x="1699269" y="996710"/>
                  <a:pt x="1697412" y="999611"/>
                </a:cubicBezTo>
                <a:cubicBezTo>
                  <a:pt x="1695554" y="1002514"/>
                  <a:pt x="1693300" y="1004817"/>
                  <a:pt x="1690667" y="1006535"/>
                </a:cubicBezTo>
                <a:cubicBezTo>
                  <a:pt x="1688019" y="1008254"/>
                  <a:pt x="1685093" y="1009106"/>
                  <a:pt x="1681871" y="1009106"/>
                </a:cubicBezTo>
                <a:cubicBezTo>
                  <a:pt x="1677277" y="1009106"/>
                  <a:pt x="1673790" y="1007579"/>
                  <a:pt x="1671397" y="1004526"/>
                </a:cubicBezTo>
                <a:cubicBezTo>
                  <a:pt x="1669017" y="1001470"/>
                  <a:pt x="1667820" y="996939"/>
                  <a:pt x="1667820" y="990919"/>
                </a:cubicBezTo>
                <a:cubicBezTo>
                  <a:pt x="1667820" y="986770"/>
                  <a:pt x="1668331" y="982799"/>
                  <a:pt x="1669335" y="979020"/>
                </a:cubicBezTo>
                <a:cubicBezTo>
                  <a:pt x="1670340" y="975228"/>
                  <a:pt x="1671778" y="971891"/>
                  <a:pt x="1673650" y="969017"/>
                </a:cubicBezTo>
                <a:cubicBezTo>
                  <a:pt x="1675507" y="966140"/>
                  <a:pt x="1677748" y="963850"/>
                  <a:pt x="1680356" y="962117"/>
                </a:cubicBezTo>
                <a:cubicBezTo>
                  <a:pt x="1682978" y="960413"/>
                  <a:pt x="1685918" y="959547"/>
                  <a:pt x="1689176" y="959547"/>
                </a:cubicBezTo>
                <a:close/>
                <a:moveTo>
                  <a:pt x="939786" y="958884"/>
                </a:moveTo>
                <a:cubicBezTo>
                  <a:pt x="941529" y="958884"/>
                  <a:pt x="943296" y="959011"/>
                  <a:pt x="945093" y="959292"/>
                </a:cubicBezTo>
                <a:lnTo>
                  <a:pt x="942203" y="981692"/>
                </a:lnTo>
                <a:cubicBezTo>
                  <a:pt x="941006" y="985521"/>
                  <a:pt x="939620" y="989073"/>
                  <a:pt x="938029" y="992318"/>
                </a:cubicBezTo>
                <a:cubicBezTo>
                  <a:pt x="936452" y="995577"/>
                  <a:pt x="934719" y="998401"/>
                  <a:pt x="932862" y="1000783"/>
                </a:cubicBezTo>
                <a:cubicBezTo>
                  <a:pt x="931003" y="1003174"/>
                  <a:pt x="929030" y="1005046"/>
                  <a:pt x="926929" y="1006408"/>
                </a:cubicBezTo>
                <a:cubicBezTo>
                  <a:pt x="924844" y="1007757"/>
                  <a:pt x="922717" y="1008444"/>
                  <a:pt x="920568" y="1008444"/>
                </a:cubicBezTo>
                <a:cubicBezTo>
                  <a:pt x="917257" y="1008444"/>
                  <a:pt x="914725" y="1007158"/>
                  <a:pt x="912981" y="1004599"/>
                </a:cubicBezTo>
                <a:cubicBezTo>
                  <a:pt x="911238" y="1002030"/>
                  <a:pt x="910360" y="998148"/>
                  <a:pt x="910360" y="992928"/>
                </a:cubicBezTo>
                <a:cubicBezTo>
                  <a:pt x="910360" y="988424"/>
                  <a:pt x="911136" y="984109"/>
                  <a:pt x="912677" y="979985"/>
                </a:cubicBezTo>
                <a:cubicBezTo>
                  <a:pt x="914217" y="975862"/>
                  <a:pt x="916303" y="972235"/>
                  <a:pt x="918938" y="969117"/>
                </a:cubicBezTo>
                <a:cubicBezTo>
                  <a:pt x="921586" y="965998"/>
                  <a:pt x="924692" y="963505"/>
                  <a:pt x="928281" y="961659"/>
                </a:cubicBezTo>
                <a:cubicBezTo>
                  <a:pt x="931868" y="959813"/>
                  <a:pt x="935699" y="958884"/>
                  <a:pt x="939786" y="958884"/>
                </a:cubicBezTo>
                <a:close/>
                <a:moveTo>
                  <a:pt x="1391757" y="958758"/>
                </a:moveTo>
                <a:cubicBezTo>
                  <a:pt x="1393498" y="958758"/>
                  <a:pt x="1394976" y="958987"/>
                  <a:pt x="1396199" y="959431"/>
                </a:cubicBezTo>
                <a:cubicBezTo>
                  <a:pt x="1397419" y="959878"/>
                  <a:pt x="1398400" y="960439"/>
                  <a:pt x="1399162" y="961138"/>
                </a:cubicBezTo>
                <a:cubicBezTo>
                  <a:pt x="1399928" y="961824"/>
                  <a:pt x="1400475" y="962590"/>
                  <a:pt x="1400817" y="963402"/>
                </a:cubicBezTo>
                <a:cubicBezTo>
                  <a:pt x="1401161" y="964231"/>
                  <a:pt x="1401327" y="965019"/>
                  <a:pt x="1401327" y="965785"/>
                </a:cubicBezTo>
                <a:cubicBezTo>
                  <a:pt x="1401327" y="967349"/>
                  <a:pt x="1400972" y="968812"/>
                  <a:pt x="1400257" y="970200"/>
                </a:cubicBezTo>
                <a:cubicBezTo>
                  <a:pt x="1399546" y="971573"/>
                  <a:pt x="1398095" y="972885"/>
                  <a:pt x="1395894" y="974108"/>
                </a:cubicBezTo>
                <a:cubicBezTo>
                  <a:pt x="1393677" y="975328"/>
                  <a:pt x="1390548" y="976462"/>
                  <a:pt x="1386487" y="977479"/>
                </a:cubicBezTo>
                <a:cubicBezTo>
                  <a:pt x="1382414" y="978510"/>
                  <a:pt x="1377005" y="979451"/>
                  <a:pt x="1370259" y="980293"/>
                </a:cubicBezTo>
                <a:cubicBezTo>
                  <a:pt x="1370985" y="977224"/>
                  <a:pt x="1372003" y="974373"/>
                  <a:pt x="1373289" y="971765"/>
                </a:cubicBezTo>
                <a:cubicBezTo>
                  <a:pt x="1374575" y="969156"/>
                  <a:pt x="1376126" y="966879"/>
                  <a:pt x="1377972" y="964943"/>
                </a:cubicBezTo>
                <a:cubicBezTo>
                  <a:pt x="1379805" y="963008"/>
                  <a:pt x="1381880" y="961493"/>
                  <a:pt x="1384171" y="960399"/>
                </a:cubicBezTo>
                <a:cubicBezTo>
                  <a:pt x="1386474" y="959305"/>
                  <a:pt x="1388994" y="958758"/>
                  <a:pt x="1391757" y="958758"/>
                </a:cubicBezTo>
                <a:close/>
                <a:moveTo>
                  <a:pt x="2147794" y="958350"/>
                </a:moveTo>
                <a:cubicBezTo>
                  <a:pt x="2151230" y="958350"/>
                  <a:pt x="2153942" y="959331"/>
                  <a:pt x="2155888" y="961290"/>
                </a:cubicBezTo>
                <a:cubicBezTo>
                  <a:pt x="2157847" y="963263"/>
                  <a:pt x="2158815" y="966139"/>
                  <a:pt x="2158815" y="969918"/>
                </a:cubicBezTo>
                <a:cubicBezTo>
                  <a:pt x="2158778" y="972059"/>
                  <a:pt x="2158433" y="974170"/>
                  <a:pt x="2157783" y="976245"/>
                </a:cubicBezTo>
                <a:cubicBezTo>
                  <a:pt x="2157134" y="978320"/>
                  <a:pt x="2156193" y="980177"/>
                  <a:pt x="2154959" y="981820"/>
                </a:cubicBezTo>
                <a:cubicBezTo>
                  <a:pt x="2153710" y="983474"/>
                  <a:pt x="2152185" y="984823"/>
                  <a:pt x="2150339" y="985841"/>
                </a:cubicBezTo>
                <a:cubicBezTo>
                  <a:pt x="2148506" y="986872"/>
                  <a:pt x="2146418" y="987382"/>
                  <a:pt x="2144078" y="987382"/>
                </a:cubicBezTo>
                <a:cubicBezTo>
                  <a:pt x="2140628" y="987382"/>
                  <a:pt x="2137955" y="986351"/>
                  <a:pt x="2136047" y="984300"/>
                </a:cubicBezTo>
                <a:cubicBezTo>
                  <a:pt x="2134136" y="982251"/>
                  <a:pt x="2133182" y="979312"/>
                  <a:pt x="2133182" y="975470"/>
                </a:cubicBezTo>
                <a:cubicBezTo>
                  <a:pt x="2133182" y="973292"/>
                  <a:pt x="2133500" y="971154"/>
                  <a:pt x="2134150" y="969093"/>
                </a:cubicBezTo>
                <a:cubicBezTo>
                  <a:pt x="2134787" y="967018"/>
                  <a:pt x="2135728" y="965185"/>
                  <a:pt x="2136974" y="963607"/>
                </a:cubicBezTo>
                <a:cubicBezTo>
                  <a:pt x="2138211" y="962016"/>
                  <a:pt x="2139739" y="960756"/>
                  <a:pt x="2141556" y="959789"/>
                </a:cubicBezTo>
                <a:cubicBezTo>
                  <a:pt x="2143378" y="958834"/>
                  <a:pt x="2145453" y="958350"/>
                  <a:pt x="2147794" y="958350"/>
                </a:cubicBezTo>
                <a:close/>
                <a:moveTo>
                  <a:pt x="1127611" y="950393"/>
                </a:moveTo>
                <a:lnTo>
                  <a:pt x="1122304" y="993602"/>
                </a:lnTo>
                <a:cubicBezTo>
                  <a:pt x="1121794" y="997702"/>
                  <a:pt x="1121807" y="1001354"/>
                  <a:pt x="1122341" y="1004536"/>
                </a:cubicBezTo>
                <a:cubicBezTo>
                  <a:pt x="1122864" y="1007718"/>
                  <a:pt x="1123842" y="1010403"/>
                  <a:pt x="1125268" y="1012591"/>
                </a:cubicBezTo>
                <a:cubicBezTo>
                  <a:pt x="1126696" y="1014781"/>
                  <a:pt x="1128539" y="1016436"/>
                  <a:pt x="1130816" y="1017582"/>
                </a:cubicBezTo>
                <a:cubicBezTo>
                  <a:pt x="1133083" y="1018713"/>
                  <a:pt x="1135692" y="1019286"/>
                  <a:pt x="1138632" y="1019286"/>
                </a:cubicBezTo>
                <a:cubicBezTo>
                  <a:pt x="1143418" y="1019286"/>
                  <a:pt x="1148062" y="1017874"/>
                  <a:pt x="1152583" y="1015060"/>
                </a:cubicBezTo>
                <a:cubicBezTo>
                  <a:pt x="1157111" y="1012260"/>
                  <a:pt x="1161184" y="1008086"/>
                  <a:pt x="1164824" y="1002561"/>
                </a:cubicBezTo>
                <a:lnTo>
                  <a:pt x="1163998" y="1013661"/>
                </a:lnTo>
                <a:cubicBezTo>
                  <a:pt x="1163998" y="1016777"/>
                  <a:pt x="1165626" y="1018345"/>
                  <a:pt x="1168884" y="1018345"/>
                </a:cubicBezTo>
                <a:lnTo>
                  <a:pt x="1175566" y="1018345"/>
                </a:lnTo>
                <a:lnTo>
                  <a:pt x="1184044" y="950393"/>
                </a:lnTo>
                <a:lnTo>
                  <a:pt x="1170604" y="950393"/>
                </a:lnTo>
                <a:lnTo>
                  <a:pt x="1166339" y="985368"/>
                </a:lnTo>
                <a:cubicBezTo>
                  <a:pt x="1165092" y="988842"/>
                  <a:pt x="1163617" y="992011"/>
                  <a:pt x="1161884" y="994862"/>
                </a:cubicBezTo>
                <a:cubicBezTo>
                  <a:pt x="1160167" y="997725"/>
                  <a:pt x="1158297" y="1000158"/>
                  <a:pt x="1156272" y="1002156"/>
                </a:cubicBezTo>
                <a:cubicBezTo>
                  <a:pt x="1154250" y="1004165"/>
                  <a:pt x="1152162" y="1005720"/>
                  <a:pt x="1149998" y="1006813"/>
                </a:cubicBezTo>
                <a:cubicBezTo>
                  <a:pt x="1147846" y="1007894"/>
                  <a:pt x="1145735" y="1008444"/>
                  <a:pt x="1143660" y="1008444"/>
                </a:cubicBezTo>
                <a:cubicBezTo>
                  <a:pt x="1140223" y="1008444"/>
                  <a:pt x="1137882" y="1007247"/>
                  <a:pt x="1136633" y="1004841"/>
                </a:cubicBezTo>
                <a:cubicBezTo>
                  <a:pt x="1135400" y="1002422"/>
                  <a:pt x="1135095" y="998680"/>
                  <a:pt x="1135745" y="993602"/>
                </a:cubicBezTo>
                <a:lnTo>
                  <a:pt x="1140975" y="950393"/>
                </a:lnTo>
                <a:close/>
                <a:moveTo>
                  <a:pt x="1257505" y="950393"/>
                </a:moveTo>
                <a:lnTo>
                  <a:pt x="1255685" y="965170"/>
                </a:lnTo>
                <a:lnTo>
                  <a:pt x="1249105" y="1018345"/>
                </a:lnTo>
                <a:lnTo>
                  <a:pt x="1262330" y="1018345"/>
                </a:lnTo>
                <a:lnTo>
                  <a:pt x="1267737" y="975034"/>
                </a:lnTo>
                <a:lnTo>
                  <a:pt x="1270806" y="950393"/>
                </a:lnTo>
                <a:close/>
                <a:moveTo>
                  <a:pt x="1863295" y="950393"/>
                </a:moveTo>
                <a:lnTo>
                  <a:pt x="1857988" y="993601"/>
                </a:lnTo>
                <a:cubicBezTo>
                  <a:pt x="1857478" y="997701"/>
                  <a:pt x="1857491" y="1001353"/>
                  <a:pt x="1858025" y="1004535"/>
                </a:cubicBezTo>
                <a:cubicBezTo>
                  <a:pt x="1858548" y="1007717"/>
                  <a:pt x="1859527" y="1010402"/>
                  <a:pt x="1860952" y="1012590"/>
                </a:cubicBezTo>
                <a:cubicBezTo>
                  <a:pt x="1862377" y="1014781"/>
                  <a:pt x="1864224" y="1016435"/>
                  <a:pt x="1866501" y="1017581"/>
                </a:cubicBezTo>
                <a:cubicBezTo>
                  <a:pt x="1868781" y="1018712"/>
                  <a:pt x="1871376" y="1019285"/>
                  <a:pt x="1874316" y="1019285"/>
                </a:cubicBezTo>
                <a:cubicBezTo>
                  <a:pt x="1879102" y="1019285"/>
                  <a:pt x="1883746" y="1017873"/>
                  <a:pt x="1888264" y="1015059"/>
                </a:cubicBezTo>
                <a:cubicBezTo>
                  <a:pt x="1892795" y="1012259"/>
                  <a:pt x="1896869" y="1008085"/>
                  <a:pt x="1900508" y="1002560"/>
                </a:cubicBezTo>
                <a:lnTo>
                  <a:pt x="1899682" y="1013660"/>
                </a:lnTo>
                <a:cubicBezTo>
                  <a:pt x="1899682" y="1016776"/>
                  <a:pt x="1901310" y="1018344"/>
                  <a:pt x="1904568" y="1018344"/>
                </a:cubicBezTo>
                <a:lnTo>
                  <a:pt x="1911251" y="1018344"/>
                </a:lnTo>
                <a:lnTo>
                  <a:pt x="1919729" y="950393"/>
                </a:lnTo>
                <a:lnTo>
                  <a:pt x="1906301" y="950393"/>
                </a:lnTo>
                <a:lnTo>
                  <a:pt x="1902023" y="985367"/>
                </a:lnTo>
                <a:cubicBezTo>
                  <a:pt x="1900776" y="988841"/>
                  <a:pt x="1899298" y="992010"/>
                  <a:pt x="1897568" y="994861"/>
                </a:cubicBezTo>
                <a:cubicBezTo>
                  <a:pt x="1895851" y="997724"/>
                  <a:pt x="1893981" y="1000157"/>
                  <a:pt x="1891956" y="1002155"/>
                </a:cubicBezTo>
                <a:cubicBezTo>
                  <a:pt x="1889934" y="1004164"/>
                  <a:pt x="1887846" y="1005719"/>
                  <a:pt x="1885695" y="1006813"/>
                </a:cubicBezTo>
                <a:cubicBezTo>
                  <a:pt x="1883531" y="1007893"/>
                  <a:pt x="1881419" y="1008443"/>
                  <a:pt x="1879357" y="1008443"/>
                </a:cubicBezTo>
                <a:cubicBezTo>
                  <a:pt x="1875907" y="1008443"/>
                  <a:pt x="1873567" y="1007246"/>
                  <a:pt x="1872318" y="1004840"/>
                </a:cubicBezTo>
                <a:cubicBezTo>
                  <a:pt x="1871084" y="1002421"/>
                  <a:pt x="1870779" y="998679"/>
                  <a:pt x="1871426" y="993601"/>
                </a:cubicBezTo>
                <a:lnTo>
                  <a:pt x="1876659" y="950393"/>
                </a:lnTo>
                <a:close/>
                <a:moveTo>
                  <a:pt x="1392520" y="949441"/>
                </a:moveTo>
                <a:cubicBezTo>
                  <a:pt x="1388741" y="949441"/>
                  <a:pt x="1385227" y="950001"/>
                  <a:pt x="1381969" y="951082"/>
                </a:cubicBezTo>
                <a:cubicBezTo>
                  <a:pt x="1378711" y="952176"/>
                  <a:pt x="1375721" y="953691"/>
                  <a:pt x="1373010" y="955639"/>
                </a:cubicBezTo>
                <a:cubicBezTo>
                  <a:pt x="1370299" y="957575"/>
                  <a:pt x="1367893" y="959876"/>
                  <a:pt x="1365781" y="962550"/>
                </a:cubicBezTo>
                <a:cubicBezTo>
                  <a:pt x="1363667" y="965235"/>
                  <a:pt x="1361873" y="968125"/>
                  <a:pt x="1360398" y="971218"/>
                </a:cubicBezTo>
                <a:cubicBezTo>
                  <a:pt x="1358933" y="974323"/>
                  <a:pt x="1357813" y="977595"/>
                  <a:pt x="1357061" y="981042"/>
                </a:cubicBezTo>
                <a:cubicBezTo>
                  <a:pt x="1356298" y="984506"/>
                  <a:pt x="1355917" y="987993"/>
                  <a:pt x="1355917" y="991517"/>
                </a:cubicBezTo>
                <a:cubicBezTo>
                  <a:pt x="1355917" y="995756"/>
                  <a:pt x="1356527" y="999574"/>
                  <a:pt x="1357750" y="1002985"/>
                </a:cubicBezTo>
                <a:cubicBezTo>
                  <a:pt x="1358973" y="1006396"/>
                  <a:pt x="1360703" y="1009309"/>
                  <a:pt x="1362954" y="1011716"/>
                </a:cubicBezTo>
                <a:cubicBezTo>
                  <a:pt x="1365194" y="1014122"/>
                  <a:pt x="1367943" y="1015978"/>
                  <a:pt x="1371190" y="1017304"/>
                </a:cubicBezTo>
                <a:cubicBezTo>
                  <a:pt x="1374422" y="1018613"/>
                  <a:pt x="1378035" y="1019276"/>
                  <a:pt x="1382032" y="1019276"/>
                </a:cubicBezTo>
                <a:cubicBezTo>
                  <a:pt x="1385075" y="1019276"/>
                  <a:pt x="1387876" y="1019021"/>
                  <a:pt x="1390445" y="1018500"/>
                </a:cubicBezTo>
                <a:cubicBezTo>
                  <a:pt x="1393017" y="1017990"/>
                  <a:pt x="1395486" y="1017175"/>
                  <a:pt x="1397853" y="1016055"/>
                </a:cubicBezTo>
                <a:cubicBezTo>
                  <a:pt x="1400220" y="1014947"/>
                  <a:pt x="1402523" y="1013535"/>
                  <a:pt x="1404777" y="1011855"/>
                </a:cubicBezTo>
                <a:cubicBezTo>
                  <a:pt x="1407031" y="1010151"/>
                  <a:pt x="1409345" y="1008126"/>
                  <a:pt x="1411738" y="1005759"/>
                </a:cubicBezTo>
                <a:lnTo>
                  <a:pt x="1408367" y="1001752"/>
                </a:lnTo>
                <a:cubicBezTo>
                  <a:pt x="1407996" y="1001394"/>
                  <a:pt x="1407614" y="1001089"/>
                  <a:pt x="1407220" y="1000847"/>
                </a:cubicBezTo>
                <a:cubicBezTo>
                  <a:pt x="1406839" y="1000605"/>
                  <a:pt x="1406392" y="1000476"/>
                  <a:pt x="1405884" y="1000476"/>
                </a:cubicBezTo>
                <a:cubicBezTo>
                  <a:pt x="1405095" y="1000476"/>
                  <a:pt x="1404343" y="1000694"/>
                  <a:pt x="1403604" y="1001115"/>
                </a:cubicBezTo>
                <a:cubicBezTo>
                  <a:pt x="1402868" y="1001533"/>
                  <a:pt x="1402079" y="1002056"/>
                  <a:pt x="1401227" y="1002680"/>
                </a:cubicBezTo>
                <a:cubicBezTo>
                  <a:pt x="1400372" y="1003316"/>
                  <a:pt x="1399444" y="1003989"/>
                  <a:pt x="1398439" y="1004728"/>
                </a:cubicBezTo>
                <a:cubicBezTo>
                  <a:pt x="1397432" y="1005467"/>
                  <a:pt x="1396275" y="1006140"/>
                  <a:pt x="1394950" y="1006764"/>
                </a:cubicBezTo>
                <a:cubicBezTo>
                  <a:pt x="1393653" y="1007390"/>
                  <a:pt x="1392138" y="1007910"/>
                  <a:pt x="1390445" y="1008331"/>
                </a:cubicBezTo>
                <a:cubicBezTo>
                  <a:pt x="1388741" y="1008762"/>
                  <a:pt x="1386818" y="1008967"/>
                  <a:pt x="1384654" y="1008967"/>
                </a:cubicBezTo>
                <a:cubicBezTo>
                  <a:pt x="1379424" y="1008967"/>
                  <a:pt x="1375503" y="1007476"/>
                  <a:pt x="1372907" y="1004486"/>
                </a:cubicBezTo>
                <a:cubicBezTo>
                  <a:pt x="1370312" y="1001510"/>
                  <a:pt x="1369013" y="997092"/>
                  <a:pt x="1369013" y="991251"/>
                </a:cubicBezTo>
                <a:lnTo>
                  <a:pt x="1369013" y="990042"/>
                </a:lnTo>
                <a:cubicBezTo>
                  <a:pt x="1369013" y="989647"/>
                  <a:pt x="1369039" y="989239"/>
                  <a:pt x="1369076" y="988845"/>
                </a:cubicBezTo>
                <a:cubicBezTo>
                  <a:pt x="1378088" y="987953"/>
                  <a:pt x="1385456" y="986770"/>
                  <a:pt x="1391197" y="985295"/>
                </a:cubicBezTo>
                <a:cubicBezTo>
                  <a:pt x="1396951" y="983830"/>
                  <a:pt x="1401456" y="982100"/>
                  <a:pt x="1404737" y="980114"/>
                </a:cubicBezTo>
                <a:cubicBezTo>
                  <a:pt x="1408022" y="978129"/>
                  <a:pt x="1410289" y="975901"/>
                  <a:pt x="1411535" y="973432"/>
                </a:cubicBezTo>
                <a:cubicBezTo>
                  <a:pt x="1412769" y="970950"/>
                  <a:pt x="1413395" y="968238"/>
                  <a:pt x="1413395" y="965298"/>
                </a:cubicBezTo>
                <a:cubicBezTo>
                  <a:pt x="1413395" y="963518"/>
                  <a:pt x="1412974" y="961685"/>
                  <a:pt x="1412146" y="959813"/>
                </a:cubicBezTo>
                <a:cubicBezTo>
                  <a:pt x="1411317" y="957943"/>
                  <a:pt x="1410047" y="956236"/>
                  <a:pt x="1408327" y="954698"/>
                </a:cubicBezTo>
                <a:cubicBezTo>
                  <a:pt x="1406610" y="953157"/>
                  <a:pt x="1404433" y="951897"/>
                  <a:pt x="1401811" y="950916"/>
                </a:cubicBezTo>
                <a:cubicBezTo>
                  <a:pt x="1399189" y="949938"/>
                  <a:pt x="1396097" y="949441"/>
                  <a:pt x="1392520" y="949441"/>
                </a:cubicBezTo>
                <a:close/>
                <a:moveTo>
                  <a:pt x="941580" y="949391"/>
                </a:moveTo>
                <a:cubicBezTo>
                  <a:pt x="937393" y="949391"/>
                  <a:pt x="933383" y="949952"/>
                  <a:pt x="929554" y="951098"/>
                </a:cubicBezTo>
                <a:cubicBezTo>
                  <a:pt x="925723" y="952229"/>
                  <a:pt x="922146" y="953820"/>
                  <a:pt x="918835" y="955882"/>
                </a:cubicBezTo>
                <a:cubicBezTo>
                  <a:pt x="915527" y="957933"/>
                  <a:pt x="912537" y="960389"/>
                  <a:pt x="909850" y="963240"/>
                </a:cubicBezTo>
                <a:cubicBezTo>
                  <a:pt x="907165" y="966090"/>
                  <a:pt x="904848" y="969209"/>
                  <a:pt x="902929" y="972593"/>
                </a:cubicBezTo>
                <a:cubicBezTo>
                  <a:pt x="900993" y="975978"/>
                  <a:pt x="899515" y="979607"/>
                  <a:pt x="898474" y="983462"/>
                </a:cubicBezTo>
                <a:cubicBezTo>
                  <a:pt x="897443" y="987320"/>
                  <a:pt x="896933" y="991251"/>
                  <a:pt x="896933" y="995272"/>
                </a:cubicBezTo>
                <a:cubicBezTo>
                  <a:pt x="896933" y="999156"/>
                  <a:pt x="897380" y="1002579"/>
                  <a:pt x="898269" y="1005570"/>
                </a:cubicBezTo>
                <a:cubicBezTo>
                  <a:pt x="899173" y="1008559"/>
                  <a:pt x="900433" y="1011068"/>
                  <a:pt x="902063" y="1013091"/>
                </a:cubicBezTo>
                <a:cubicBezTo>
                  <a:pt x="903691" y="1015115"/>
                  <a:pt x="905640" y="1016667"/>
                  <a:pt x="907917" y="1017711"/>
                </a:cubicBezTo>
                <a:cubicBezTo>
                  <a:pt x="910194" y="1018755"/>
                  <a:pt x="912703" y="1019275"/>
                  <a:pt x="915464" y="1019275"/>
                </a:cubicBezTo>
                <a:cubicBezTo>
                  <a:pt x="917946" y="1019275"/>
                  <a:pt x="920350" y="1018857"/>
                  <a:pt x="922667" y="1018003"/>
                </a:cubicBezTo>
                <a:cubicBezTo>
                  <a:pt x="924984" y="1017164"/>
                  <a:pt x="927185" y="1015954"/>
                  <a:pt x="929286" y="1014403"/>
                </a:cubicBezTo>
                <a:cubicBezTo>
                  <a:pt x="931371" y="1012835"/>
                  <a:pt x="933346" y="1010952"/>
                  <a:pt x="935203" y="1008738"/>
                </a:cubicBezTo>
                <a:cubicBezTo>
                  <a:pt x="937062" y="1006537"/>
                  <a:pt x="938805" y="1004081"/>
                  <a:pt x="940409" y="1001357"/>
                </a:cubicBezTo>
                <a:lnTo>
                  <a:pt x="939302" y="1013856"/>
                </a:lnTo>
                <a:cubicBezTo>
                  <a:pt x="939302" y="1015115"/>
                  <a:pt x="939607" y="1016170"/>
                  <a:pt x="940204" y="1017038"/>
                </a:cubicBezTo>
                <a:cubicBezTo>
                  <a:pt x="940804" y="1017903"/>
                  <a:pt x="941961" y="1018347"/>
                  <a:pt x="943717" y="1018347"/>
                </a:cubicBezTo>
                <a:lnTo>
                  <a:pt x="950744" y="1018347"/>
                </a:lnTo>
                <a:lnTo>
                  <a:pt x="959157" y="952534"/>
                </a:lnTo>
                <a:cubicBezTo>
                  <a:pt x="956306" y="951377"/>
                  <a:pt x="953416" y="950562"/>
                  <a:pt x="950502" y="950091"/>
                </a:cubicBezTo>
                <a:cubicBezTo>
                  <a:pt x="947589" y="949620"/>
                  <a:pt x="944609" y="949391"/>
                  <a:pt x="941580" y="949391"/>
                </a:cubicBezTo>
                <a:close/>
                <a:moveTo>
                  <a:pt x="2149308" y="949391"/>
                </a:moveTo>
                <a:cubicBezTo>
                  <a:pt x="2144714" y="949391"/>
                  <a:pt x="2140654" y="950143"/>
                  <a:pt x="2137113" y="951632"/>
                </a:cubicBezTo>
                <a:cubicBezTo>
                  <a:pt x="2133577" y="953120"/>
                  <a:pt x="2130611" y="955092"/>
                  <a:pt x="2128217" y="957525"/>
                </a:cubicBezTo>
                <a:cubicBezTo>
                  <a:pt x="2125838" y="959941"/>
                  <a:pt x="2124019" y="962729"/>
                  <a:pt x="2122771" y="965848"/>
                </a:cubicBezTo>
                <a:cubicBezTo>
                  <a:pt x="2121536" y="968966"/>
                  <a:pt x="2120913" y="972159"/>
                  <a:pt x="2120913" y="975406"/>
                </a:cubicBezTo>
                <a:cubicBezTo>
                  <a:pt x="2120913" y="978751"/>
                  <a:pt x="2121433" y="981668"/>
                  <a:pt x="2122464" y="984161"/>
                </a:cubicBezTo>
                <a:cubicBezTo>
                  <a:pt x="2123497" y="986670"/>
                  <a:pt x="2124908" y="988757"/>
                  <a:pt x="2126667" y="990425"/>
                </a:cubicBezTo>
                <a:cubicBezTo>
                  <a:pt x="2128436" y="992089"/>
                  <a:pt x="2130498" y="993352"/>
                  <a:pt x="2132838" y="994204"/>
                </a:cubicBezTo>
                <a:cubicBezTo>
                  <a:pt x="2135179" y="995043"/>
                  <a:pt x="2137688" y="995476"/>
                  <a:pt x="2140346" y="995476"/>
                </a:cubicBezTo>
                <a:cubicBezTo>
                  <a:pt x="2143199" y="995476"/>
                  <a:pt x="2145693" y="995158"/>
                  <a:pt x="2147856" y="994535"/>
                </a:cubicBezTo>
                <a:cubicBezTo>
                  <a:pt x="2150021" y="993912"/>
                  <a:pt x="2151967" y="993020"/>
                  <a:pt x="2153710" y="991861"/>
                </a:cubicBezTo>
                <a:cubicBezTo>
                  <a:pt x="2152795" y="993594"/>
                  <a:pt x="2152133" y="995221"/>
                  <a:pt x="2151725" y="996710"/>
                </a:cubicBezTo>
                <a:cubicBezTo>
                  <a:pt x="2151306" y="998201"/>
                  <a:pt x="2151101" y="999613"/>
                  <a:pt x="2151101" y="1000949"/>
                </a:cubicBezTo>
                <a:cubicBezTo>
                  <a:pt x="2151101" y="1001980"/>
                  <a:pt x="2151204" y="1002921"/>
                  <a:pt x="2151406" y="1003763"/>
                </a:cubicBezTo>
                <a:cubicBezTo>
                  <a:pt x="2151612" y="1004615"/>
                  <a:pt x="2151904" y="1005417"/>
                  <a:pt x="2152272" y="1006166"/>
                </a:cubicBezTo>
                <a:cubicBezTo>
                  <a:pt x="2149192" y="1005722"/>
                  <a:pt x="2146011" y="1005493"/>
                  <a:pt x="2142728" y="1005467"/>
                </a:cubicBezTo>
                <a:cubicBezTo>
                  <a:pt x="2139444" y="1005440"/>
                  <a:pt x="2136210" y="1005672"/>
                  <a:pt x="2133044" y="1006143"/>
                </a:cubicBezTo>
                <a:cubicBezTo>
                  <a:pt x="2129871" y="1006613"/>
                  <a:pt x="2126867" y="1007339"/>
                  <a:pt x="2124019" y="1008344"/>
                </a:cubicBezTo>
                <a:cubicBezTo>
                  <a:pt x="2121168" y="1009348"/>
                  <a:pt x="2118661" y="1010647"/>
                  <a:pt x="2116511" y="1012225"/>
                </a:cubicBezTo>
                <a:cubicBezTo>
                  <a:pt x="2114347" y="1013803"/>
                  <a:pt x="2112640" y="1015712"/>
                  <a:pt x="2111380" y="1017939"/>
                </a:cubicBezTo>
                <a:cubicBezTo>
                  <a:pt x="2110107" y="1020167"/>
                  <a:pt x="2109483" y="1022739"/>
                  <a:pt x="2109483" y="1025626"/>
                </a:cubicBezTo>
                <a:cubicBezTo>
                  <a:pt x="2109483" y="1028135"/>
                  <a:pt x="2110120" y="1030425"/>
                  <a:pt x="2111406" y="1032526"/>
                </a:cubicBezTo>
                <a:cubicBezTo>
                  <a:pt x="2112692" y="1034612"/>
                  <a:pt x="2114511" y="1036408"/>
                  <a:pt x="2116852" y="1037909"/>
                </a:cubicBezTo>
                <a:cubicBezTo>
                  <a:pt x="2119196" y="1039398"/>
                  <a:pt x="2122033" y="1040557"/>
                  <a:pt x="2125368" y="1041383"/>
                </a:cubicBezTo>
                <a:cubicBezTo>
                  <a:pt x="2128689" y="1042212"/>
                  <a:pt x="2132404" y="1042619"/>
                  <a:pt x="2136491" y="1042619"/>
                </a:cubicBezTo>
                <a:cubicBezTo>
                  <a:pt x="2141595" y="1042619"/>
                  <a:pt x="2146176" y="1041970"/>
                  <a:pt x="2150237" y="1040684"/>
                </a:cubicBezTo>
                <a:cubicBezTo>
                  <a:pt x="2154297" y="1039385"/>
                  <a:pt x="2157744" y="1037641"/>
                  <a:pt x="2160571" y="1035427"/>
                </a:cubicBezTo>
                <a:cubicBezTo>
                  <a:pt x="2163395" y="1033226"/>
                  <a:pt x="2165573" y="1030667"/>
                  <a:pt x="2167087" y="1027777"/>
                </a:cubicBezTo>
                <a:cubicBezTo>
                  <a:pt x="2168602" y="1024876"/>
                  <a:pt x="2169378" y="1021821"/>
                  <a:pt x="2169428" y="1018615"/>
                </a:cubicBezTo>
                <a:cubicBezTo>
                  <a:pt x="2169428" y="1016070"/>
                  <a:pt x="2168984" y="1013866"/>
                  <a:pt x="2168092" y="1011996"/>
                </a:cubicBezTo>
                <a:cubicBezTo>
                  <a:pt x="2167190" y="1010113"/>
                  <a:pt x="2166196" y="1008370"/>
                  <a:pt x="2165115" y="1006740"/>
                </a:cubicBezTo>
                <a:cubicBezTo>
                  <a:pt x="2164045" y="1005112"/>
                  <a:pt x="2163053" y="1003534"/>
                  <a:pt x="2162162" y="1001993"/>
                </a:cubicBezTo>
                <a:cubicBezTo>
                  <a:pt x="2161257" y="1000452"/>
                  <a:pt x="2160813" y="998771"/>
                  <a:pt x="2160813" y="996941"/>
                </a:cubicBezTo>
                <a:cubicBezTo>
                  <a:pt x="2160813" y="995298"/>
                  <a:pt x="2161068" y="993770"/>
                  <a:pt x="2161576" y="992358"/>
                </a:cubicBezTo>
                <a:cubicBezTo>
                  <a:pt x="2162086" y="990959"/>
                  <a:pt x="2162709" y="989596"/>
                  <a:pt x="2163472" y="988287"/>
                </a:cubicBezTo>
                <a:cubicBezTo>
                  <a:pt x="2164224" y="986975"/>
                  <a:pt x="2165039" y="985652"/>
                  <a:pt x="2165915" y="984340"/>
                </a:cubicBezTo>
                <a:cubicBezTo>
                  <a:pt x="2166796" y="983017"/>
                  <a:pt x="2167595" y="981629"/>
                  <a:pt x="2168360" y="980153"/>
                </a:cubicBezTo>
                <a:cubicBezTo>
                  <a:pt x="2169109" y="978688"/>
                  <a:pt x="2169746" y="977074"/>
                  <a:pt x="2170256" y="975304"/>
                </a:cubicBezTo>
                <a:cubicBezTo>
                  <a:pt x="2170766" y="973548"/>
                  <a:pt x="2171032" y="971575"/>
                  <a:pt x="2171082" y="969385"/>
                </a:cubicBezTo>
                <a:cubicBezTo>
                  <a:pt x="2171082" y="968049"/>
                  <a:pt x="2170995" y="966776"/>
                  <a:pt x="2170803" y="965579"/>
                </a:cubicBezTo>
                <a:cubicBezTo>
                  <a:pt x="2170624" y="964370"/>
                  <a:pt x="2170346" y="963265"/>
                  <a:pt x="2169978" y="962234"/>
                </a:cubicBezTo>
                <a:lnTo>
                  <a:pt x="2178250" y="960630"/>
                </a:lnTo>
                <a:cubicBezTo>
                  <a:pt x="2179941" y="960094"/>
                  <a:pt x="2180909" y="958937"/>
                  <a:pt x="2181138" y="957154"/>
                </a:cubicBezTo>
                <a:lnTo>
                  <a:pt x="2181761" y="952802"/>
                </a:lnTo>
                <a:lnTo>
                  <a:pt x="2162544" y="952802"/>
                </a:lnTo>
                <a:cubicBezTo>
                  <a:pt x="2160698" y="951645"/>
                  <a:pt x="2158648" y="950780"/>
                  <a:pt x="2156409" y="950230"/>
                </a:cubicBezTo>
                <a:cubicBezTo>
                  <a:pt x="2154157" y="949672"/>
                  <a:pt x="2151788" y="949391"/>
                  <a:pt x="2149308" y="949391"/>
                </a:cubicBezTo>
                <a:close/>
                <a:moveTo>
                  <a:pt x="1222732" y="949389"/>
                </a:moveTo>
                <a:cubicBezTo>
                  <a:pt x="1218698" y="949389"/>
                  <a:pt x="1215072" y="950013"/>
                  <a:pt x="1211890" y="951262"/>
                </a:cubicBezTo>
                <a:cubicBezTo>
                  <a:pt x="1208695" y="952508"/>
                  <a:pt x="1205983" y="954175"/>
                  <a:pt x="1203756" y="956274"/>
                </a:cubicBezTo>
                <a:cubicBezTo>
                  <a:pt x="1201516" y="958375"/>
                  <a:pt x="1199812" y="960768"/>
                  <a:pt x="1198615" y="963466"/>
                </a:cubicBezTo>
                <a:cubicBezTo>
                  <a:pt x="1197419" y="966164"/>
                  <a:pt x="1196832" y="968965"/>
                  <a:pt x="1196832" y="971852"/>
                </a:cubicBezTo>
                <a:cubicBezTo>
                  <a:pt x="1196832" y="974309"/>
                  <a:pt x="1197240" y="976397"/>
                  <a:pt x="1198068" y="978116"/>
                </a:cubicBezTo>
                <a:cubicBezTo>
                  <a:pt x="1198894" y="979834"/>
                  <a:pt x="1199977" y="981283"/>
                  <a:pt x="1201300" y="982492"/>
                </a:cubicBezTo>
                <a:cubicBezTo>
                  <a:pt x="1202636" y="983689"/>
                  <a:pt x="1204164" y="984696"/>
                  <a:pt x="1205881" y="985472"/>
                </a:cubicBezTo>
                <a:cubicBezTo>
                  <a:pt x="1207614" y="986247"/>
                  <a:pt x="1209357" y="986960"/>
                  <a:pt x="1211124" y="987610"/>
                </a:cubicBezTo>
                <a:cubicBezTo>
                  <a:pt x="1212894" y="988259"/>
                  <a:pt x="1214638" y="988882"/>
                  <a:pt x="1216357" y="989479"/>
                </a:cubicBezTo>
                <a:cubicBezTo>
                  <a:pt x="1218088" y="990079"/>
                  <a:pt x="1219616" y="990778"/>
                  <a:pt x="1220951" y="991554"/>
                </a:cubicBezTo>
                <a:cubicBezTo>
                  <a:pt x="1222274" y="992333"/>
                  <a:pt x="1223355" y="993298"/>
                  <a:pt x="1224183" y="994431"/>
                </a:cubicBezTo>
                <a:cubicBezTo>
                  <a:pt x="1225012" y="995565"/>
                  <a:pt x="1225417" y="996964"/>
                  <a:pt x="1225417" y="998607"/>
                </a:cubicBezTo>
                <a:cubicBezTo>
                  <a:pt x="1225417" y="1000172"/>
                  <a:pt x="1225112" y="1001634"/>
                  <a:pt x="1224488" y="1003022"/>
                </a:cubicBezTo>
                <a:cubicBezTo>
                  <a:pt x="1223865" y="1004408"/>
                  <a:pt x="1222961" y="1005618"/>
                  <a:pt x="1221764" y="1006675"/>
                </a:cubicBezTo>
                <a:cubicBezTo>
                  <a:pt x="1220581" y="1007719"/>
                  <a:pt x="1219119" y="1008558"/>
                  <a:pt x="1217399" y="1009171"/>
                </a:cubicBezTo>
                <a:cubicBezTo>
                  <a:pt x="1215669" y="1009794"/>
                  <a:pt x="1213736" y="1010112"/>
                  <a:pt x="1211572" y="1010112"/>
                </a:cubicBezTo>
                <a:cubicBezTo>
                  <a:pt x="1209052" y="1010112"/>
                  <a:pt x="1206977" y="1009794"/>
                  <a:pt x="1205373" y="1009171"/>
                </a:cubicBezTo>
                <a:cubicBezTo>
                  <a:pt x="1203756" y="1008558"/>
                  <a:pt x="1202407" y="1007871"/>
                  <a:pt x="1201300" y="1007133"/>
                </a:cubicBezTo>
                <a:cubicBezTo>
                  <a:pt x="1200206" y="1006407"/>
                  <a:pt x="1199278" y="1005720"/>
                  <a:pt x="1198513" y="1005097"/>
                </a:cubicBezTo>
                <a:cubicBezTo>
                  <a:pt x="1197763" y="1004474"/>
                  <a:pt x="1196987" y="1004156"/>
                  <a:pt x="1196209" y="1004156"/>
                </a:cubicBezTo>
                <a:cubicBezTo>
                  <a:pt x="1194734" y="1004156"/>
                  <a:pt x="1193561" y="1004805"/>
                  <a:pt x="1192696" y="1006102"/>
                </a:cubicBezTo>
                <a:lnTo>
                  <a:pt x="1189387" y="1011117"/>
                </a:lnTo>
                <a:cubicBezTo>
                  <a:pt x="1191539" y="1013523"/>
                  <a:pt x="1194363" y="1015508"/>
                  <a:pt x="1197863" y="1017073"/>
                </a:cubicBezTo>
                <a:cubicBezTo>
                  <a:pt x="1201350" y="1018627"/>
                  <a:pt x="1205323" y="1019416"/>
                  <a:pt x="1209775" y="1019416"/>
                </a:cubicBezTo>
                <a:cubicBezTo>
                  <a:pt x="1214001" y="1019416"/>
                  <a:pt x="1217820" y="1018767"/>
                  <a:pt x="1221220" y="1017467"/>
                </a:cubicBezTo>
                <a:cubicBezTo>
                  <a:pt x="1224617" y="1016181"/>
                  <a:pt x="1227518" y="1014425"/>
                  <a:pt x="1229937" y="1012211"/>
                </a:cubicBezTo>
                <a:cubicBezTo>
                  <a:pt x="1232341" y="1010009"/>
                  <a:pt x="1234200" y="1007464"/>
                  <a:pt x="1235486" y="1004600"/>
                </a:cubicBezTo>
                <a:cubicBezTo>
                  <a:pt x="1236772" y="1001723"/>
                  <a:pt x="1237418" y="998696"/>
                  <a:pt x="1237418" y="995538"/>
                </a:cubicBezTo>
                <a:cubicBezTo>
                  <a:pt x="1237418" y="993121"/>
                  <a:pt x="1237001" y="991047"/>
                  <a:pt x="1236172" y="989316"/>
                </a:cubicBezTo>
                <a:cubicBezTo>
                  <a:pt x="1235346" y="987570"/>
                  <a:pt x="1234263" y="986095"/>
                  <a:pt x="1232927" y="984859"/>
                </a:cubicBezTo>
                <a:cubicBezTo>
                  <a:pt x="1231604" y="983639"/>
                  <a:pt x="1230077" y="982608"/>
                  <a:pt x="1228359" y="981756"/>
                </a:cubicBezTo>
                <a:cubicBezTo>
                  <a:pt x="1226626" y="980901"/>
                  <a:pt x="1224870" y="980139"/>
                  <a:pt x="1223076" y="979452"/>
                </a:cubicBezTo>
                <a:cubicBezTo>
                  <a:pt x="1221283" y="978750"/>
                  <a:pt x="1219526" y="978103"/>
                  <a:pt x="1217806" y="977480"/>
                </a:cubicBezTo>
                <a:cubicBezTo>
                  <a:pt x="1216089" y="976854"/>
                  <a:pt x="1214561" y="976155"/>
                  <a:pt x="1213226" y="975366"/>
                </a:cubicBezTo>
                <a:cubicBezTo>
                  <a:pt x="1211890" y="974590"/>
                  <a:pt x="1210819" y="973685"/>
                  <a:pt x="1209994" y="972654"/>
                </a:cubicBezTo>
                <a:cubicBezTo>
                  <a:pt x="1209165" y="971637"/>
                  <a:pt x="1208745" y="970364"/>
                  <a:pt x="1208745" y="968849"/>
                </a:cubicBezTo>
                <a:cubicBezTo>
                  <a:pt x="1208745" y="967461"/>
                  <a:pt x="1209052" y="966151"/>
                  <a:pt x="1209676" y="964905"/>
                </a:cubicBezTo>
                <a:cubicBezTo>
                  <a:pt x="1210299" y="963658"/>
                  <a:pt x="1211190" y="962575"/>
                  <a:pt x="1212360" y="961660"/>
                </a:cubicBezTo>
                <a:cubicBezTo>
                  <a:pt x="1213531" y="960742"/>
                  <a:pt x="1214932" y="960016"/>
                  <a:pt x="1216534" y="959482"/>
                </a:cubicBezTo>
                <a:cubicBezTo>
                  <a:pt x="1218138" y="958948"/>
                  <a:pt x="1219958" y="958680"/>
                  <a:pt x="1221982" y="958680"/>
                </a:cubicBezTo>
                <a:cubicBezTo>
                  <a:pt x="1224133" y="958680"/>
                  <a:pt x="1225977" y="958922"/>
                  <a:pt x="1227492" y="959419"/>
                </a:cubicBezTo>
                <a:cubicBezTo>
                  <a:pt x="1229006" y="959916"/>
                  <a:pt x="1230305" y="960450"/>
                  <a:pt x="1231386" y="961023"/>
                </a:cubicBezTo>
                <a:cubicBezTo>
                  <a:pt x="1232469" y="961607"/>
                  <a:pt x="1233385" y="962143"/>
                  <a:pt x="1234137" y="962625"/>
                </a:cubicBezTo>
                <a:cubicBezTo>
                  <a:pt x="1234899" y="963122"/>
                  <a:pt x="1235625" y="963364"/>
                  <a:pt x="1236312" y="963364"/>
                </a:cubicBezTo>
                <a:cubicBezTo>
                  <a:pt x="1236911" y="963364"/>
                  <a:pt x="1237408" y="963237"/>
                  <a:pt x="1237789" y="962995"/>
                </a:cubicBezTo>
                <a:cubicBezTo>
                  <a:pt x="1238184" y="962754"/>
                  <a:pt x="1238578" y="962346"/>
                  <a:pt x="1238999" y="961760"/>
                </a:cubicBezTo>
                <a:lnTo>
                  <a:pt x="1242446" y="957013"/>
                </a:lnTo>
                <a:cubicBezTo>
                  <a:pt x="1240106" y="954646"/>
                  <a:pt x="1237305" y="952787"/>
                  <a:pt x="1234074" y="951427"/>
                </a:cubicBezTo>
                <a:cubicBezTo>
                  <a:pt x="1230829" y="950063"/>
                  <a:pt x="1227060" y="949389"/>
                  <a:pt x="1222732" y="949389"/>
                </a:cubicBezTo>
                <a:close/>
                <a:moveTo>
                  <a:pt x="1327071" y="949389"/>
                </a:moveTo>
                <a:cubicBezTo>
                  <a:pt x="1322211" y="949389"/>
                  <a:pt x="1317475" y="950841"/>
                  <a:pt x="1312881" y="953741"/>
                </a:cubicBezTo>
                <a:cubicBezTo>
                  <a:pt x="1308287" y="956644"/>
                  <a:pt x="1304124" y="960947"/>
                  <a:pt x="1300408" y="966648"/>
                </a:cubicBezTo>
                <a:lnTo>
                  <a:pt x="1301300" y="954670"/>
                </a:lnTo>
                <a:cubicBezTo>
                  <a:pt x="1301300" y="953157"/>
                  <a:pt x="1300918" y="952037"/>
                  <a:pt x="1300127" y="951338"/>
                </a:cubicBezTo>
                <a:cubicBezTo>
                  <a:pt x="1299351" y="950622"/>
                  <a:pt x="1298231" y="950254"/>
                  <a:pt x="1296755" y="950254"/>
                </a:cubicBezTo>
                <a:lnTo>
                  <a:pt x="1289997" y="950254"/>
                </a:lnTo>
                <a:lnTo>
                  <a:pt x="1281661" y="1018345"/>
                </a:lnTo>
                <a:lnTo>
                  <a:pt x="1295101" y="1018345"/>
                </a:lnTo>
                <a:lnTo>
                  <a:pt x="1299033" y="984096"/>
                </a:lnTo>
                <a:cubicBezTo>
                  <a:pt x="1300216" y="980483"/>
                  <a:pt x="1301707" y="977211"/>
                  <a:pt x="1303474" y="974271"/>
                </a:cubicBezTo>
                <a:cubicBezTo>
                  <a:pt x="1305244" y="971331"/>
                  <a:pt x="1307153" y="968823"/>
                  <a:pt x="1309191" y="966750"/>
                </a:cubicBezTo>
                <a:cubicBezTo>
                  <a:pt x="1311240" y="964676"/>
                  <a:pt x="1313365" y="963071"/>
                  <a:pt x="1315566" y="961925"/>
                </a:cubicBezTo>
                <a:cubicBezTo>
                  <a:pt x="1317769" y="960791"/>
                  <a:pt x="1319931" y="960221"/>
                  <a:pt x="1322045" y="960221"/>
                </a:cubicBezTo>
                <a:cubicBezTo>
                  <a:pt x="1325443" y="960221"/>
                  <a:pt x="1327773" y="961417"/>
                  <a:pt x="1329032" y="963808"/>
                </a:cubicBezTo>
                <a:cubicBezTo>
                  <a:pt x="1330305" y="966190"/>
                  <a:pt x="1330610" y="969943"/>
                  <a:pt x="1329974" y="975073"/>
                </a:cubicBezTo>
                <a:lnTo>
                  <a:pt x="1324667" y="1018345"/>
                </a:lnTo>
                <a:lnTo>
                  <a:pt x="1338107" y="1018345"/>
                </a:lnTo>
                <a:lnTo>
                  <a:pt x="1343338" y="975073"/>
                </a:lnTo>
                <a:cubicBezTo>
                  <a:pt x="1343885" y="970974"/>
                  <a:pt x="1343898" y="967334"/>
                  <a:pt x="1343375" y="964139"/>
                </a:cubicBezTo>
                <a:cubicBezTo>
                  <a:pt x="1342841" y="960947"/>
                  <a:pt x="1341860" y="958259"/>
                  <a:pt x="1340448" y="956084"/>
                </a:cubicBezTo>
                <a:cubicBezTo>
                  <a:pt x="1339022" y="953894"/>
                  <a:pt x="1337163" y="952227"/>
                  <a:pt x="1334899" y="951096"/>
                </a:cubicBezTo>
                <a:cubicBezTo>
                  <a:pt x="1332622" y="949962"/>
                  <a:pt x="1330011" y="949389"/>
                  <a:pt x="1327071" y="949389"/>
                </a:cubicBezTo>
                <a:close/>
                <a:moveTo>
                  <a:pt x="1452854" y="949389"/>
                </a:moveTo>
                <a:cubicBezTo>
                  <a:pt x="1448820" y="949389"/>
                  <a:pt x="1445194" y="950012"/>
                  <a:pt x="1442012" y="951261"/>
                </a:cubicBezTo>
                <a:cubicBezTo>
                  <a:pt x="1438817" y="952508"/>
                  <a:pt x="1436106" y="954175"/>
                  <a:pt x="1433878" y="956274"/>
                </a:cubicBezTo>
                <a:cubicBezTo>
                  <a:pt x="1431638" y="958375"/>
                  <a:pt x="1429934" y="960768"/>
                  <a:pt x="1428737" y="963466"/>
                </a:cubicBezTo>
                <a:cubicBezTo>
                  <a:pt x="1427541" y="966164"/>
                  <a:pt x="1426954" y="968965"/>
                  <a:pt x="1426954" y="971852"/>
                </a:cubicBezTo>
                <a:cubicBezTo>
                  <a:pt x="1426954" y="974308"/>
                  <a:pt x="1427362" y="976396"/>
                  <a:pt x="1428191" y="978116"/>
                </a:cubicBezTo>
                <a:cubicBezTo>
                  <a:pt x="1429016" y="979833"/>
                  <a:pt x="1430100" y="981282"/>
                  <a:pt x="1431422" y="982492"/>
                </a:cubicBezTo>
                <a:cubicBezTo>
                  <a:pt x="1432758" y="983688"/>
                  <a:pt x="1434286" y="984696"/>
                  <a:pt x="1436003" y="985471"/>
                </a:cubicBezTo>
                <a:cubicBezTo>
                  <a:pt x="1437736" y="986247"/>
                  <a:pt x="1439480" y="986960"/>
                  <a:pt x="1441247" y="987609"/>
                </a:cubicBezTo>
                <a:cubicBezTo>
                  <a:pt x="1443016" y="988259"/>
                  <a:pt x="1444760" y="988882"/>
                  <a:pt x="1446480" y="989479"/>
                </a:cubicBezTo>
                <a:cubicBezTo>
                  <a:pt x="1448210" y="990079"/>
                  <a:pt x="1449738" y="990778"/>
                  <a:pt x="1451074" y="991554"/>
                </a:cubicBezTo>
                <a:cubicBezTo>
                  <a:pt x="1452397" y="992332"/>
                  <a:pt x="1453477" y="993297"/>
                  <a:pt x="1454306" y="994431"/>
                </a:cubicBezTo>
                <a:cubicBezTo>
                  <a:pt x="1455134" y="995564"/>
                  <a:pt x="1455539" y="996963"/>
                  <a:pt x="1455539" y="998607"/>
                </a:cubicBezTo>
                <a:cubicBezTo>
                  <a:pt x="1455539" y="1000171"/>
                  <a:pt x="1455234" y="1001633"/>
                  <a:pt x="1454611" y="1003022"/>
                </a:cubicBezTo>
                <a:cubicBezTo>
                  <a:pt x="1453988" y="1004408"/>
                  <a:pt x="1453083" y="1005618"/>
                  <a:pt x="1451887" y="1006675"/>
                </a:cubicBezTo>
                <a:cubicBezTo>
                  <a:pt x="1450706" y="1007719"/>
                  <a:pt x="1449241" y="1008558"/>
                  <a:pt x="1447524" y="1009170"/>
                </a:cubicBezTo>
                <a:cubicBezTo>
                  <a:pt x="1445791" y="1009794"/>
                  <a:pt x="1443858" y="1010112"/>
                  <a:pt x="1441694" y="1010112"/>
                </a:cubicBezTo>
                <a:cubicBezTo>
                  <a:pt x="1439175" y="1010112"/>
                  <a:pt x="1437100" y="1009794"/>
                  <a:pt x="1435496" y="1009170"/>
                </a:cubicBezTo>
                <a:cubicBezTo>
                  <a:pt x="1433878" y="1008558"/>
                  <a:pt x="1432529" y="1007871"/>
                  <a:pt x="1431422" y="1007132"/>
                </a:cubicBezTo>
                <a:cubicBezTo>
                  <a:pt x="1430328" y="1006406"/>
                  <a:pt x="1429400" y="1005720"/>
                  <a:pt x="1428635" y="1005097"/>
                </a:cubicBezTo>
                <a:cubicBezTo>
                  <a:pt x="1427885" y="1004474"/>
                  <a:pt x="1427110" y="1004155"/>
                  <a:pt x="1426331" y="1004155"/>
                </a:cubicBezTo>
                <a:cubicBezTo>
                  <a:pt x="1424856" y="1004155"/>
                  <a:pt x="1423683" y="1004805"/>
                  <a:pt x="1422818" y="1006101"/>
                </a:cubicBezTo>
                <a:lnTo>
                  <a:pt x="1419510" y="1011116"/>
                </a:lnTo>
                <a:cubicBezTo>
                  <a:pt x="1421661" y="1013522"/>
                  <a:pt x="1424488" y="1015508"/>
                  <a:pt x="1427985" y="1017073"/>
                </a:cubicBezTo>
                <a:cubicBezTo>
                  <a:pt x="1431472" y="1018627"/>
                  <a:pt x="1435446" y="1019416"/>
                  <a:pt x="1439900" y="1019416"/>
                </a:cubicBezTo>
                <a:cubicBezTo>
                  <a:pt x="1444124" y="1019416"/>
                  <a:pt x="1447942" y="1018766"/>
                  <a:pt x="1451342" y="1017467"/>
                </a:cubicBezTo>
                <a:cubicBezTo>
                  <a:pt x="1454740" y="1016181"/>
                  <a:pt x="1457640" y="1014424"/>
                  <a:pt x="1460060" y="1012210"/>
                </a:cubicBezTo>
                <a:cubicBezTo>
                  <a:pt x="1462463" y="1010009"/>
                  <a:pt x="1464322" y="1007464"/>
                  <a:pt x="1465608" y="1004600"/>
                </a:cubicBezTo>
                <a:cubicBezTo>
                  <a:pt x="1466894" y="1001723"/>
                  <a:pt x="1467544" y="998696"/>
                  <a:pt x="1467544" y="995538"/>
                </a:cubicBezTo>
                <a:cubicBezTo>
                  <a:pt x="1467544" y="993121"/>
                  <a:pt x="1467123" y="991046"/>
                  <a:pt x="1466294" y="989316"/>
                </a:cubicBezTo>
                <a:cubicBezTo>
                  <a:pt x="1465469" y="987570"/>
                  <a:pt x="1464385" y="986095"/>
                  <a:pt x="1463050" y="984859"/>
                </a:cubicBezTo>
                <a:cubicBezTo>
                  <a:pt x="1461727" y="983638"/>
                  <a:pt x="1460199" y="982608"/>
                  <a:pt x="1458482" y="981755"/>
                </a:cubicBezTo>
                <a:cubicBezTo>
                  <a:pt x="1456749" y="980901"/>
                  <a:pt x="1454992" y="980138"/>
                  <a:pt x="1453199" y="979452"/>
                </a:cubicBezTo>
                <a:cubicBezTo>
                  <a:pt x="1451405" y="978750"/>
                  <a:pt x="1449649" y="978103"/>
                  <a:pt x="1447929" y="977480"/>
                </a:cubicBezTo>
                <a:cubicBezTo>
                  <a:pt x="1446212" y="976854"/>
                  <a:pt x="1444684" y="976154"/>
                  <a:pt x="1443348" y="975365"/>
                </a:cubicBezTo>
                <a:cubicBezTo>
                  <a:pt x="1442012" y="974590"/>
                  <a:pt x="1440942" y="973685"/>
                  <a:pt x="1440116" y="972654"/>
                </a:cubicBezTo>
                <a:cubicBezTo>
                  <a:pt x="1439288" y="971636"/>
                  <a:pt x="1438867" y="970364"/>
                  <a:pt x="1438867" y="968849"/>
                </a:cubicBezTo>
                <a:cubicBezTo>
                  <a:pt x="1438867" y="967460"/>
                  <a:pt x="1439175" y="966151"/>
                  <a:pt x="1439798" y="964904"/>
                </a:cubicBezTo>
                <a:cubicBezTo>
                  <a:pt x="1440421" y="963658"/>
                  <a:pt x="1441313" y="962574"/>
                  <a:pt x="1442483" y="961659"/>
                </a:cubicBezTo>
                <a:cubicBezTo>
                  <a:pt x="1443666" y="960742"/>
                  <a:pt x="1445054" y="960016"/>
                  <a:pt x="1446656" y="959482"/>
                </a:cubicBezTo>
                <a:cubicBezTo>
                  <a:pt x="1448260" y="958948"/>
                  <a:pt x="1450080" y="958680"/>
                  <a:pt x="1452105" y="958680"/>
                </a:cubicBezTo>
                <a:cubicBezTo>
                  <a:pt x="1454256" y="958680"/>
                  <a:pt x="1456099" y="958922"/>
                  <a:pt x="1457614" y="959419"/>
                </a:cubicBezTo>
                <a:cubicBezTo>
                  <a:pt x="1459129" y="959916"/>
                  <a:pt x="1460428" y="960450"/>
                  <a:pt x="1461511" y="961023"/>
                </a:cubicBezTo>
                <a:cubicBezTo>
                  <a:pt x="1462592" y="961607"/>
                  <a:pt x="1463507" y="962143"/>
                  <a:pt x="1464259" y="962624"/>
                </a:cubicBezTo>
                <a:cubicBezTo>
                  <a:pt x="1465022" y="963121"/>
                  <a:pt x="1465747" y="963363"/>
                  <a:pt x="1466434" y="963363"/>
                </a:cubicBezTo>
                <a:cubicBezTo>
                  <a:pt x="1467033" y="963363"/>
                  <a:pt x="1467530" y="963237"/>
                  <a:pt x="1467912" y="962995"/>
                </a:cubicBezTo>
                <a:cubicBezTo>
                  <a:pt x="1468306" y="962753"/>
                  <a:pt x="1468701" y="962346"/>
                  <a:pt x="1469121" y="961759"/>
                </a:cubicBezTo>
                <a:lnTo>
                  <a:pt x="1472569" y="957013"/>
                </a:lnTo>
                <a:cubicBezTo>
                  <a:pt x="1470228" y="954646"/>
                  <a:pt x="1467428" y="952787"/>
                  <a:pt x="1464196" y="951427"/>
                </a:cubicBezTo>
                <a:cubicBezTo>
                  <a:pt x="1460951" y="950062"/>
                  <a:pt x="1457183" y="949389"/>
                  <a:pt x="1452854" y="949389"/>
                </a:cubicBezTo>
                <a:close/>
                <a:moveTo>
                  <a:pt x="1508015" y="949389"/>
                </a:moveTo>
                <a:cubicBezTo>
                  <a:pt x="1503981" y="949389"/>
                  <a:pt x="1500355" y="950012"/>
                  <a:pt x="1497160" y="951261"/>
                </a:cubicBezTo>
                <a:cubicBezTo>
                  <a:pt x="1493978" y="952508"/>
                  <a:pt x="1491267" y="954175"/>
                  <a:pt x="1489039" y="956273"/>
                </a:cubicBezTo>
                <a:cubicBezTo>
                  <a:pt x="1486799" y="958375"/>
                  <a:pt x="1485095" y="960768"/>
                  <a:pt x="1483898" y="963466"/>
                </a:cubicBezTo>
                <a:cubicBezTo>
                  <a:pt x="1482702" y="966164"/>
                  <a:pt x="1482115" y="968965"/>
                  <a:pt x="1482115" y="971852"/>
                </a:cubicBezTo>
                <a:cubicBezTo>
                  <a:pt x="1482115" y="974308"/>
                  <a:pt x="1482523" y="976396"/>
                  <a:pt x="1483351" y="978116"/>
                </a:cubicBezTo>
                <a:cubicBezTo>
                  <a:pt x="1484177" y="979833"/>
                  <a:pt x="1485260" y="981282"/>
                  <a:pt x="1486583" y="982492"/>
                </a:cubicBezTo>
                <a:cubicBezTo>
                  <a:pt x="1487919" y="983688"/>
                  <a:pt x="1489447" y="984695"/>
                  <a:pt x="1491164" y="985471"/>
                </a:cubicBezTo>
                <a:cubicBezTo>
                  <a:pt x="1492897" y="986247"/>
                  <a:pt x="1494640" y="986960"/>
                  <a:pt x="1496408" y="987609"/>
                </a:cubicBezTo>
                <a:cubicBezTo>
                  <a:pt x="1498177" y="988259"/>
                  <a:pt x="1499921" y="988882"/>
                  <a:pt x="1501638" y="989479"/>
                </a:cubicBezTo>
                <a:cubicBezTo>
                  <a:pt x="1503371" y="990079"/>
                  <a:pt x="1504899" y="990778"/>
                  <a:pt x="1506235" y="991554"/>
                </a:cubicBezTo>
                <a:cubicBezTo>
                  <a:pt x="1507557" y="992332"/>
                  <a:pt x="1508638" y="993297"/>
                  <a:pt x="1509467" y="994431"/>
                </a:cubicBezTo>
                <a:cubicBezTo>
                  <a:pt x="1510292" y="995564"/>
                  <a:pt x="1510700" y="996963"/>
                  <a:pt x="1510700" y="998607"/>
                </a:cubicBezTo>
                <a:cubicBezTo>
                  <a:pt x="1510700" y="1000171"/>
                  <a:pt x="1510395" y="1001633"/>
                  <a:pt x="1509772" y="1003022"/>
                </a:cubicBezTo>
                <a:cubicBezTo>
                  <a:pt x="1509148" y="1004408"/>
                  <a:pt x="1508244" y="1005617"/>
                  <a:pt x="1507047" y="1006675"/>
                </a:cubicBezTo>
                <a:cubicBezTo>
                  <a:pt x="1505851" y="1007719"/>
                  <a:pt x="1504402" y="1008558"/>
                  <a:pt x="1502682" y="1009170"/>
                </a:cubicBezTo>
                <a:cubicBezTo>
                  <a:pt x="1500952" y="1009793"/>
                  <a:pt x="1499016" y="1010112"/>
                  <a:pt x="1496855" y="1010112"/>
                </a:cubicBezTo>
                <a:cubicBezTo>
                  <a:pt x="1494333" y="1010112"/>
                  <a:pt x="1492258" y="1009793"/>
                  <a:pt x="1490656" y="1009170"/>
                </a:cubicBezTo>
                <a:cubicBezTo>
                  <a:pt x="1489039" y="1008558"/>
                  <a:pt x="1487690" y="1007871"/>
                  <a:pt x="1486583" y="1007132"/>
                </a:cubicBezTo>
                <a:cubicBezTo>
                  <a:pt x="1485489" y="1006406"/>
                  <a:pt x="1484558" y="1005720"/>
                  <a:pt x="1483796" y="1005097"/>
                </a:cubicBezTo>
                <a:cubicBezTo>
                  <a:pt x="1483044" y="1004474"/>
                  <a:pt x="1482268" y="1004155"/>
                  <a:pt x="1481492" y="1004155"/>
                </a:cubicBezTo>
                <a:cubicBezTo>
                  <a:pt x="1480017" y="1004155"/>
                  <a:pt x="1478844" y="1004805"/>
                  <a:pt x="1477979" y="1006101"/>
                </a:cubicBezTo>
                <a:lnTo>
                  <a:pt x="1474671" y="1011116"/>
                </a:lnTo>
                <a:cubicBezTo>
                  <a:pt x="1476822" y="1013522"/>
                  <a:pt x="1479646" y="1015508"/>
                  <a:pt x="1483146" y="1017072"/>
                </a:cubicBezTo>
                <a:cubicBezTo>
                  <a:pt x="1486633" y="1018627"/>
                  <a:pt x="1490604" y="1019416"/>
                  <a:pt x="1495058" y="1019416"/>
                </a:cubicBezTo>
                <a:cubicBezTo>
                  <a:pt x="1499284" y="1019416"/>
                  <a:pt x="1503103" y="1018766"/>
                  <a:pt x="1506500" y="1017467"/>
                </a:cubicBezTo>
                <a:cubicBezTo>
                  <a:pt x="1509900" y="1016181"/>
                  <a:pt x="1512801" y="1014424"/>
                  <a:pt x="1515218" y="1012210"/>
                </a:cubicBezTo>
                <a:cubicBezTo>
                  <a:pt x="1517624" y="1010009"/>
                  <a:pt x="1519483" y="1007463"/>
                  <a:pt x="1520769" y="1004600"/>
                </a:cubicBezTo>
                <a:cubicBezTo>
                  <a:pt x="1522052" y="1001723"/>
                  <a:pt x="1522702" y="998696"/>
                  <a:pt x="1522702" y="995538"/>
                </a:cubicBezTo>
                <a:cubicBezTo>
                  <a:pt x="1522702" y="993121"/>
                  <a:pt x="1522284" y="991046"/>
                  <a:pt x="1521455" y="989316"/>
                </a:cubicBezTo>
                <a:cubicBezTo>
                  <a:pt x="1520627" y="987570"/>
                  <a:pt x="1519546" y="986094"/>
                  <a:pt x="1518210" y="984858"/>
                </a:cubicBezTo>
                <a:cubicBezTo>
                  <a:pt x="1516885" y="983638"/>
                  <a:pt x="1515360" y="982607"/>
                  <a:pt x="1513640" y="981755"/>
                </a:cubicBezTo>
                <a:cubicBezTo>
                  <a:pt x="1511910" y="980901"/>
                  <a:pt x="1510153" y="980138"/>
                  <a:pt x="1508359" y="979452"/>
                </a:cubicBezTo>
                <a:cubicBezTo>
                  <a:pt x="1506563" y="978750"/>
                  <a:pt x="1504810" y="978103"/>
                  <a:pt x="1503090" y="977480"/>
                </a:cubicBezTo>
                <a:cubicBezTo>
                  <a:pt x="1501372" y="976854"/>
                  <a:pt x="1499845" y="976154"/>
                  <a:pt x="1498509" y="975365"/>
                </a:cubicBezTo>
                <a:cubicBezTo>
                  <a:pt x="1497173" y="974589"/>
                  <a:pt x="1496089" y="973685"/>
                  <a:pt x="1495274" y="972654"/>
                </a:cubicBezTo>
                <a:cubicBezTo>
                  <a:pt x="1494448" y="971636"/>
                  <a:pt x="1494028" y="970364"/>
                  <a:pt x="1494028" y="968849"/>
                </a:cubicBezTo>
                <a:cubicBezTo>
                  <a:pt x="1494028" y="967460"/>
                  <a:pt x="1494333" y="966151"/>
                  <a:pt x="1494959" y="964904"/>
                </a:cubicBezTo>
                <a:cubicBezTo>
                  <a:pt x="1495582" y="963658"/>
                  <a:pt x="1496471" y="962574"/>
                  <a:pt x="1497644" y="961659"/>
                </a:cubicBezTo>
                <a:cubicBezTo>
                  <a:pt x="1498814" y="960741"/>
                  <a:pt x="1500213" y="960016"/>
                  <a:pt x="1501817" y="959482"/>
                </a:cubicBezTo>
                <a:cubicBezTo>
                  <a:pt x="1503421" y="958948"/>
                  <a:pt x="1505241" y="958680"/>
                  <a:pt x="1507266" y="958680"/>
                </a:cubicBezTo>
                <a:cubicBezTo>
                  <a:pt x="1509417" y="958680"/>
                  <a:pt x="1511260" y="958922"/>
                  <a:pt x="1512775" y="959419"/>
                </a:cubicBezTo>
                <a:cubicBezTo>
                  <a:pt x="1514289" y="959916"/>
                  <a:pt x="1515588" y="960449"/>
                  <a:pt x="1516669" y="961023"/>
                </a:cubicBezTo>
                <a:cubicBezTo>
                  <a:pt x="1517750" y="961607"/>
                  <a:pt x="1518668" y="962143"/>
                  <a:pt x="1519420" y="962624"/>
                </a:cubicBezTo>
                <a:cubicBezTo>
                  <a:pt x="1520182" y="963121"/>
                  <a:pt x="1520908" y="963363"/>
                  <a:pt x="1521595" y="963363"/>
                </a:cubicBezTo>
                <a:cubicBezTo>
                  <a:pt x="1522194" y="963363"/>
                  <a:pt x="1522689" y="963237"/>
                  <a:pt x="1523073" y="962995"/>
                </a:cubicBezTo>
                <a:cubicBezTo>
                  <a:pt x="1523467" y="962753"/>
                  <a:pt x="1523861" y="962346"/>
                  <a:pt x="1524280" y="961759"/>
                </a:cubicBezTo>
                <a:lnTo>
                  <a:pt x="1527730" y="957013"/>
                </a:lnTo>
                <a:cubicBezTo>
                  <a:pt x="1525389" y="954646"/>
                  <a:pt x="1522589" y="952786"/>
                  <a:pt x="1519354" y="951427"/>
                </a:cubicBezTo>
                <a:cubicBezTo>
                  <a:pt x="1516109" y="950062"/>
                  <a:pt x="1512343" y="949389"/>
                  <a:pt x="1508015" y="949389"/>
                </a:cubicBezTo>
                <a:close/>
                <a:moveTo>
                  <a:pt x="1772295" y="949389"/>
                </a:moveTo>
                <a:cubicBezTo>
                  <a:pt x="1767435" y="949389"/>
                  <a:pt x="1762699" y="950840"/>
                  <a:pt x="1758105" y="953741"/>
                </a:cubicBezTo>
                <a:cubicBezTo>
                  <a:pt x="1753511" y="956644"/>
                  <a:pt x="1749348" y="960946"/>
                  <a:pt x="1745632" y="966648"/>
                </a:cubicBezTo>
                <a:lnTo>
                  <a:pt x="1746524" y="954669"/>
                </a:lnTo>
                <a:cubicBezTo>
                  <a:pt x="1746524" y="953157"/>
                  <a:pt x="1746143" y="952037"/>
                  <a:pt x="1745354" y="951337"/>
                </a:cubicBezTo>
                <a:cubicBezTo>
                  <a:pt x="1744575" y="950622"/>
                  <a:pt x="1743455" y="950254"/>
                  <a:pt x="1741980" y="950254"/>
                </a:cubicBezTo>
                <a:lnTo>
                  <a:pt x="1735221" y="950254"/>
                </a:lnTo>
                <a:lnTo>
                  <a:pt x="1726885" y="1018345"/>
                </a:lnTo>
                <a:lnTo>
                  <a:pt x="1740326" y="1018345"/>
                </a:lnTo>
                <a:lnTo>
                  <a:pt x="1744260" y="984096"/>
                </a:lnTo>
                <a:cubicBezTo>
                  <a:pt x="1745440" y="980482"/>
                  <a:pt x="1746931" y="977211"/>
                  <a:pt x="1748701" y="974271"/>
                </a:cubicBezTo>
                <a:cubicBezTo>
                  <a:pt x="1750468" y="971331"/>
                  <a:pt x="1752378" y="968822"/>
                  <a:pt x="1754416" y="966750"/>
                </a:cubicBezTo>
                <a:cubicBezTo>
                  <a:pt x="1756464" y="964675"/>
                  <a:pt x="1758589" y="963071"/>
                  <a:pt x="1760790" y="961924"/>
                </a:cubicBezTo>
                <a:cubicBezTo>
                  <a:pt x="1762994" y="960791"/>
                  <a:pt x="1765155" y="960221"/>
                  <a:pt x="1767270" y="960221"/>
                </a:cubicBezTo>
                <a:cubicBezTo>
                  <a:pt x="1770667" y="960221"/>
                  <a:pt x="1772997" y="961417"/>
                  <a:pt x="1774270" y="963807"/>
                </a:cubicBezTo>
                <a:cubicBezTo>
                  <a:pt x="1775529" y="966190"/>
                  <a:pt x="1775834" y="969942"/>
                  <a:pt x="1775198" y="975073"/>
                </a:cubicBezTo>
                <a:lnTo>
                  <a:pt x="1769891" y="1018345"/>
                </a:lnTo>
                <a:lnTo>
                  <a:pt x="1783332" y="1018345"/>
                </a:lnTo>
                <a:lnTo>
                  <a:pt x="1788562" y="975073"/>
                </a:lnTo>
                <a:cubicBezTo>
                  <a:pt x="1789109" y="970973"/>
                  <a:pt x="1789122" y="967334"/>
                  <a:pt x="1788599" y="964139"/>
                </a:cubicBezTo>
                <a:cubicBezTo>
                  <a:pt x="1788065" y="960946"/>
                  <a:pt x="1787084" y="958259"/>
                  <a:pt x="1785672" y="956084"/>
                </a:cubicBezTo>
                <a:cubicBezTo>
                  <a:pt x="1784247" y="953893"/>
                  <a:pt x="1782388" y="952226"/>
                  <a:pt x="1780123" y="951095"/>
                </a:cubicBezTo>
                <a:cubicBezTo>
                  <a:pt x="1777846" y="949962"/>
                  <a:pt x="1775235" y="949389"/>
                  <a:pt x="1772295" y="949389"/>
                </a:cubicBezTo>
                <a:close/>
                <a:moveTo>
                  <a:pt x="1829629" y="949389"/>
                </a:moveTo>
                <a:cubicBezTo>
                  <a:pt x="1825596" y="949389"/>
                  <a:pt x="1821982" y="950012"/>
                  <a:pt x="1818787" y="951261"/>
                </a:cubicBezTo>
                <a:cubicBezTo>
                  <a:pt x="1815592" y="952507"/>
                  <a:pt x="1812881" y="954175"/>
                  <a:pt x="1810654" y="956273"/>
                </a:cubicBezTo>
                <a:cubicBezTo>
                  <a:pt x="1808426" y="958374"/>
                  <a:pt x="1806709" y="960767"/>
                  <a:pt x="1805513" y="963466"/>
                </a:cubicBezTo>
                <a:cubicBezTo>
                  <a:pt x="1804316" y="966164"/>
                  <a:pt x="1803730" y="968964"/>
                  <a:pt x="1803730" y="971852"/>
                </a:cubicBezTo>
                <a:cubicBezTo>
                  <a:pt x="1803730" y="974308"/>
                  <a:pt x="1804137" y="976396"/>
                  <a:pt x="1804966" y="978116"/>
                </a:cubicBezTo>
                <a:cubicBezTo>
                  <a:pt x="1805791" y="979833"/>
                  <a:pt x="1806875" y="981282"/>
                  <a:pt x="1808211" y="982491"/>
                </a:cubicBezTo>
                <a:cubicBezTo>
                  <a:pt x="1809533" y="983688"/>
                  <a:pt x="1811061" y="984695"/>
                  <a:pt x="1812792" y="985471"/>
                </a:cubicBezTo>
                <a:cubicBezTo>
                  <a:pt x="1814511" y="986247"/>
                  <a:pt x="1816255" y="986959"/>
                  <a:pt x="1818022" y="987609"/>
                </a:cubicBezTo>
                <a:cubicBezTo>
                  <a:pt x="1819792" y="988258"/>
                  <a:pt x="1821535" y="988882"/>
                  <a:pt x="1823255" y="989479"/>
                </a:cubicBezTo>
                <a:cubicBezTo>
                  <a:pt x="1824985" y="990078"/>
                  <a:pt x="1826513" y="990778"/>
                  <a:pt x="1827849" y="991553"/>
                </a:cubicBezTo>
                <a:cubicBezTo>
                  <a:pt x="1829172" y="992332"/>
                  <a:pt x="1830253" y="993297"/>
                  <a:pt x="1831081" y="994430"/>
                </a:cubicBezTo>
                <a:cubicBezTo>
                  <a:pt x="1831909" y="995564"/>
                  <a:pt x="1832314" y="996963"/>
                  <a:pt x="1832314" y="998606"/>
                </a:cubicBezTo>
                <a:cubicBezTo>
                  <a:pt x="1832314" y="1000171"/>
                  <a:pt x="1832009" y="1001633"/>
                  <a:pt x="1831386" y="1003022"/>
                </a:cubicBezTo>
                <a:cubicBezTo>
                  <a:pt x="1830763" y="1004407"/>
                  <a:pt x="1829871" y="1005617"/>
                  <a:pt x="1828662" y="1006674"/>
                </a:cubicBezTo>
                <a:cubicBezTo>
                  <a:pt x="1827481" y="1007718"/>
                  <a:pt x="1826016" y="1008557"/>
                  <a:pt x="1824299" y="1009170"/>
                </a:cubicBezTo>
                <a:cubicBezTo>
                  <a:pt x="1822566" y="1009793"/>
                  <a:pt x="1820633" y="1010111"/>
                  <a:pt x="1818469" y="1010111"/>
                </a:cubicBezTo>
                <a:cubicBezTo>
                  <a:pt x="1815950" y="1010111"/>
                  <a:pt x="1813875" y="1009793"/>
                  <a:pt x="1812271" y="1009170"/>
                </a:cubicBezTo>
                <a:cubicBezTo>
                  <a:pt x="1810654" y="1008557"/>
                  <a:pt x="1809305" y="1007871"/>
                  <a:pt x="1808211" y="1007132"/>
                </a:cubicBezTo>
                <a:cubicBezTo>
                  <a:pt x="1807104" y="1006406"/>
                  <a:pt x="1806175" y="1005720"/>
                  <a:pt x="1805410" y="1005097"/>
                </a:cubicBezTo>
                <a:cubicBezTo>
                  <a:pt x="1804661" y="1004473"/>
                  <a:pt x="1803885" y="1004155"/>
                  <a:pt x="1803107" y="1004155"/>
                </a:cubicBezTo>
                <a:cubicBezTo>
                  <a:pt x="1801631" y="1004155"/>
                  <a:pt x="1800458" y="1004805"/>
                  <a:pt x="1799593" y="1006101"/>
                </a:cubicBezTo>
                <a:lnTo>
                  <a:pt x="1796285" y="1011116"/>
                </a:lnTo>
                <a:cubicBezTo>
                  <a:pt x="1798449" y="1013522"/>
                  <a:pt x="1801261" y="1015507"/>
                  <a:pt x="1804761" y="1017072"/>
                </a:cubicBezTo>
                <a:cubicBezTo>
                  <a:pt x="1808248" y="1018626"/>
                  <a:pt x="1812221" y="1019415"/>
                  <a:pt x="1816686" y="1019415"/>
                </a:cubicBezTo>
                <a:cubicBezTo>
                  <a:pt x="1820899" y="1019415"/>
                  <a:pt x="1824717" y="1018766"/>
                  <a:pt x="1828117" y="1017467"/>
                </a:cubicBezTo>
                <a:cubicBezTo>
                  <a:pt x="1831515" y="1016181"/>
                  <a:pt x="1834415" y="1014424"/>
                  <a:pt x="1836835" y="1012210"/>
                </a:cubicBezTo>
                <a:cubicBezTo>
                  <a:pt x="1839238" y="1010009"/>
                  <a:pt x="1841097" y="1007463"/>
                  <a:pt x="1842383" y="1004600"/>
                </a:cubicBezTo>
                <a:cubicBezTo>
                  <a:pt x="1843669" y="1001723"/>
                  <a:pt x="1844319" y="998696"/>
                  <a:pt x="1844319" y="995537"/>
                </a:cubicBezTo>
                <a:cubicBezTo>
                  <a:pt x="1844319" y="993121"/>
                  <a:pt x="1843898" y="991046"/>
                  <a:pt x="1843070" y="989316"/>
                </a:cubicBezTo>
                <a:cubicBezTo>
                  <a:pt x="1842244" y="987570"/>
                  <a:pt x="1841161" y="986094"/>
                  <a:pt x="1839825" y="984858"/>
                </a:cubicBezTo>
                <a:cubicBezTo>
                  <a:pt x="1838502" y="983638"/>
                  <a:pt x="1836974" y="982607"/>
                  <a:pt x="1835257" y="981755"/>
                </a:cubicBezTo>
                <a:cubicBezTo>
                  <a:pt x="1833524" y="980901"/>
                  <a:pt x="1831767" y="980138"/>
                  <a:pt x="1829974" y="979452"/>
                </a:cubicBezTo>
                <a:cubicBezTo>
                  <a:pt x="1828191" y="978749"/>
                  <a:pt x="1826437" y="978102"/>
                  <a:pt x="1824704" y="977479"/>
                </a:cubicBezTo>
                <a:cubicBezTo>
                  <a:pt x="1822987" y="976853"/>
                  <a:pt x="1821459" y="976154"/>
                  <a:pt x="1820123" y="975365"/>
                </a:cubicBezTo>
                <a:cubicBezTo>
                  <a:pt x="1818800" y="974589"/>
                  <a:pt x="1817717" y="973685"/>
                  <a:pt x="1816891" y="972654"/>
                </a:cubicBezTo>
                <a:cubicBezTo>
                  <a:pt x="1816063" y="971636"/>
                  <a:pt x="1815642" y="970363"/>
                  <a:pt x="1815642" y="968849"/>
                </a:cubicBezTo>
                <a:cubicBezTo>
                  <a:pt x="1815642" y="967460"/>
                  <a:pt x="1815950" y="966150"/>
                  <a:pt x="1816573" y="964904"/>
                </a:cubicBezTo>
                <a:cubicBezTo>
                  <a:pt x="1817196" y="963657"/>
                  <a:pt x="1818088" y="962574"/>
                  <a:pt x="1819258" y="961659"/>
                </a:cubicBezTo>
                <a:cubicBezTo>
                  <a:pt x="1820441" y="960741"/>
                  <a:pt x="1821830" y="960015"/>
                  <a:pt x="1823431" y="959481"/>
                </a:cubicBezTo>
                <a:cubicBezTo>
                  <a:pt x="1825049" y="958948"/>
                  <a:pt x="1826855" y="958679"/>
                  <a:pt x="1828880" y="958679"/>
                </a:cubicBezTo>
                <a:cubicBezTo>
                  <a:pt x="1831031" y="958679"/>
                  <a:pt x="1832875" y="958921"/>
                  <a:pt x="1834389" y="959418"/>
                </a:cubicBezTo>
                <a:cubicBezTo>
                  <a:pt x="1835904" y="959915"/>
                  <a:pt x="1837203" y="960449"/>
                  <a:pt x="1838286" y="961023"/>
                </a:cubicBezTo>
                <a:cubicBezTo>
                  <a:pt x="1839367" y="961606"/>
                  <a:pt x="1840282" y="962143"/>
                  <a:pt x="1841034" y="962624"/>
                </a:cubicBezTo>
                <a:cubicBezTo>
                  <a:pt x="1841797" y="963121"/>
                  <a:pt x="1842523" y="963363"/>
                  <a:pt x="1843209" y="963363"/>
                </a:cubicBezTo>
                <a:cubicBezTo>
                  <a:pt x="1843809" y="963363"/>
                  <a:pt x="1844306" y="963237"/>
                  <a:pt x="1844687" y="962995"/>
                </a:cubicBezTo>
                <a:cubicBezTo>
                  <a:pt x="1845081" y="962753"/>
                  <a:pt x="1845489" y="962345"/>
                  <a:pt x="1845897" y="961759"/>
                </a:cubicBezTo>
                <a:lnTo>
                  <a:pt x="1849344" y="957012"/>
                </a:lnTo>
                <a:cubicBezTo>
                  <a:pt x="1847004" y="954645"/>
                  <a:pt x="1844203" y="952786"/>
                  <a:pt x="1840971" y="951427"/>
                </a:cubicBezTo>
                <a:cubicBezTo>
                  <a:pt x="1837726" y="950062"/>
                  <a:pt x="1833958" y="949389"/>
                  <a:pt x="1829629" y="949389"/>
                </a:cubicBezTo>
                <a:close/>
                <a:moveTo>
                  <a:pt x="2088758" y="949388"/>
                </a:moveTo>
                <a:cubicBezTo>
                  <a:pt x="2083896" y="949388"/>
                  <a:pt x="2079162" y="950840"/>
                  <a:pt x="2074568" y="953740"/>
                </a:cubicBezTo>
                <a:cubicBezTo>
                  <a:pt x="2069974" y="956644"/>
                  <a:pt x="2065811" y="960946"/>
                  <a:pt x="2062095" y="966647"/>
                </a:cubicBezTo>
                <a:lnTo>
                  <a:pt x="2062987" y="954669"/>
                </a:lnTo>
                <a:cubicBezTo>
                  <a:pt x="2062987" y="953157"/>
                  <a:pt x="2062606" y="952036"/>
                  <a:pt x="2061814" y="951337"/>
                </a:cubicBezTo>
                <a:cubicBezTo>
                  <a:pt x="2061038" y="950622"/>
                  <a:pt x="2059918" y="950253"/>
                  <a:pt x="2058443" y="950253"/>
                </a:cubicBezTo>
                <a:lnTo>
                  <a:pt x="2051698" y="950253"/>
                </a:lnTo>
                <a:lnTo>
                  <a:pt x="2043348" y="1018344"/>
                </a:lnTo>
                <a:lnTo>
                  <a:pt x="2056789" y="1018344"/>
                </a:lnTo>
                <a:lnTo>
                  <a:pt x="2060720" y="984095"/>
                </a:lnTo>
                <a:cubicBezTo>
                  <a:pt x="2061903" y="980482"/>
                  <a:pt x="2063392" y="977210"/>
                  <a:pt x="2065162" y="974270"/>
                </a:cubicBezTo>
                <a:cubicBezTo>
                  <a:pt x="2066931" y="971330"/>
                  <a:pt x="2068841" y="968822"/>
                  <a:pt x="2070876" y="966749"/>
                </a:cubicBezTo>
                <a:cubicBezTo>
                  <a:pt x="2072927" y="964675"/>
                  <a:pt x="2075052" y="963071"/>
                  <a:pt x="2077253" y="961924"/>
                </a:cubicBezTo>
                <a:cubicBezTo>
                  <a:pt x="2079454" y="960791"/>
                  <a:pt x="2081618" y="960220"/>
                  <a:pt x="2083733" y="960220"/>
                </a:cubicBezTo>
                <a:cubicBezTo>
                  <a:pt x="2087130" y="960220"/>
                  <a:pt x="2089460" y="961416"/>
                  <a:pt x="2090730" y="963807"/>
                </a:cubicBezTo>
                <a:cubicBezTo>
                  <a:pt x="2091992" y="966189"/>
                  <a:pt x="2092297" y="969942"/>
                  <a:pt x="2091661" y="975073"/>
                </a:cubicBezTo>
                <a:lnTo>
                  <a:pt x="2086354" y="1018344"/>
                </a:lnTo>
                <a:lnTo>
                  <a:pt x="2099795" y="1018344"/>
                </a:lnTo>
                <a:lnTo>
                  <a:pt x="2105023" y="975073"/>
                </a:lnTo>
                <a:cubicBezTo>
                  <a:pt x="2105572" y="970973"/>
                  <a:pt x="2105583" y="967333"/>
                  <a:pt x="2105062" y="964138"/>
                </a:cubicBezTo>
                <a:cubicBezTo>
                  <a:pt x="2104528" y="960946"/>
                  <a:pt x="2103548" y="958258"/>
                  <a:pt x="2102135" y="956083"/>
                </a:cubicBezTo>
                <a:cubicBezTo>
                  <a:pt x="2100710" y="953893"/>
                  <a:pt x="2098851" y="952226"/>
                  <a:pt x="2096586" y="951095"/>
                </a:cubicBezTo>
                <a:cubicBezTo>
                  <a:pt x="2094307" y="949961"/>
                  <a:pt x="2091698" y="949388"/>
                  <a:pt x="2088758" y="949388"/>
                </a:cubicBezTo>
                <a:close/>
                <a:moveTo>
                  <a:pt x="786945" y="949378"/>
                </a:moveTo>
                <a:cubicBezTo>
                  <a:pt x="781893" y="949378"/>
                  <a:pt x="777171" y="950459"/>
                  <a:pt x="772782" y="952623"/>
                </a:cubicBezTo>
                <a:cubicBezTo>
                  <a:pt x="768390" y="954801"/>
                  <a:pt x="764585" y="957764"/>
                  <a:pt x="761340" y="961520"/>
                </a:cubicBezTo>
                <a:cubicBezTo>
                  <a:pt x="758108" y="965298"/>
                  <a:pt x="755562" y="969703"/>
                  <a:pt x="753690" y="974768"/>
                </a:cubicBezTo>
                <a:cubicBezTo>
                  <a:pt x="751831" y="979822"/>
                  <a:pt x="750902" y="985232"/>
                  <a:pt x="750902" y="990983"/>
                </a:cubicBezTo>
                <a:cubicBezTo>
                  <a:pt x="750902" y="995490"/>
                  <a:pt x="751565" y="999484"/>
                  <a:pt x="752862" y="1002998"/>
                </a:cubicBezTo>
                <a:cubicBezTo>
                  <a:pt x="754174" y="1006484"/>
                  <a:pt x="755994" y="1009451"/>
                  <a:pt x="758310" y="1011857"/>
                </a:cubicBezTo>
                <a:cubicBezTo>
                  <a:pt x="760627" y="1014261"/>
                  <a:pt x="763401" y="1016094"/>
                  <a:pt x="766620" y="1017366"/>
                </a:cubicBezTo>
                <a:cubicBezTo>
                  <a:pt x="769829" y="1018639"/>
                  <a:pt x="773342" y="1019275"/>
                  <a:pt x="777160" y="1019275"/>
                </a:cubicBezTo>
                <a:cubicBezTo>
                  <a:pt x="782212" y="1019275"/>
                  <a:pt x="786932" y="1018181"/>
                  <a:pt x="791324" y="1015994"/>
                </a:cubicBezTo>
                <a:cubicBezTo>
                  <a:pt x="795702" y="1013816"/>
                  <a:pt x="799521" y="1010826"/>
                  <a:pt x="802755" y="1007032"/>
                </a:cubicBezTo>
                <a:cubicBezTo>
                  <a:pt x="806000" y="1003253"/>
                  <a:pt x="808543" y="998824"/>
                  <a:pt x="810403" y="993757"/>
                </a:cubicBezTo>
                <a:cubicBezTo>
                  <a:pt x="812275" y="988705"/>
                  <a:pt x="813203" y="983322"/>
                  <a:pt x="813203" y="977605"/>
                </a:cubicBezTo>
                <a:cubicBezTo>
                  <a:pt x="813203" y="973153"/>
                  <a:pt x="812540" y="969169"/>
                  <a:pt x="811231" y="965669"/>
                </a:cubicBezTo>
                <a:cubicBezTo>
                  <a:pt x="809919" y="962169"/>
                  <a:pt x="808112" y="959216"/>
                  <a:pt x="805795" y="956810"/>
                </a:cubicBezTo>
                <a:cubicBezTo>
                  <a:pt x="803465" y="954406"/>
                  <a:pt x="800704" y="952560"/>
                  <a:pt x="797485" y="951288"/>
                </a:cubicBezTo>
                <a:cubicBezTo>
                  <a:pt x="794264" y="950015"/>
                  <a:pt x="790753" y="949378"/>
                  <a:pt x="786945" y="949378"/>
                </a:cubicBezTo>
                <a:close/>
                <a:moveTo>
                  <a:pt x="1690426" y="949378"/>
                </a:moveTo>
                <a:cubicBezTo>
                  <a:pt x="1685374" y="949378"/>
                  <a:pt x="1680651" y="950459"/>
                  <a:pt x="1676262" y="952623"/>
                </a:cubicBezTo>
                <a:cubicBezTo>
                  <a:pt x="1671870" y="954800"/>
                  <a:pt x="1668065" y="957764"/>
                  <a:pt x="1664820" y="961519"/>
                </a:cubicBezTo>
                <a:cubicBezTo>
                  <a:pt x="1661585" y="965298"/>
                  <a:pt x="1659040" y="969703"/>
                  <a:pt x="1657170" y="974768"/>
                </a:cubicBezTo>
                <a:cubicBezTo>
                  <a:pt x="1655311" y="979822"/>
                  <a:pt x="1654382" y="985231"/>
                  <a:pt x="1654382" y="990982"/>
                </a:cubicBezTo>
                <a:cubicBezTo>
                  <a:pt x="1654382" y="995490"/>
                  <a:pt x="1655045" y="999484"/>
                  <a:pt x="1656342" y="1002997"/>
                </a:cubicBezTo>
                <a:cubicBezTo>
                  <a:pt x="1657654" y="1006484"/>
                  <a:pt x="1659474" y="1009450"/>
                  <a:pt x="1661790" y="1011857"/>
                </a:cubicBezTo>
                <a:cubicBezTo>
                  <a:pt x="1664105" y="1014260"/>
                  <a:pt x="1666881" y="1016093"/>
                  <a:pt x="1670101" y="1017366"/>
                </a:cubicBezTo>
                <a:cubicBezTo>
                  <a:pt x="1673309" y="1018639"/>
                  <a:pt x="1676822" y="1019275"/>
                  <a:pt x="1680638" y="1019275"/>
                </a:cubicBezTo>
                <a:cubicBezTo>
                  <a:pt x="1685692" y="1019275"/>
                  <a:pt x="1690412" y="1018181"/>
                  <a:pt x="1694804" y="1015993"/>
                </a:cubicBezTo>
                <a:cubicBezTo>
                  <a:pt x="1699182" y="1013816"/>
                  <a:pt x="1703001" y="1010826"/>
                  <a:pt x="1706233" y="1007031"/>
                </a:cubicBezTo>
                <a:cubicBezTo>
                  <a:pt x="1709478" y="1003253"/>
                  <a:pt x="1712023" y="998824"/>
                  <a:pt x="1713883" y="993757"/>
                </a:cubicBezTo>
                <a:cubicBezTo>
                  <a:pt x="1715752" y="988705"/>
                  <a:pt x="1716683" y="983322"/>
                  <a:pt x="1716683" y="977605"/>
                </a:cubicBezTo>
                <a:cubicBezTo>
                  <a:pt x="1716683" y="973153"/>
                  <a:pt x="1716020" y="969169"/>
                  <a:pt x="1714711" y="965669"/>
                </a:cubicBezTo>
                <a:cubicBezTo>
                  <a:pt x="1713399" y="962169"/>
                  <a:pt x="1711592" y="959216"/>
                  <a:pt x="1709275" y="956810"/>
                </a:cubicBezTo>
                <a:cubicBezTo>
                  <a:pt x="1706945" y="954406"/>
                  <a:pt x="1704184" y="952560"/>
                  <a:pt x="1700965" y="951287"/>
                </a:cubicBezTo>
                <a:cubicBezTo>
                  <a:pt x="1697744" y="950015"/>
                  <a:pt x="1694231" y="949378"/>
                  <a:pt x="1690426" y="949378"/>
                </a:cubicBezTo>
                <a:close/>
                <a:moveTo>
                  <a:pt x="1062974" y="933074"/>
                </a:moveTo>
                <a:lnTo>
                  <a:pt x="1078818" y="933074"/>
                </a:lnTo>
                <a:cubicBezTo>
                  <a:pt x="1084558" y="933074"/>
                  <a:pt x="1088797" y="934155"/>
                  <a:pt x="1091532" y="936319"/>
                </a:cubicBezTo>
                <a:cubicBezTo>
                  <a:pt x="1094270" y="938484"/>
                  <a:pt x="1095632" y="941792"/>
                  <a:pt x="1095632" y="946246"/>
                </a:cubicBezTo>
                <a:cubicBezTo>
                  <a:pt x="1095632" y="949150"/>
                  <a:pt x="1095174" y="951772"/>
                  <a:pt x="1094257" y="954112"/>
                </a:cubicBezTo>
                <a:cubicBezTo>
                  <a:pt x="1093339" y="956442"/>
                  <a:pt x="1091979" y="958427"/>
                  <a:pt x="1090183" y="960055"/>
                </a:cubicBezTo>
                <a:cubicBezTo>
                  <a:pt x="1088403" y="961685"/>
                  <a:pt x="1086162" y="962945"/>
                  <a:pt x="1083464" y="963836"/>
                </a:cubicBezTo>
                <a:cubicBezTo>
                  <a:pt x="1080779" y="964728"/>
                  <a:pt x="1077674" y="965172"/>
                  <a:pt x="1074134" y="965172"/>
                </a:cubicBezTo>
                <a:lnTo>
                  <a:pt x="1058900" y="965172"/>
                </a:lnTo>
                <a:close/>
                <a:moveTo>
                  <a:pt x="1983236" y="928655"/>
                </a:moveTo>
                <a:cubicBezTo>
                  <a:pt x="1982460" y="928655"/>
                  <a:pt x="1981800" y="928858"/>
                  <a:pt x="1981240" y="929292"/>
                </a:cubicBezTo>
                <a:cubicBezTo>
                  <a:pt x="1980690" y="929710"/>
                  <a:pt x="1980309" y="930296"/>
                  <a:pt x="1980067" y="931061"/>
                </a:cubicBezTo>
                <a:lnTo>
                  <a:pt x="1974697" y="951450"/>
                </a:lnTo>
                <a:lnTo>
                  <a:pt x="1964157" y="952991"/>
                </a:lnTo>
                <a:lnTo>
                  <a:pt x="1963471" y="958003"/>
                </a:lnTo>
                <a:cubicBezTo>
                  <a:pt x="1963368" y="958907"/>
                  <a:pt x="1963560" y="959583"/>
                  <a:pt x="1964018" y="960054"/>
                </a:cubicBezTo>
                <a:cubicBezTo>
                  <a:pt x="1964478" y="960525"/>
                  <a:pt x="1965075" y="960753"/>
                  <a:pt x="1965814" y="960753"/>
                </a:cubicBezTo>
                <a:lnTo>
                  <a:pt x="1973043" y="960753"/>
                </a:lnTo>
                <a:lnTo>
                  <a:pt x="1968843" y="993995"/>
                </a:lnTo>
                <a:cubicBezTo>
                  <a:pt x="1968562" y="996083"/>
                  <a:pt x="1968359" y="997803"/>
                  <a:pt x="1968217" y="999139"/>
                </a:cubicBezTo>
                <a:cubicBezTo>
                  <a:pt x="1968078" y="1000475"/>
                  <a:pt x="1967976" y="1001543"/>
                  <a:pt x="1967912" y="1002358"/>
                </a:cubicBezTo>
                <a:cubicBezTo>
                  <a:pt x="1967836" y="1003147"/>
                  <a:pt x="1967799" y="1003770"/>
                  <a:pt x="1967773" y="1004191"/>
                </a:cubicBezTo>
                <a:cubicBezTo>
                  <a:pt x="1967747" y="1004611"/>
                  <a:pt x="1967734" y="1004956"/>
                  <a:pt x="1967734" y="1005222"/>
                </a:cubicBezTo>
                <a:cubicBezTo>
                  <a:pt x="1967875" y="1009816"/>
                  <a:pt x="1969261" y="1013329"/>
                  <a:pt x="1971910" y="1015761"/>
                </a:cubicBezTo>
                <a:cubicBezTo>
                  <a:pt x="1974544" y="1018191"/>
                  <a:pt x="1978171" y="1019401"/>
                  <a:pt x="1982765" y="1019401"/>
                </a:cubicBezTo>
                <a:cubicBezTo>
                  <a:pt x="1985744" y="1019401"/>
                  <a:pt x="1988684" y="1018865"/>
                  <a:pt x="1991585" y="1017797"/>
                </a:cubicBezTo>
                <a:cubicBezTo>
                  <a:pt x="1994475" y="1016727"/>
                  <a:pt x="1997097" y="1015212"/>
                  <a:pt x="1999437" y="1013253"/>
                </a:cubicBezTo>
                <a:lnTo>
                  <a:pt x="1996536" y="1006965"/>
                </a:lnTo>
                <a:cubicBezTo>
                  <a:pt x="1996308" y="1006521"/>
                  <a:pt x="1996092" y="1006189"/>
                  <a:pt x="1995887" y="1005997"/>
                </a:cubicBezTo>
                <a:cubicBezTo>
                  <a:pt x="1995685" y="1005795"/>
                  <a:pt x="1995340" y="1005692"/>
                  <a:pt x="1994883" y="1005692"/>
                </a:cubicBezTo>
                <a:cubicBezTo>
                  <a:pt x="1994525" y="1005692"/>
                  <a:pt x="1994117" y="1005845"/>
                  <a:pt x="1993686" y="1006163"/>
                </a:cubicBezTo>
                <a:cubicBezTo>
                  <a:pt x="1993242" y="1006481"/>
                  <a:pt x="1992718" y="1006813"/>
                  <a:pt x="1992095" y="1007194"/>
                </a:cubicBezTo>
                <a:cubicBezTo>
                  <a:pt x="1991472" y="1007578"/>
                  <a:pt x="1990746" y="1007920"/>
                  <a:pt x="1989894" y="1008238"/>
                </a:cubicBezTo>
                <a:cubicBezTo>
                  <a:pt x="1989039" y="1008556"/>
                  <a:pt x="1988035" y="1008709"/>
                  <a:pt x="1986888" y="1008709"/>
                </a:cubicBezTo>
                <a:cubicBezTo>
                  <a:pt x="1985095" y="1008709"/>
                  <a:pt x="1983696" y="1008162"/>
                  <a:pt x="1982652" y="1007107"/>
                </a:cubicBezTo>
                <a:cubicBezTo>
                  <a:pt x="1981621" y="1006037"/>
                  <a:pt x="1981111" y="1004446"/>
                  <a:pt x="1981111" y="1002358"/>
                </a:cubicBezTo>
                <a:lnTo>
                  <a:pt x="1981111" y="1001748"/>
                </a:lnTo>
                <a:cubicBezTo>
                  <a:pt x="1981111" y="1001480"/>
                  <a:pt x="1981137" y="1001022"/>
                  <a:pt x="1981213" y="1000372"/>
                </a:cubicBezTo>
                <a:cubicBezTo>
                  <a:pt x="1981277" y="999736"/>
                  <a:pt x="1981379" y="998845"/>
                  <a:pt x="1981518" y="997738"/>
                </a:cubicBezTo>
                <a:cubicBezTo>
                  <a:pt x="1981658" y="996617"/>
                  <a:pt x="1981837" y="995155"/>
                  <a:pt x="1982065" y="993322"/>
                </a:cubicBezTo>
                <a:lnTo>
                  <a:pt x="1986202" y="960753"/>
                </a:lnTo>
                <a:lnTo>
                  <a:pt x="2018045" y="960753"/>
                </a:lnTo>
                <a:lnTo>
                  <a:pt x="2016938" y="969445"/>
                </a:lnTo>
                <a:lnTo>
                  <a:pt x="2010739" y="1018331"/>
                </a:lnTo>
                <a:lnTo>
                  <a:pt x="2023759" y="1018331"/>
                </a:lnTo>
                <a:lnTo>
                  <a:pt x="2029271" y="974523"/>
                </a:lnTo>
                <a:lnTo>
                  <a:pt x="2031001" y="960753"/>
                </a:lnTo>
                <a:lnTo>
                  <a:pt x="2031064" y="960753"/>
                </a:lnTo>
                <a:lnTo>
                  <a:pt x="2032171" y="951589"/>
                </a:lnTo>
                <a:lnTo>
                  <a:pt x="1987372" y="951589"/>
                </a:lnTo>
                <a:lnTo>
                  <a:pt x="1990338" y="928655"/>
                </a:lnTo>
                <a:close/>
                <a:moveTo>
                  <a:pt x="1050156" y="922308"/>
                </a:moveTo>
                <a:lnTo>
                  <a:pt x="1038028" y="1018347"/>
                </a:lnTo>
                <a:lnTo>
                  <a:pt x="1071107" y="1018347"/>
                </a:lnTo>
                <a:cubicBezTo>
                  <a:pt x="1076758" y="1018347"/>
                  <a:pt x="1081823" y="1017585"/>
                  <a:pt x="1086304" y="1016070"/>
                </a:cubicBezTo>
                <a:cubicBezTo>
                  <a:pt x="1090770" y="1014555"/>
                  <a:pt x="1094562" y="1012441"/>
                  <a:pt x="1097667" y="1009743"/>
                </a:cubicBezTo>
                <a:cubicBezTo>
                  <a:pt x="1100760" y="1007058"/>
                  <a:pt x="1103142" y="1003839"/>
                  <a:pt x="1104797" y="1000124"/>
                </a:cubicBezTo>
                <a:cubicBezTo>
                  <a:pt x="1106451" y="996405"/>
                  <a:pt x="1107279" y="992334"/>
                  <a:pt x="1107279" y="987916"/>
                </a:cubicBezTo>
                <a:cubicBezTo>
                  <a:pt x="1107279" y="982965"/>
                  <a:pt x="1105838" y="978894"/>
                  <a:pt x="1102937" y="975712"/>
                </a:cubicBezTo>
                <a:cubicBezTo>
                  <a:pt x="1100050" y="972517"/>
                  <a:pt x="1095658" y="970276"/>
                  <a:pt x="1089778" y="968991"/>
                </a:cubicBezTo>
                <a:cubicBezTo>
                  <a:pt x="1093176" y="967923"/>
                  <a:pt x="1096142" y="966548"/>
                  <a:pt x="1098661" y="964880"/>
                </a:cubicBezTo>
                <a:cubicBezTo>
                  <a:pt x="1101194" y="963200"/>
                  <a:pt x="1103295" y="961280"/>
                  <a:pt x="1104973" y="959090"/>
                </a:cubicBezTo>
                <a:cubicBezTo>
                  <a:pt x="1106643" y="956902"/>
                  <a:pt x="1107902" y="954522"/>
                  <a:pt x="1108728" y="951937"/>
                </a:cubicBezTo>
                <a:cubicBezTo>
                  <a:pt x="1109556" y="949355"/>
                  <a:pt x="1109964" y="946657"/>
                  <a:pt x="1109964" y="943843"/>
                </a:cubicBezTo>
                <a:cubicBezTo>
                  <a:pt x="1109964" y="940545"/>
                  <a:pt x="1109391" y="937568"/>
                  <a:pt x="1108244" y="934920"/>
                </a:cubicBezTo>
                <a:cubicBezTo>
                  <a:pt x="1107100" y="932262"/>
                  <a:pt x="1105304" y="929995"/>
                  <a:pt x="1102874" y="928125"/>
                </a:cubicBezTo>
                <a:cubicBezTo>
                  <a:pt x="1100431" y="926253"/>
                  <a:pt x="1097339" y="924817"/>
                  <a:pt x="1093607" y="923810"/>
                </a:cubicBezTo>
                <a:cubicBezTo>
                  <a:pt x="1089855" y="922805"/>
                  <a:pt x="1085360" y="922308"/>
                  <a:pt x="1080130" y="922308"/>
                </a:cubicBezTo>
                <a:close/>
                <a:moveTo>
                  <a:pt x="1623285" y="921235"/>
                </a:moveTo>
                <a:cubicBezTo>
                  <a:pt x="1618426" y="921235"/>
                  <a:pt x="1613753" y="921858"/>
                  <a:pt x="1609298" y="923105"/>
                </a:cubicBezTo>
                <a:cubicBezTo>
                  <a:pt x="1604843" y="924354"/>
                  <a:pt x="1600683" y="926134"/>
                  <a:pt x="1596825" y="928464"/>
                </a:cubicBezTo>
                <a:cubicBezTo>
                  <a:pt x="1592970" y="930781"/>
                  <a:pt x="1589470" y="933605"/>
                  <a:pt x="1586325" y="936953"/>
                </a:cubicBezTo>
                <a:cubicBezTo>
                  <a:pt x="1583169" y="940300"/>
                  <a:pt x="1580471" y="944068"/>
                  <a:pt x="1578231" y="948255"/>
                </a:cubicBezTo>
                <a:cubicBezTo>
                  <a:pt x="1575980" y="952441"/>
                  <a:pt x="1574236" y="957012"/>
                  <a:pt x="1573026" y="961961"/>
                </a:cubicBezTo>
                <a:cubicBezTo>
                  <a:pt x="1571804" y="966913"/>
                  <a:pt x="1571194" y="972156"/>
                  <a:pt x="1571194" y="977681"/>
                </a:cubicBezTo>
                <a:cubicBezTo>
                  <a:pt x="1571194" y="983790"/>
                  <a:pt x="1572059" y="989402"/>
                  <a:pt x="1573776" y="994506"/>
                </a:cubicBezTo>
                <a:cubicBezTo>
                  <a:pt x="1575509" y="999608"/>
                  <a:pt x="1578002" y="1003999"/>
                  <a:pt x="1581260" y="1007678"/>
                </a:cubicBezTo>
                <a:cubicBezTo>
                  <a:pt x="1584518" y="1011357"/>
                  <a:pt x="1588502" y="1014231"/>
                  <a:pt x="1593212" y="1016306"/>
                </a:cubicBezTo>
                <a:cubicBezTo>
                  <a:pt x="1597919" y="1018381"/>
                  <a:pt x="1603265" y="1019412"/>
                  <a:pt x="1609235" y="1019412"/>
                </a:cubicBezTo>
                <a:cubicBezTo>
                  <a:pt x="1616719" y="1019412"/>
                  <a:pt x="1623311" y="1018139"/>
                  <a:pt x="1629013" y="1015607"/>
                </a:cubicBezTo>
                <a:cubicBezTo>
                  <a:pt x="1634703" y="1013061"/>
                  <a:pt x="1639716" y="1009485"/>
                  <a:pt x="1644031" y="1004904"/>
                </a:cubicBezTo>
                <a:lnTo>
                  <a:pt x="1639069" y="998882"/>
                </a:lnTo>
                <a:cubicBezTo>
                  <a:pt x="1638890" y="998656"/>
                  <a:pt x="1638648" y="998464"/>
                  <a:pt x="1638356" y="998311"/>
                </a:cubicBezTo>
                <a:cubicBezTo>
                  <a:pt x="1638048" y="998159"/>
                  <a:pt x="1637667" y="998082"/>
                  <a:pt x="1637209" y="998082"/>
                </a:cubicBezTo>
                <a:cubicBezTo>
                  <a:pt x="1636663" y="998082"/>
                  <a:pt x="1636063" y="998311"/>
                  <a:pt x="1635416" y="998782"/>
                </a:cubicBezTo>
                <a:cubicBezTo>
                  <a:pt x="1634780" y="999253"/>
                  <a:pt x="1634001" y="999836"/>
                  <a:pt x="1633112" y="1000552"/>
                </a:cubicBezTo>
                <a:cubicBezTo>
                  <a:pt x="1632221" y="1001264"/>
                  <a:pt x="1631151" y="1002027"/>
                  <a:pt x="1629904" y="1002829"/>
                </a:cubicBezTo>
                <a:cubicBezTo>
                  <a:pt x="1628671" y="1003631"/>
                  <a:pt x="1627180" y="1004394"/>
                  <a:pt x="1625463" y="1005106"/>
                </a:cubicBezTo>
                <a:cubicBezTo>
                  <a:pt x="1623743" y="1005819"/>
                  <a:pt x="1621747" y="1006405"/>
                  <a:pt x="1619467" y="1006876"/>
                </a:cubicBezTo>
                <a:cubicBezTo>
                  <a:pt x="1617190" y="1007347"/>
                  <a:pt x="1614555" y="1007576"/>
                  <a:pt x="1611578" y="1007576"/>
                </a:cubicBezTo>
                <a:cubicBezTo>
                  <a:pt x="1607810" y="1007576"/>
                  <a:pt x="1604336" y="1006863"/>
                  <a:pt x="1601167" y="1005438"/>
                </a:cubicBezTo>
                <a:cubicBezTo>
                  <a:pt x="1597998" y="1004012"/>
                  <a:pt x="1595274" y="1001951"/>
                  <a:pt x="1592970" y="999276"/>
                </a:cubicBezTo>
                <a:cubicBezTo>
                  <a:pt x="1590680" y="996605"/>
                  <a:pt x="1588884" y="993360"/>
                  <a:pt x="1587600" y="989515"/>
                </a:cubicBezTo>
                <a:cubicBezTo>
                  <a:pt x="1586314" y="985686"/>
                  <a:pt x="1585665" y="981358"/>
                  <a:pt x="1585665" y="976548"/>
                </a:cubicBezTo>
                <a:cubicBezTo>
                  <a:pt x="1585665" y="969903"/>
                  <a:pt x="1586619" y="963896"/>
                  <a:pt x="1588529" y="958550"/>
                </a:cubicBezTo>
                <a:cubicBezTo>
                  <a:pt x="1590438" y="953204"/>
                  <a:pt x="1593046" y="948649"/>
                  <a:pt x="1596344" y="944881"/>
                </a:cubicBezTo>
                <a:cubicBezTo>
                  <a:pt x="1599652" y="941115"/>
                  <a:pt x="1603557" y="938212"/>
                  <a:pt x="1608064" y="936190"/>
                </a:cubicBezTo>
                <a:cubicBezTo>
                  <a:pt x="1612569" y="934152"/>
                  <a:pt x="1617405" y="933147"/>
                  <a:pt x="1622599" y="933147"/>
                </a:cubicBezTo>
                <a:cubicBezTo>
                  <a:pt x="1626507" y="933147"/>
                  <a:pt x="1629675" y="933579"/>
                  <a:pt x="1632105" y="934446"/>
                </a:cubicBezTo>
                <a:cubicBezTo>
                  <a:pt x="1634548" y="935312"/>
                  <a:pt x="1636534" y="936266"/>
                  <a:pt x="1638075" y="937284"/>
                </a:cubicBezTo>
                <a:cubicBezTo>
                  <a:pt x="1639616" y="938315"/>
                  <a:pt x="1640836" y="939256"/>
                  <a:pt x="1641754" y="940134"/>
                </a:cubicBezTo>
                <a:cubicBezTo>
                  <a:pt x="1642682" y="941000"/>
                  <a:pt x="1643573" y="941434"/>
                  <a:pt x="1644439" y="941434"/>
                </a:cubicBezTo>
                <a:cubicBezTo>
                  <a:pt x="1645227" y="941434"/>
                  <a:pt x="1645864" y="941278"/>
                  <a:pt x="1646348" y="940963"/>
                </a:cubicBezTo>
                <a:cubicBezTo>
                  <a:pt x="1646819" y="940658"/>
                  <a:pt x="1647276" y="940248"/>
                  <a:pt x="1647684" y="939766"/>
                </a:cubicBezTo>
                <a:lnTo>
                  <a:pt x="1652506" y="934076"/>
                </a:lnTo>
                <a:cubicBezTo>
                  <a:pt x="1650905" y="932116"/>
                  <a:pt x="1649135" y="930347"/>
                  <a:pt x="1647200" y="928756"/>
                </a:cubicBezTo>
                <a:cubicBezTo>
                  <a:pt x="1645277" y="927178"/>
                  <a:pt x="1643139" y="925829"/>
                  <a:pt x="1640799" y="924709"/>
                </a:cubicBezTo>
                <a:cubicBezTo>
                  <a:pt x="1638456" y="923602"/>
                  <a:pt x="1635834" y="922736"/>
                  <a:pt x="1632934" y="922139"/>
                </a:cubicBezTo>
                <a:cubicBezTo>
                  <a:pt x="1630044" y="921540"/>
                  <a:pt x="1626825" y="921235"/>
                  <a:pt x="1623285" y="921235"/>
                </a:cubicBezTo>
                <a:close/>
                <a:moveTo>
                  <a:pt x="679232" y="921223"/>
                </a:moveTo>
                <a:cubicBezTo>
                  <a:pt x="674178" y="921223"/>
                  <a:pt x="669381" y="921833"/>
                  <a:pt x="664837" y="923069"/>
                </a:cubicBezTo>
                <a:cubicBezTo>
                  <a:pt x="660293" y="924292"/>
                  <a:pt x="656067" y="926059"/>
                  <a:pt x="652159" y="928389"/>
                </a:cubicBezTo>
                <a:cubicBezTo>
                  <a:pt x="648251" y="930692"/>
                  <a:pt x="644714" y="933506"/>
                  <a:pt x="641546" y="936814"/>
                </a:cubicBezTo>
                <a:cubicBezTo>
                  <a:pt x="638377" y="940109"/>
                  <a:pt x="635679" y="943825"/>
                  <a:pt x="633451" y="947975"/>
                </a:cubicBezTo>
                <a:cubicBezTo>
                  <a:pt x="631224" y="952124"/>
                  <a:pt x="629507" y="956642"/>
                  <a:pt x="628310" y="961518"/>
                </a:cubicBezTo>
                <a:cubicBezTo>
                  <a:pt x="627124" y="966403"/>
                  <a:pt x="626527" y="971584"/>
                  <a:pt x="626527" y="977070"/>
                </a:cubicBezTo>
                <a:cubicBezTo>
                  <a:pt x="626527" y="983231"/>
                  <a:pt x="627469" y="988893"/>
                  <a:pt x="629352" y="994086"/>
                </a:cubicBezTo>
                <a:cubicBezTo>
                  <a:pt x="631237" y="999277"/>
                  <a:pt x="633909" y="1003758"/>
                  <a:pt x="637370" y="1007500"/>
                </a:cubicBezTo>
                <a:cubicBezTo>
                  <a:pt x="640846" y="1011242"/>
                  <a:pt x="645019" y="1014156"/>
                  <a:pt x="649921" y="1016257"/>
                </a:cubicBezTo>
                <a:cubicBezTo>
                  <a:pt x="654807" y="1018356"/>
                  <a:pt x="660266" y="1019400"/>
                  <a:pt x="666286" y="1019400"/>
                </a:cubicBezTo>
                <a:cubicBezTo>
                  <a:pt x="670041" y="1019400"/>
                  <a:pt x="673568" y="1019184"/>
                  <a:pt x="676826" y="1018763"/>
                </a:cubicBezTo>
                <a:cubicBezTo>
                  <a:pt x="680084" y="1018345"/>
                  <a:pt x="683190" y="1017696"/>
                  <a:pt x="686130" y="1016830"/>
                </a:cubicBezTo>
                <a:cubicBezTo>
                  <a:pt x="689070" y="1015965"/>
                  <a:pt x="691857" y="1014882"/>
                  <a:pt x="694503" y="1013585"/>
                </a:cubicBezTo>
                <a:cubicBezTo>
                  <a:pt x="697138" y="1012299"/>
                  <a:pt x="699723" y="1010772"/>
                  <a:pt x="702255" y="1009041"/>
                </a:cubicBezTo>
                <a:lnTo>
                  <a:pt x="706938" y="971852"/>
                </a:lnTo>
                <a:lnTo>
                  <a:pt x="677996" y="971852"/>
                </a:lnTo>
                <a:lnTo>
                  <a:pt x="677104" y="979678"/>
                </a:lnTo>
                <a:cubicBezTo>
                  <a:pt x="677005" y="980443"/>
                  <a:pt x="677207" y="981067"/>
                  <a:pt x="677691" y="981550"/>
                </a:cubicBezTo>
                <a:cubicBezTo>
                  <a:pt x="678162" y="982045"/>
                  <a:pt x="678874" y="982289"/>
                  <a:pt x="679792" y="982289"/>
                </a:cubicBezTo>
                <a:lnTo>
                  <a:pt x="692812" y="982289"/>
                </a:lnTo>
                <a:lnTo>
                  <a:pt x="690190" y="1003085"/>
                </a:lnTo>
                <a:cubicBezTo>
                  <a:pt x="688636" y="1003884"/>
                  <a:pt x="687058" y="1004610"/>
                  <a:pt x="685467" y="1005260"/>
                </a:cubicBezTo>
                <a:cubicBezTo>
                  <a:pt x="683889" y="1005909"/>
                  <a:pt x="682222" y="1006456"/>
                  <a:pt x="680478" y="1006890"/>
                </a:cubicBezTo>
                <a:cubicBezTo>
                  <a:pt x="678735" y="1007348"/>
                  <a:pt x="676889" y="1007692"/>
                  <a:pt x="674930" y="1007934"/>
                </a:cubicBezTo>
                <a:cubicBezTo>
                  <a:pt x="672981" y="1008176"/>
                  <a:pt x="670883" y="1008302"/>
                  <a:pt x="668629" y="1008302"/>
                </a:cubicBezTo>
                <a:cubicBezTo>
                  <a:pt x="664442" y="1008302"/>
                  <a:pt x="660661" y="1007577"/>
                  <a:pt x="657250" y="1006125"/>
                </a:cubicBezTo>
                <a:cubicBezTo>
                  <a:pt x="653853" y="1004676"/>
                  <a:pt x="650952" y="1002575"/>
                  <a:pt x="648533" y="999837"/>
                </a:cubicBezTo>
                <a:cubicBezTo>
                  <a:pt x="646127" y="997102"/>
                  <a:pt x="644270" y="993768"/>
                  <a:pt x="642958" y="989847"/>
                </a:cubicBezTo>
                <a:cubicBezTo>
                  <a:pt x="641648" y="985916"/>
                  <a:pt x="640999" y="981511"/>
                  <a:pt x="640999" y="976599"/>
                </a:cubicBezTo>
                <a:cubicBezTo>
                  <a:pt x="640999" y="970006"/>
                  <a:pt x="641903" y="964024"/>
                  <a:pt x="643710" y="958680"/>
                </a:cubicBezTo>
                <a:cubicBezTo>
                  <a:pt x="645530" y="953334"/>
                  <a:pt x="648075" y="948753"/>
                  <a:pt x="651357" y="944971"/>
                </a:cubicBezTo>
                <a:cubicBezTo>
                  <a:pt x="654641" y="941179"/>
                  <a:pt x="658576" y="938263"/>
                  <a:pt x="663143" y="936202"/>
                </a:cubicBezTo>
                <a:cubicBezTo>
                  <a:pt x="667714" y="934153"/>
                  <a:pt x="672739" y="933135"/>
                  <a:pt x="678201" y="933135"/>
                </a:cubicBezTo>
                <a:cubicBezTo>
                  <a:pt x="681457" y="933135"/>
                  <a:pt x="684257" y="933403"/>
                  <a:pt x="686574" y="933964"/>
                </a:cubicBezTo>
                <a:cubicBezTo>
                  <a:pt x="688891" y="934524"/>
                  <a:pt x="690903" y="935184"/>
                  <a:pt x="692607" y="935973"/>
                </a:cubicBezTo>
                <a:cubicBezTo>
                  <a:pt x="694300" y="936751"/>
                  <a:pt x="695775" y="937590"/>
                  <a:pt x="697011" y="938481"/>
                </a:cubicBezTo>
                <a:cubicBezTo>
                  <a:pt x="698258" y="939373"/>
                  <a:pt x="699428" y="940149"/>
                  <a:pt x="700535" y="940822"/>
                </a:cubicBezTo>
                <a:cubicBezTo>
                  <a:pt x="701682" y="941485"/>
                  <a:pt x="702763" y="941700"/>
                  <a:pt x="703807" y="941458"/>
                </a:cubicBezTo>
                <a:cubicBezTo>
                  <a:pt x="704837" y="941206"/>
                  <a:pt x="705716" y="940569"/>
                  <a:pt x="706455" y="939549"/>
                </a:cubicBezTo>
                <a:lnTo>
                  <a:pt x="711012" y="933861"/>
                </a:lnTo>
                <a:cubicBezTo>
                  <a:pt x="709305" y="932078"/>
                  <a:pt x="707422" y="930413"/>
                  <a:pt x="705361" y="928846"/>
                </a:cubicBezTo>
                <a:cubicBezTo>
                  <a:pt x="703286" y="927282"/>
                  <a:pt x="700969" y="925946"/>
                  <a:pt x="698397" y="924836"/>
                </a:cubicBezTo>
                <a:cubicBezTo>
                  <a:pt x="695815" y="923718"/>
                  <a:pt x="692964" y="922840"/>
                  <a:pt x="689819" y="922190"/>
                </a:cubicBezTo>
                <a:cubicBezTo>
                  <a:pt x="686663" y="921554"/>
                  <a:pt x="683137" y="921223"/>
                  <a:pt x="679232" y="921223"/>
                </a:cubicBezTo>
                <a:close/>
                <a:moveTo>
                  <a:pt x="1266325" y="920370"/>
                </a:moveTo>
                <a:cubicBezTo>
                  <a:pt x="1265178" y="920370"/>
                  <a:pt x="1264058" y="920612"/>
                  <a:pt x="1262990" y="921109"/>
                </a:cubicBezTo>
                <a:cubicBezTo>
                  <a:pt x="1261909" y="921590"/>
                  <a:pt x="1260955" y="922253"/>
                  <a:pt x="1260126" y="923082"/>
                </a:cubicBezTo>
                <a:cubicBezTo>
                  <a:pt x="1259301" y="923897"/>
                  <a:pt x="1258651" y="924862"/>
                  <a:pt x="1258167" y="925945"/>
                </a:cubicBezTo>
                <a:cubicBezTo>
                  <a:pt x="1257683" y="927052"/>
                  <a:pt x="1257441" y="928196"/>
                  <a:pt x="1257441" y="929393"/>
                </a:cubicBezTo>
                <a:cubicBezTo>
                  <a:pt x="1257441" y="930603"/>
                  <a:pt x="1257683" y="931749"/>
                  <a:pt x="1258167" y="932843"/>
                </a:cubicBezTo>
                <a:cubicBezTo>
                  <a:pt x="1258651" y="933924"/>
                  <a:pt x="1259288" y="934892"/>
                  <a:pt x="1260087" y="935720"/>
                </a:cubicBezTo>
                <a:cubicBezTo>
                  <a:pt x="1260892" y="936533"/>
                  <a:pt x="1261820" y="937182"/>
                  <a:pt x="1262888" y="937653"/>
                </a:cubicBezTo>
                <a:cubicBezTo>
                  <a:pt x="1263945" y="938123"/>
                  <a:pt x="1265039" y="938352"/>
                  <a:pt x="1266185" y="938352"/>
                </a:cubicBezTo>
                <a:cubicBezTo>
                  <a:pt x="1267342" y="938352"/>
                  <a:pt x="1268463" y="938123"/>
                  <a:pt x="1269570" y="937653"/>
                </a:cubicBezTo>
                <a:cubicBezTo>
                  <a:pt x="1270666" y="937182"/>
                  <a:pt x="1271645" y="936533"/>
                  <a:pt x="1272497" y="935720"/>
                </a:cubicBezTo>
                <a:cubicBezTo>
                  <a:pt x="1273338" y="934892"/>
                  <a:pt x="1274038" y="933924"/>
                  <a:pt x="1274558" y="932843"/>
                </a:cubicBezTo>
                <a:cubicBezTo>
                  <a:pt x="1275095" y="931749"/>
                  <a:pt x="1275350" y="930603"/>
                  <a:pt x="1275350" y="929393"/>
                </a:cubicBezTo>
                <a:cubicBezTo>
                  <a:pt x="1275350" y="928146"/>
                  <a:pt x="1275108" y="926976"/>
                  <a:pt x="1274598" y="925882"/>
                </a:cubicBezTo>
                <a:cubicBezTo>
                  <a:pt x="1274088" y="924786"/>
                  <a:pt x="1273428" y="923831"/>
                  <a:pt x="1272599" y="923005"/>
                </a:cubicBezTo>
                <a:cubicBezTo>
                  <a:pt x="1271774" y="922190"/>
                  <a:pt x="1270806" y="921527"/>
                  <a:pt x="1269712" y="921070"/>
                </a:cubicBezTo>
                <a:cubicBezTo>
                  <a:pt x="1268602" y="920599"/>
                  <a:pt x="1267471" y="920370"/>
                  <a:pt x="1266325" y="920370"/>
                </a:cubicBezTo>
                <a:close/>
                <a:moveTo>
                  <a:pt x="2029066" y="920356"/>
                </a:moveTo>
                <a:cubicBezTo>
                  <a:pt x="2027909" y="920356"/>
                  <a:pt x="2026812" y="920598"/>
                  <a:pt x="2025758" y="921095"/>
                </a:cubicBezTo>
                <a:cubicBezTo>
                  <a:pt x="2024700" y="921579"/>
                  <a:pt x="2023759" y="922239"/>
                  <a:pt x="2022931" y="923068"/>
                </a:cubicBezTo>
                <a:cubicBezTo>
                  <a:pt x="2022105" y="923896"/>
                  <a:pt x="2021442" y="924851"/>
                  <a:pt x="2020971" y="925944"/>
                </a:cubicBezTo>
                <a:cubicBezTo>
                  <a:pt x="2020488" y="927038"/>
                  <a:pt x="2020246" y="928182"/>
                  <a:pt x="2020246" y="929392"/>
                </a:cubicBezTo>
                <a:cubicBezTo>
                  <a:pt x="2020246" y="930589"/>
                  <a:pt x="2020488" y="931735"/>
                  <a:pt x="2020971" y="932829"/>
                </a:cubicBezTo>
                <a:cubicBezTo>
                  <a:pt x="2021442" y="933923"/>
                  <a:pt x="2022092" y="934878"/>
                  <a:pt x="2022891" y="935706"/>
                </a:cubicBezTo>
                <a:cubicBezTo>
                  <a:pt x="2023707" y="936532"/>
                  <a:pt x="2024624" y="937181"/>
                  <a:pt x="2025681" y="937641"/>
                </a:cubicBezTo>
                <a:cubicBezTo>
                  <a:pt x="2026749" y="938112"/>
                  <a:pt x="2027843" y="938351"/>
                  <a:pt x="2028990" y="938351"/>
                </a:cubicBezTo>
                <a:cubicBezTo>
                  <a:pt x="2030147" y="938351"/>
                  <a:pt x="2031267" y="938112"/>
                  <a:pt x="2032374" y="937641"/>
                </a:cubicBezTo>
                <a:cubicBezTo>
                  <a:pt x="2033481" y="937181"/>
                  <a:pt x="2034449" y="936532"/>
                  <a:pt x="2035301" y="935706"/>
                </a:cubicBezTo>
                <a:cubicBezTo>
                  <a:pt x="2036156" y="934878"/>
                  <a:pt x="2036842" y="933923"/>
                  <a:pt x="2037363" y="932829"/>
                </a:cubicBezTo>
                <a:cubicBezTo>
                  <a:pt x="2037899" y="931735"/>
                  <a:pt x="2038165" y="930589"/>
                  <a:pt x="2038165" y="929392"/>
                </a:cubicBezTo>
                <a:cubicBezTo>
                  <a:pt x="2038165" y="928132"/>
                  <a:pt x="2037923" y="926962"/>
                  <a:pt x="2037402" y="925881"/>
                </a:cubicBezTo>
                <a:cubicBezTo>
                  <a:pt x="2036892" y="924785"/>
                  <a:pt x="2036219" y="923830"/>
                  <a:pt x="2035367" y="923005"/>
                </a:cubicBezTo>
                <a:cubicBezTo>
                  <a:pt x="2034525" y="922176"/>
                  <a:pt x="2033547" y="921527"/>
                  <a:pt x="2032437" y="921056"/>
                </a:cubicBezTo>
                <a:cubicBezTo>
                  <a:pt x="2031343" y="920598"/>
                  <a:pt x="2030210" y="920356"/>
                  <a:pt x="2029066" y="920356"/>
                </a:cubicBezTo>
                <a:close/>
                <a:moveTo>
                  <a:pt x="835665" y="919633"/>
                </a:moveTo>
                <a:lnTo>
                  <a:pt x="823331" y="1018347"/>
                </a:lnTo>
                <a:lnTo>
                  <a:pt x="830574" y="1018347"/>
                </a:lnTo>
                <a:cubicBezTo>
                  <a:pt x="832036" y="1018347"/>
                  <a:pt x="833093" y="1018040"/>
                  <a:pt x="833743" y="1017442"/>
                </a:cubicBezTo>
                <a:cubicBezTo>
                  <a:pt x="834392" y="1016843"/>
                  <a:pt x="834887" y="1015888"/>
                  <a:pt x="835257" y="1014605"/>
                </a:cubicBezTo>
                <a:lnTo>
                  <a:pt x="836146" y="1010787"/>
                </a:lnTo>
                <a:cubicBezTo>
                  <a:pt x="838082" y="1013472"/>
                  <a:pt x="840525" y="1015546"/>
                  <a:pt x="843491" y="1017035"/>
                </a:cubicBezTo>
                <a:cubicBezTo>
                  <a:pt x="846457" y="1018536"/>
                  <a:pt x="849779" y="1019288"/>
                  <a:pt x="853444" y="1019288"/>
                </a:cubicBezTo>
                <a:cubicBezTo>
                  <a:pt x="856663" y="1019288"/>
                  <a:pt x="859732" y="1018689"/>
                  <a:pt x="862646" y="1017505"/>
                </a:cubicBezTo>
                <a:cubicBezTo>
                  <a:pt x="865559" y="1016335"/>
                  <a:pt x="868283" y="1014692"/>
                  <a:pt x="870816" y="1012593"/>
                </a:cubicBezTo>
                <a:cubicBezTo>
                  <a:pt x="873335" y="1010495"/>
                  <a:pt x="875642" y="1008023"/>
                  <a:pt x="877703" y="1005172"/>
                </a:cubicBezTo>
                <a:cubicBezTo>
                  <a:pt x="879778" y="1002322"/>
                  <a:pt x="881532" y="999216"/>
                  <a:pt x="882971" y="995868"/>
                </a:cubicBezTo>
                <a:cubicBezTo>
                  <a:pt x="884422" y="992537"/>
                  <a:pt x="885555" y="989023"/>
                  <a:pt x="886358" y="985344"/>
                </a:cubicBezTo>
                <a:cubicBezTo>
                  <a:pt x="887157" y="981665"/>
                  <a:pt x="887551" y="977976"/>
                  <a:pt x="887551" y="974271"/>
                </a:cubicBezTo>
                <a:cubicBezTo>
                  <a:pt x="887551" y="966077"/>
                  <a:pt x="885874" y="959876"/>
                  <a:pt x="882487" y="955689"/>
                </a:cubicBezTo>
                <a:cubicBezTo>
                  <a:pt x="879115" y="951490"/>
                  <a:pt x="874469" y="949391"/>
                  <a:pt x="868539" y="949391"/>
                </a:cubicBezTo>
                <a:cubicBezTo>
                  <a:pt x="866106" y="949391"/>
                  <a:pt x="863726" y="949796"/>
                  <a:pt x="861412" y="950598"/>
                </a:cubicBezTo>
                <a:cubicBezTo>
                  <a:pt x="859083" y="951400"/>
                  <a:pt x="856842" y="952547"/>
                  <a:pt x="854654" y="954048"/>
                </a:cubicBezTo>
                <a:cubicBezTo>
                  <a:pt x="852476" y="955537"/>
                  <a:pt x="850389" y="957343"/>
                  <a:pt x="848416" y="959458"/>
                </a:cubicBezTo>
                <a:cubicBezTo>
                  <a:pt x="846444" y="961582"/>
                  <a:pt x="844611" y="963949"/>
                  <a:pt x="842904" y="966584"/>
                </a:cubicBezTo>
                <a:lnTo>
                  <a:pt x="848824" y="919633"/>
                </a:lnTo>
                <a:close/>
                <a:moveTo>
                  <a:pt x="731261" y="919632"/>
                </a:moveTo>
                <a:lnTo>
                  <a:pt x="725570" y="965170"/>
                </a:lnTo>
                <a:lnTo>
                  <a:pt x="718927" y="1018345"/>
                </a:lnTo>
                <a:lnTo>
                  <a:pt x="732152" y="1018345"/>
                </a:lnTo>
                <a:lnTo>
                  <a:pt x="737585" y="974882"/>
                </a:lnTo>
                <a:lnTo>
                  <a:pt x="744496" y="919632"/>
                </a:lnTo>
                <a:close/>
                <a:moveTo>
                  <a:pt x="982075" y="919632"/>
                </a:moveTo>
                <a:lnTo>
                  <a:pt x="976387" y="965170"/>
                </a:lnTo>
                <a:lnTo>
                  <a:pt x="969742" y="1018345"/>
                </a:lnTo>
                <a:lnTo>
                  <a:pt x="982967" y="1018345"/>
                </a:lnTo>
                <a:lnTo>
                  <a:pt x="988400" y="974882"/>
                </a:lnTo>
                <a:lnTo>
                  <a:pt x="995311" y="919632"/>
                </a:lnTo>
                <a:close/>
                <a:moveTo>
                  <a:pt x="1942738" y="919630"/>
                </a:moveTo>
                <a:lnTo>
                  <a:pt x="1937047" y="965169"/>
                </a:lnTo>
                <a:lnTo>
                  <a:pt x="1930405" y="1018344"/>
                </a:lnTo>
                <a:lnTo>
                  <a:pt x="1943629" y="1018344"/>
                </a:lnTo>
                <a:lnTo>
                  <a:pt x="1949062" y="974881"/>
                </a:lnTo>
                <a:lnTo>
                  <a:pt x="1955960" y="919630"/>
                </a:lnTo>
                <a:close/>
                <a:moveTo>
                  <a:pt x="578319" y="565588"/>
                </a:moveTo>
                <a:cubicBezTo>
                  <a:pt x="598773" y="565588"/>
                  <a:pt x="617175" y="575986"/>
                  <a:pt x="625309" y="592850"/>
                </a:cubicBezTo>
                <a:cubicBezTo>
                  <a:pt x="632462" y="607729"/>
                  <a:pt x="637069" y="633984"/>
                  <a:pt x="637069" y="663742"/>
                </a:cubicBezTo>
                <a:cubicBezTo>
                  <a:pt x="637069" y="691485"/>
                  <a:pt x="634013" y="710335"/>
                  <a:pt x="626314" y="726205"/>
                </a:cubicBezTo>
                <a:cubicBezTo>
                  <a:pt x="617646" y="744597"/>
                  <a:pt x="596214" y="756954"/>
                  <a:pt x="572694" y="756954"/>
                </a:cubicBezTo>
                <a:cubicBezTo>
                  <a:pt x="551288" y="756954"/>
                  <a:pt x="529283" y="745565"/>
                  <a:pt x="510420" y="724693"/>
                </a:cubicBezTo>
                <a:lnTo>
                  <a:pt x="510420" y="600334"/>
                </a:lnTo>
                <a:cubicBezTo>
                  <a:pt x="529817" y="577451"/>
                  <a:pt x="552814" y="565588"/>
                  <a:pt x="578319" y="565588"/>
                </a:cubicBezTo>
                <a:close/>
                <a:moveTo>
                  <a:pt x="1005328" y="560165"/>
                </a:moveTo>
                <a:cubicBezTo>
                  <a:pt x="1026250" y="560165"/>
                  <a:pt x="1048716" y="570118"/>
                  <a:pt x="1059431" y="591855"/>
                </a:cubicBezTo>
                <a:cubicBezTo>
                  <a:pt x="1067642" y="608223"/>
                  <a:pt x="1071191" y="631603"/>
                  <a:pt x="1071191" y="666194"/>
                </a:cubicBezTo>
                <a:cubicBezTo>
                  <a:pt x="1071191" y="690579"/>
                  <a:pt x="1069143" y="704464"/>
                  <a:pt x="1063568" y="719866"/>
                </a:cubicBezTo>
                <a:cubicBezTo>
                  <a:pt x="1054851" y="743576"/>
                  <a:pt x="1034944" y="756953"/>
                  <a:pt x="1008371" y="756953"/>
                </a:cubicBezTo>
                <a:cubicBezTo>
                  <a:pt x="986428" y="756953"/>
                  <a:pt x="965988" y="747102"/>
                  <a:pt x="956800" y="732210"/>
                </a:cubicBezTo>
                <a:cubicBezTo>
                  <a:pt x="947112" y="716811"/>
                  <a:pt x="940966" y="686088"/>
                  <a:pt x="940966" y="651368"/>
                </a:cubicBezTo>
                <a:cubicBezTo>
                  <a:pt x="940966" y="622084"/>
                  <a:pt x="945040" y="602356"/>
                  <a:pt x="953210" y="586967"/>
                </a:cubicBezTo>
                <a:cubicBezTo>
                  <a:pt x="961891" y="570576"/>
                  <a:pt x="982865" y="560165"/>
                  <a:pt x="1005328" y="560165"/>
                </a:cubicBezTo>
                <a:close/>
                <a:moveTo>
                  <a:pt x="2143928" y="548555"/>
                </a:moveTo>
                <a:lnTo>
                  <a:pt x="2147899" y="548555"/>
                </a:lnTo>
                <a:cubicBezTo>
                  <a:pt x="2149911" y="548555"/>
                  <a:pt x="2151502" y="548836"/>
                  <a:pt x="2152596" y="549281"/>
                </a:cubicBezTo>
                <a:cubicBezTo>
                  <a:pt x="2154644" y="550096"/>
                  <a:pt x="2156135" y="552145"/>
                  <a:pt x="2156135" y="554740"/>
                </a:cubicBezTo>
                <a:cubicBezTo>
                  <a:pt x="2156135" y="556941"/>
                  <a:pt x="2155383" y="558698"/>
                  <a:pt x="2154276" y="559768"/>
                </a:cubicBezTo>
                <a:cubicBezTo>
                  <a:pt x="2152914" y="560952"/>
                  <a:pt x="2151044" y="561485"/>
                  <a:pt x="2147644" y="561485"/>
                </a:cubicBezTo>
                <a:lnTo>
                  <a:pt x="2143928" y="561485"/>
                </a:lnTo>
                <a:close/>
                <a:moveTo>
                  <a:pt x="2138558" y="544329"/>
                </a:moveTo>
                <a:lnTo>
                  <a:pt x="2138558" y="581416"/>
                </a:lnTo>
                <a:lnTo>
                  <a:pt x="2143928" y="581416"/>
                </a:lnTo>
                <a:lnTo>
                  <a:pt x="2143928" y="564999"/>
                </a:lnTo>
                <a:cubicBezTo>
                  <a:pt x="2145482" y="565088"/>
                  <a:pt x="2146297" y="565609"/>
                  <a:pt x="2147339" y="566703"/>
                </a:cubicBezTo>
                <a:cubicBezTo>
                  <a:pt x="2150103" y="569643"/>
                  <a:pt x="2151044" y="571197"/>
                  <a:pt x="2153998" y="575930"/>
                </a:cubicBezTo>
                <a:cubicBezTo>
                  <a:pt x="2155486" y="578463"/>
                  <a:pt x="2156059" y="579328"/>
                  <a:pt x="2157140" y="581416"/>
                </a:cubicBezTo>
                <a:lnTo>
                  <a:pt x="2163619" y="581416"/>
                </a:lnTo>
                <a:cubicBezTo>
                  <a:pt x="2162867" y="580246"/>
                  <a:pt x="2159735" y="575397"/>
                  <a:pt x="2158081" y="572891"/>
                </a:cubicBezTo>
                <a:cubicBezTo>
                  <a:pt x="2156772" y="570916"/>
                  <a:pt x="2155625" y="569325"/>
                  <a:pt x="2154800" y="568294"/>
                </a:cubicBezTo>
                <a:cubicBezTo>
                  <a:pt x="2154226" y="567405"/>
                  <a:pt x="2153245" y="566245"/>
                  <a:pt x="2151502" y="564922"/>
                </a:cubicBezTo>
                <a:cubicBezTo>
                  <a:pt x="2157866" y="565088"/>
                  <a:pt x="2161760" y="560415"/>
                  <a:pt x="2161760" y="554664"/>
                </a:cubicBezTo>
                <a:cubicBezTo>
                  <a:pt x="2161760" y="551088"/>
                  <a:pt x="2160119" y="548555"/>
                  <a:pt x="2158350" y="547053"/>
                </a:cubicBezTo>
                <a:cubicBezTo>
                  <a:pt x="2156480" y="545334"/>
                  <a:pt x="2153832" y="544329"/>
                  <a:pt x="2149287" y="544329"/>
                </a:cubicBezTo>
                <a:close/>
                <a:moveTo>
                  <a:pt x="2149178" y="534571"/>
                </a:moveTo>
                <a:cubicBezTo>
                  <a:pt x="2164886" y="534571"/>
                  <a:pt x="2177471" y="546954"/>
                  <a:pt x="2177471" y="563119"/>
                </a:cubicBezTo>
                <a:cubicBezTo>
                  <a:pt x="2177471" y="579245"/>
                  <a:pt x="2164886" y="591654"/>
                  <a:pt x="2149178" y="591654"/>
                </a:cubicBezTo>
                <a:cubicBezTo>
                  <a:pt x="2133423" y="591654"/>
                  <a:pt x="2120925" y="579245"/>
                  <a:pt x="2120925" y="563119"/>
                </a:cubicBezTo>
                <a:cubicBezTo>
                  <a:pt x="2120925" y="546954"/>
                  <a:pt x="2133423" y="534571"/>
                  <a:pt x="2149178" y="534571"/>
                </a:cubicBezTo>
                <a:close/>
                <a:moveTo>
                  <a:pt x="1394988" y="530484"/>
                </a:moveTo>
                <a:lnTo>
                  <a:pt x="1353663" y="536848"/>
                </a:lnTo>
                <a:lnTo>
                  <a:pt x="1353663" y="644418"/>
                </a:lnTo>
                <a:lnTo>
                  <a:pt x="1353663" y="782699"/>
                </a:lnTo>
                <a:lnTo>
                  <a:pt x="1394988" y="782699"/>
                </a:lnTo>
                <a:lnTo>
                  <a:pt x="1394988" y="671959"/>
                </a:lnTo>
                <a:close/>
                <a:moveTo>
                  <a:pt x="1760729" y="530484"/>
                </a:moveTo>
                <a:lnTo>
                  <a:pt x="1719340" y="536848"/>
                </a:lnTo>
                <a:lnTo>
                  <a:pt x="1719340" y="640484"/>
                </a:lnTo>
                <a:lnTo>
                  <a:pt x="1719340" y="782699"/>
                </a:lnTo>
                <a:lnTo>
                  <a:pt x="1760729" y="782699"/>
                </a:lnTo>
                <a:lnTo>
                  <a:pt x="1760729" y="596500"/>
                </a:lnTo>
                <a:close/>
                <a:moveTo>
                  <a:pt x="2052350" y="530483"/>
                </a:moveTo>
                <a:lnTo>
                  <a:pt x="2010948" y="536847"/>
                </a:lnTo>
                <a:lnTo>
                  <a:pt x="2010948" y="640484"/>
                </a:lnTo>
                <a:lnTo>
                  <a:pt x="2010948" y="782698"/>
                </a:lnTo>
                <a:lnTo>
                  <a:pt x="2052350" y="782698"/>
                </a:lnTo>
                <a:lnTo>
                  <a:pt x="2052350" y="665406"/>
                </a:lnTo>
                <a:close/>
                <a:moveTo>
                  <a:pt x="2149178" y="529748"/>
                </a:moveTo>
                <a:cubicBezTo>
                  <a:pt x="2130429" y="529748"/>
                  <a:pt x="2114803" y="544080"/>
                  <a:pt x="2114803" y="563119"/>
                </a:cubicBezTo>
                <a:cubicBezTo>
                  <a:pt x="2114803" y="582121"/>
                  <a:pt x="2130429" y="596503"/>
                  <a:pt x="2149178" y="596503"/>
                </a:cubicBezTo>
                <a:cubicBezTo>
                  <a:pt x="2167902" y="596503"/>
                  <a:pt x="2183607" y="582121"/>
                  <a:pt x="2183607" y="563119"/>
                </a:cubicBezTo>
                <a:cubicBezTo>
                  <a:pt x="2183607" y="544080"/>
                  <a:pt x="2167902" y="529748"/>
                  <a:pt x="2149178" y="529748"/>
                </a:cubicBezTo>
                <a:close/>
                <a:moveTo>
                  <a:pt x="1481838" y="529453"/>
                </a:moveTo>
                <a:lnTo>
                  <a:pt x="1440970" y="537802"/>
                </a:lnTo>
                <a:lnTo>
                  <a:pt x="1532415" y="785221"/>
                </a:lnTo>
                <a:lnTo>
                  <a:pt x="1571729" y="785221"/>
                </a:lnTo>
                <a:lnTo>
                  <a:pt x="1667261" y="535843"/>
                </a:lnTo>
                <a:lnTo>
                  <a:pt x="1624852" y="535843"/>
                </a:lnTo>
                <a:lnTo>
                  <a:pt x="1566601" y="699997"/>
                </a:lnTo>
                <a:cubicBezTo>
                  <a:pt x="1558454" y="722231"/>
                  <a:pt x="1554344" y="741565"/>
                  <a:pt x="1554344" y="741565"/>
                </a:cubicBezTo>
                <a:lnTo>
                  <a:pt x="1553313" y="741565"/>
                </a:lnTo>
                <a:cubicBezTo>
                  <a:pt x="1553313" y="741565"/>
                  <a:pt x="1548222" y="719841"/>
                  <a:pt x="1541106" y="699477"/>
                </a:cubicBezTo>
                <a:close/>
                <a:moveTo>
                  <a:pt x="505826" y="529443"/>
                </a:moveTo>
                <a:lnTo>
                  <a:pt x="464957" y="536380"/>
                </a:lnTo>
                <a:cubicBezTo>
                  <a:pt x="464957" y="536380"/>
                  <a:pt x="470609" y="551727"/>
                  <a:pt x="470609" y="589363"/>
                </a:cubicBezTo>
                <a:lnTo>
                  <a:pt x="470609" y="926405"/>
                </a:lnTo>
                <a:lnTo>
                  <a:pt x="510420" y="919037"/>
                </a:lnTo>
                <a:lnTo>
                  <a:pt x="510420" y="760442"/>
                </a:lnTo>
                <a:cubicBezTo>
                  <a:pt x="528275" y="778310"/>
                  <a:pt x="554341" y="789195"/>
                  <a:pt x="580380" y="789195"/>
                </a:cubicBezTo>
                <a:cubicBezTo>
                  <a:pt x="613562" y="789195"/>
                  <a:pt x="640645" y="772801"/>
                  <a:pt x="659061" y="744087"/>
                </a:cubicBezTo>
                <a:cubicBezTo>
                  <a:pt x="673353" y="721243"/>
                  <a:pt x="679462" y="698449"/>
                  <a:pt x="679462" y="658840"/>
                </a:cubicBezTo>
                <a:cubicBezTo>
                  <a:pt x="679462" y="614740"/>
                  <a:pt x="670274" y="584475"/>
                  <a:pt x="651348" y="561631"/>
                </a:cubicBezTo>
                <a:cubicBezTo>
                  <a:pt x="635031" y="541826"/>
                  <a:pt x="609489" y="530918"/>
                  <a:pt x="583436" y="530918"/>
                </a:cubicBezTo>
                <a:cubicBezTo>
                  <a:pt x="555372" y="530918"/>
                  <a:pt x="529280" y="543391"/>
                  <a:pt x="508345" y="567090"/>
                </a:cubicBezTo>
                <a:cubicBezTo>
                  <a:pt x="508345" y="539854"/>
                  <a:pt x="505826" y="529443"/>
                  <a:pt x="505826" y="529443"/>
                </a:cubicBezTo>
                <a:close/>
                <a:moveTo>
                  <a:pt x="1005852" y="528474"/>
                </a:moveTo>
                <a:cubicBezTo>
                  <a:pt x="938944" y="528474"/>
                  <a:pt x="897529" y="577450"/>
                  <a:pt x="897529" y="657835"/>
                </a:cubicBezTo>
                <a:cubicBezTo>
                  <a:pt x="897529" y="739084"/>
                  <a:pt x="937366" y="789193"/>
                  <a:pt x="1007366" y="789193"/>
                </a:cubicBezTo>
                <a:cubicBezTo>
                  <a:pt x="1071192" y="789193"/>
                  <a:pt x="1116641" y="745588"/>
                  <a:pt x="1116641" y="663244"/>
                </a:cubicBezTo>
                <a:cubicBezTo>
                  <a:pt x="1116641" y="623101"/>
                  <a:pt x="1108994" y="593828"/>
                  <a:pt x="1093171" y="571620"/>
                </a:cubicBezTo>
                <a:cubicBezTo>
                  <a:pt x="1075799" y="547248"/>
                  <a:pt x="1048208" y="528474"/>
                  <a:pt x="1005852" y="528474"/>
                </a:cubicBezTo>
                <a:close/>
                <a:moveTo>
                  <a:pt x="860238" y="528462"/>
                </a:moveTo>
                <a:cubicBezTo>
                  <a:pt x="834238" y="528462"/>
                  <a:pt x="807152" y="544358"/>
                  <a:pt x="788763" y="569609"/>
                </a:cubicBezTo>
                <a:cubicBezTo>
                  <a:pt x="790314" y="548737"/>
                  <a:pt x="780579" y="529430"/>
                  <a:pt x="780579" y="529430"/>
                </a:cubicBezTo>
                <a:lnTo>
                  <a:pt x="740755" y="539854"/>
                </a:lnTo>
                <a:cubicBezTo>
                  <a:pt x="740755" y="539854"/>
                  <a:pt x="749423" y="556258"/>
                  <a:pt x="749423" y="592340"/>
                </a:cubicBezTo>
                <a:lnTo>
                  <a:pt x="749423" y="782688"/>
                </a:lnTo>
                <a:lnTo>
                  <a:pt x="789271" y="782688"/>
                </a:lnTo>
                <a:lnTo>
                  <a:pt x="789271" y="628078"/>
                </a:lnTo>
                <a:cubicBezTo>
                  <a:pt x="789271" y="607753"/>
                  <a:pt x="792339" y="600321"/>
                  <a:pt x="804099" y="588956"/>
                </a:cubicBezTo>
                <a:cubicBezTo>
                  <a:pt x="815807" y="577448"/>
                  <a:pt x="831143" y="571084"/>
                  <a:pt x="846456" y="571084"/>
                </a:cubicBezTo>
                <a:cubicBezTo>
                  <a:pt x="850566" y="571084"/>
                  <a:pt x="855173" y="572052"/>
                  <a:pt x="857719" y="573072"/>
                </a:cubicBezTo>
                <a:lnTo>
                  <a:pt x="874073" y="530918"/>
                </a:lnTo>
                <a:cubicBezTo>
                  <a:pt x="874073" y="530918"/>
                  <a:pt x="866894" y="528462"/>
                  <a:pt x="860238" y="528462"/>
                </a:cubicBezTo>
                <a:close/>
                <a:moveTo>
                  <a:pt x="1890788" y="455713"/>
                </a:moveTo>
                <a:lnTo>
                  <a:pt x="1853142" y="463260"/>
                </a:lnTo>
                <a:lnTo>
                  <a:pt x="1853142" y="535856"/>
                </a:lnTo>
                <a:lnTo>
                  <a:pt x="1817898" y="535856"/>
                </a:lnTo>
                <a:lnTo>
                  <a:pt x="1817898" y="565103"/>
                </a:lnTo>
                <a:lnTo>
                  <a:pt x="1851091" y="565103"/>
                </a:lnTo>
                <a:lnTo>
                  <a:pt x="1851091" y="734682"/>
                </a:lnTo>
                <a:cubicBezTo>
                  <a:pt x="1851091" y="759475"/>
                  <a:pt x="1857749" y="775345"/>
                  <a:pt x="1875591" y="783731"/>
                </a:cubicBezTo>
                <a:cubicBezTo>
                  <a:pt x="1885313" y="788199"/>
                  <a:pt x="1895522" y="790695"/>
                  <a:pt x="1908810" y="790695"/>
                </a:cubicBezTo>
                <a:cubicBezTo>
                  <a:pt x="1926615" y="790695"/>
                  <a:pt x="1940971" y="787194"/>
                  <a:pt x="1953762" y="780715"/>
                </a:cubicBezTo>
                <a:lnTo>
                  <a:pt x="1948124" y="755935"/>
                </a:lnTo>
                <a:cubicBezTo>
                  <a:pt x="1940971" y="759475"/>
                  <a:pt x="1934341" y="760950"/>
                  <a:pt x="1923115" y="760950"/>
                </a:cubicBezTo>
                <a:cubicBezTo>
                  <a:pt x="1898067" y="760950"/>
                  <a:pt x="1890417" y="751467"/>
                  <a:pt x="1890417" y="724245"/>
                </a:cubicBezTo>
                <a:lnTo>
                  <a:pt x="1890417" y="565103"/>
                </a:lnTo>
                <a:lnTo>
                  <a:pt x="1943543" y="565103"/>
                </a:lnTo>
                <a:lnTo>
                  <a:pt x="1955810" y="535856"/>
                </a:lnTo>
                <a:lnTo>
                  <a:pt x="1890788" y="535856"/>
                </a:lnTo>
                <a:close/>
                <a:moveTo>
                  <a:pt x="1232763" y="455713"/>
                </a:moveTo>
                <a:lnTo>
                  <a:pt x="1195116" y="463260"/>
                </a:lnTo>
                <a:lnTo>
                  <a:pt x="1195116" y="535856"/>
                </a:lnTo>
                <a:lnTo>
                  <a:pt x="1159849" y="535856"/>
                </a:lnTo>
                <a:lnTo>
                  <a:pt x="1159849" y="565103"/>
                </a:lnTo>
                <a:lnTo>
                  <a:pt x="1193028" y="565103"/>
                </a:lnTo>
                <a:lnTo>
                  <a:pt x="1193028" y="734682"/>
                </a:lnTo>
                <a:cubicBezTo>
                  <a:pt x="1193028" y="759475"/>
                  <a:pt x="1199710" y="775345"/>
                  <a:pt x="1217579" y="783731"/>
                </a:cubicBezTo>
                <a:cubicBezTo>
                  <a:pt x="1227304" y="788199"/>
                  <a:pt x="1237510" y="790694"/>
                  <a:pt x="1250785" y="790694"/>
                </a:cubicBezTo>
                <a:cubicBezTo>
                  <a:pt x="1268630" y="790694"/>
                  <a:pt x="1282949" y="787194"/>
                  <a:pt x="1295750" y="780715"/>
                </a:cubicBezTo>
                <a:lnTo>
                  <a:pt x="1290101" y="755935"/>
                </a:lnTo>
                <a:cubicBezTo>
                  <a:pt x="1282949" y="759475"/>
                  <a:pt x="1276280" y="760950"/>
                  <a:pt x="1265080" y="760950"/>
                </a:cubicBezTo>
                <a:cubicBezTo>
                  <a:pt x="1240032" y="760950"/>
                  <a:pt x="1232395" y="751467"/>
                  <a:pt x="1232395" y="724245"/>
                </a:cubicBezTo>
                <a:lnTo>
                  <a:pt x="1232395" y="565103"/>
                </a:lnTo>
                <a:lnTo>
                  <a:pt x="1285494" y="565103"/>
                </a:lnTo>
                <a:lnTo>
                  <a:pt x="1297788" y="535856"/>
                </a:lnTo>
                <a:lnTo>
                  <a:pt x="1232763" y="535856"/>
                </a:lnTo>
                <a:close/>
                <a:moveTo>
                  <a:pt x="1375121" y="432307"/>
                </a:moveTo>
                <a:cubicBezTo>
                  <a:pt x="1359477" y="432307"/>
                  <a:pt x="1347043" y="444729"/>
                  <a:pt x="1347043" y="459913"/>
                </a:cubicBezTo>
                <a:cubicBezTo>
                  <a:pt x="1347043" y="474714"/>
                  <a:pt x="1359477" y="486766"/>
                  <a:pt x="1375121" y="486766"/>
                </a:cubicBezTo>
                <a:cubicBezTo>
                  <a:pt x="1390723" y="486766"/>
                  <a:pt x="1403119" y="474714"/>
                  <a:pt x="1403119" y="459480"/>
                </a:cubicBezTo>
                <a:cubicBezTo>
                  <a:pt x="1403119" y="444309"/>
                  <a:pt x="1390723" y="432307"/>
                  <a:pt x="1375121" y="432307"/>
                </a:cubicBezTo>
                <a:close/>
                <a:moveTo>
                  <a:pt x="1740760" y="432307"/>
                </a:moveTo>
                <a:cubicBezTo>
                  <a:pt x="1725158" y="432307"/>
                  <a:pt x="1712722" y="444729"/>
                  <a:pt x="1712735" y="459913"/>
                </a:cubicBezTo>
                <a:cubicBezTo>
                  <a:pt x="1712735" y="474714"/>
                  <a:pt x="1725171" y="486766"/>
                  <a:pt x="1740760" y="486766"/>
                </a:cubicBezTo>
                <a:cubicBezTo>
                  <a:pt x="1756415" y="486766"/>
                  <a:pt x="1768798" y="474714"/>
                  <a:pt x="1768798" y="459480"/>
                </a:cubicBezTo>
                <a:cubicBezTo>
                  <a:pt x="1768798" y="444309"/>
                  <a:pt x="1756415" y="432307"/>
                  <a:pt x="1740760" y="432307"/>
                </a:cubicBezTo>
                <a:close/>
                <a:moveTo>
                  <a:pt x="2032404" y="432306"/>
                </a:moveTo>
                <a:cubicBezTo>
                  <a:pt x="2016775" y="432306"/>
                  <a:pt x="2004379" y="444729"/>
                  <a:pt x="2004379" y="459913"/>
                </a:cubicBezTo>
                <a:cubicBezTo>
                  <a:pt x="2004379" y="474713"/>
                  <a:pt x="2016775" y="486765"/>
                  <a:pt x="2032404" y="486765"/>
                </a:cubicBezTo>
                <a:cubicBezTo>
                  <a:pt x="2048059" y="486765"/>
                  <a:pt x="2060442" y="474713"/>
                  <a:pt x="2060442" y="459479"/>
                </a:cubicBezTo>
                <a:cubicBezTo>
                  <a:pt x="2060442" y="444308"/>
                  <a:pt x="2048059" y="432306"/>
                  <a:pt x="2032404" y="432306"/>
                </a:cubicBezTo>
                <a:close/>
                <a:moveTo>
                  <a:pt x="0" y="0"/>
                </a:moveTo>
                <a:lnTo>
                  <a:pt x="12191993" y="0"/>
                </a:lnTo>
                <a:lnTo>
                  <a:pt x="12191993" y="6857996"/>
                </a:lnTo>
                <a:lnTo>
                  <a:pt x="0" y="6857996"/>
                </a:lnTo>
                <a:close/>
              </a:path>
            </a:pathLst>
          </a:custGeom>
          <a:solidFill>
            <a:schemeClr val="bg1">
              <a:lumMod val="85000"/>
            </a:schemeClr>
          </a:solidFill>
        </p:spPr>
        <p:txBody>
          <a:bodyPr wrap="square">
            <a:noAutofit/>
          </a:bodyPr>
          <a:lstStyle>
            <a:lvl1pPr>
              <a:defRPr sz="1400"/>
            </a:lvl1pPr>
          </a:lstStyle>
          <a:p>
            <a:r>
              <a:rPr lang="en-US"/>
              <a:t>Click icon to add picture</a:t>
            </a:r>
            <a:endParaRPr lang="de-DE"/>
          </a:p>
        </p:txBody>
      </p:sp>
      <p:sp>
        <p:nvSpPr>
          <p:cNvPr id="2" name="Titel 1">
            <a:extLst>
              <a:ext uri="{FF2B5EF4-FFF2-40B4-BE49-F238E27FC236}">
                <a16:creationId xmlns:a16="http://schemas.microsoft.com/office/drawing/2014/main" id="{6EC3E185-BB5A-5AC3-59A4-D22D8F611939}"/>
              </a:ext>
            </a:extLst>
          </p:cNvPr>
          <p:cNvSpPr>
            <a:spLocks noGrp="1"/>
          </p:cNvSpPr>
          <p:nvPr>
            <p:ph type="ctrTitle" hasCustomPrompt="1"/>
          </p:nvPr>
        </p:nvSpPr>
        <p:spPr>
          <a:xfrm>
            <a:off x="4376057" y="1912776"/>
            <a:ext cx="7253968" cy="2855167"/>
          </a:xfrm>
          <a:prstGeom prst="rect">
            <a:avLst/>
          </a:prstGeom>
        </p:spPr>
        <p:txBody>
          <a:bodyPr anchor="b"/>
          <a:lstStyle>
            <a:lvl1pPr algn="l">
              <a:lnSpc>
                <a:spcPct val="73000"/>
              </a:lnSpc>
              <a:defRPr sz="5000" spc="0" baseline="0">
                <a:solidFill>
                  <a:schemeClr val="bg1"/>
                </a:solidFill>
                <a:latin typeface="+mj-lt"/>
              </a:defRPr>
            </a:lvl1pPr>
          </a:lstStyle>
          <a:p>
            <a:r>
              <a:rPr lang="de-DE" noProof="0"/>
              <a:t>Titel hinzufügen</a:t>
            </a:r>
          </a:p>
        </p:txBody>
      </p:sp>
      <p:sp>
        <p:nvSpPr>
          <p:cNvPr id="3" name="Untertitel 2">
            <a:extLst>
              <a:ext uri="{FF2B5EF4-FFF2-40B4-BE49-F238E27FC236}">
                <a16:creationId xmlns:a16="http://schemas.microsoft.com/office/drawing/2014/main" id="{64424F5A-23EC-32F9-1E43-33C4ED08C687}"/>
              </a:ext>
            </a:extLst>
          </p:cNvPr>
          <p:cNvSpPr>
            <a:spLocks noGrp="1"/>
          </p:cNvSpPr>
          <p:nvPr>
            <p:ph type="subTitle" idx="1" hasCustomPrompt="1"/>
          </p:nvPr>
        </p:nvSpPr>
        <p:spPr>
          <a:xfrm>
            <a:off x="4376057" y="4824082"/>
            <a:ext cx="7253968" cy="1082196"/>
          </a:xfrm>
        </p:spPr>
        <p:txBody>
          <a:bodyPr lIns="0" tIns="0" rIns="0" bIns="0"/>
          <a:lstStyle>
            <a:lvl1pPr marL="0" indent="0" algn="l">
              <a:lnSpc>
                <a:spcPct val="105000"/>
              </a:lnSpc>
              <a:buNone/>
              <a:defRPr sz="1600" cap="none" baseline="0">
                <a:solidFill>
                  <a:schemeClr val="accent4"/>
                </a:solidFill>
                <a:latin typeface="Merriweather"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noProof="0"/>
              <a:t>Untertitel hinzufügen</a:t>
            </a:r>
          </a:p>
        </p:txBody>
      </p:sp>
      <p:sp>
        <p:nvSpPr>
          <p:cNvPr id="13" name="Textplatzhalter 12">
            <a:extLst>
              <a:ext uri="{FF2B5EF4-FFF2-40B4-BE49-F238E27FC236}">
                <a16:creationId xmlns:a16="http://schemas.microsoft.com/office/drawing/2014/main" id="{BD4E6561-6882-7904-D27A-D897B90D995E}"/>
              </a:ext>
            </a:extLst>
          </p:cNvPr>
          <p:cNvSpPr>
            <a:spLocks noGrp="1"/>
          </p:cNvSpPr>
          <p:nvPr>
            <p:ph type="body" sz="quarter" idx="10" hasCustomPrompt="1"/>
          </p:nvPr>
        </p:nvSpPr>
        <p:spPr>
          <a:xfrm>
            <a:off x="4376057" y="6244026"/>
            <a:ext cx="5215618" cy="314325"/>
          </a:xfrm>
        </p:spPr>
        <p:txBody>
          <a:bodyPr anchor="ctr"/>
          <a:lstStyle>
            <a:lvl1pPr>
              <a:defRPr sz="800" cap="none" baseline="0">
                <a:solidFill>
                  <a:schemeClr val="bg1"/>
                </a:solidFill>
                <a:latin typeface="Merriweather" panose="00000500000000000000" pitchFamily="2" charset="0"/>
              </a:defRPr>
            </a:lvl1pPr>
          </a:lstStyle>
          <a:p>
            <a:pPr lvl="0"/>
            <a:r>
              <a:rPr lang="de-DE" noProof="0"/>
              <a:t>Text hinzufügen</a:t>
            </a:r>
          </a:p>
        </p:txBody>
      </p:sp>
    </p:spTree>
    <p:extLst>
      <p:ext uri="{BB962C8B-B14F-4D97-AF65-F5344CB8AC3E}">
        <p14:creationId xmlns:p14="http://schemas.microsoft.com/office/powerpoint/2010/main" val="16341615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Section page">
    <p:spTree>
      <p:nvGrpSpPr>
        <p:cNvPr id="1" name=""/>
        <p:cNvGrpSpPr/>
        <p:nvPr/>
      </p:nvGrpSpPr>
      <p:grpSpPr>
        <a:xfrm>
          <a:off x="0" y="0"/>
          <a:ext cx="0" cy="0"/>
          <a:chOff x="0" y="0"/>
          <a:chExt cx="0" cy="0"/>
        </a:xfrm>
      </p:grpSpPr>
      <p:sp>
        <p:nvSpPr>
          <p:cNvPr id="50" name="Rechteck 49">
            <a:extLst>
              <a:ext uri="{FF2B5EF4-FFF2-40B4-BE49-F238E27FC236}">
                <a16:creationId xmlns:a16="http://schemas.microsoft.com/office/drawing/2014/main" id="{3F64FB33-D166-60FE-B551-A1B9EC8873DA}"/>
              </a:ext>
            </a:extLst>
          </p:cNvPr>
          <p:cNvSpPr/>
          <p:nvPr userDrawn="1"/>
        </p:nvSpPr>
        <p:spPr>
          <a:xfrm>
            <a:off x="279083" y="213132"/>
            <a:ext cx="1271081" cy="5693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latin typeface="Barlow Condensed Light" panose="00000406000000000000" pitchFamily="2" charset="0"/>
            </a:endParaRPr>
          </a:p>
        </p:txBody>
      </p:sp>
      <p:sp>
        <p:nvSpPr>
          <p:cNvPr id="49" name="Bildplatzhalter 48">
            <a:extLst>
              <a:ext uri="{FF2B5EF4-FFF2-40B4-BE49-F238E27FC236}">
                <a16:creationId xmlns:a16="http://schemas.microsoft.com/office/drawing/2014/main" id="{737A3291-05B4-D8BA-3B3A-8695AC7A9810}"/>
              </a:ext>
            </a:extLst>
          </p:cNvPr>
          <p:cNvSpPr>
            <a:spLocks noGrp="1"/>
          </p:cNvSpPr>
          <p:nvPr>
            <p:ph type="pic" sz="quarter" idx="18"/>
          </p:nvPr>
        </p:nvSpPr>
        <p:spPr>
          <a:xfrm>
            <a:off x="0" y="1"/>
            <a:ext cx="11277374" cy="6857999"/>
          </a:xfrm>
          <a:custGeom>
            <a:avLst/>
            <a:gdLst>
              <a:gd name="connsiteX0" fmla="*/ 523400 w 11277374"/>
              <a:gd name="connsiteY0" fmla="*/ 526807 h 6857999"/>
              <a:gd name="connsiteX1" fmla="*/ 548502 w 11277374"/>
              <a:gd name="connsiteY1" fmla="*/ 541828 h 6857999"/>
              <a:gd name="connsiteX2" fmla="*/ 554799 w 11277374"/>
              <a:gd name="connsiteY2" fmla="*/ 580852 h 6857999"/>
              <a:gd name="connsiteX3" fmla="*/ 549051 w 11277374"/>
              <a:gd name="connsiteY3" fmla="*/ 615255 h 6857999"/>
              <a:gd name="connsiteX4" fmla="*/ 520396 w 11277374"/>
              <a:gd name="connsiteY4" fmla="*/ 632182 h 6857999"/>
              <a:gd name="connsiteX5" fmla="*/ 487120 w 11277374"/>
              <a:gd name="connsiteY5" fmla="*/ 614417 h 6857999"/>
              <a:gd name="connsiteX6" fmla="*/ 487120 w 11277374"/>
              <a:gd name="connsiteY6" fmla="*/ 545929 h 6857999"/>
              <a:gd name="connsiteX7" fmla="*/ 523400 w 11277374"/>
              <a:gd name="connsiteY7" fmla="*/ 526807 h 6857999"/>
              <a:gd name="connsiteX8" fmla="*/ 751654 w 11277374"/>
              <a:gd name="connsiteY8" fmla="*/ 523803 h 6857999"/>
              <a:gd name="connsiteX9" fmla="*/ 780539 w 11277374"/>
              <a:gd name="connsiteY9" fmla="*/ 541279 h 6857999"/>
              <a:gd name="connsiteX10" fmla="*/ 786836 w 11277374"/>
              <a:gd name="connsiteY10" fmla="*/ 582210 h 6857999"/>
              <a:gd name="connsiteX11" fmla="*/ 782764 w 11277374"/>
              <a:gd name="connsiteY11" fmla="*/ 611760 h 6857999"/>
              <a:gd name="connsiteX12" fmla="*/ 753271 w 11277374"/>
              <a:gd name="connsiteY12" fmla="*/ 632182 h 6857999"/>
              <a:gd name="connsiteX13" fmla="*/ 725715 w 11277374"/>
              <a:gd name="connsiteY13" fmla="*/ 618548 h 6857999"/>
              <a:gd name="connsiteX14" fmla="*/ 717251 w 11277374"/>
              <a:gd name="connsiteY14" fmla="*/ 574034 h 6857999"/>
              <a:gd name="connsiteX15" fmla="*/ 723808 w 11277374"/>
              <a:gd name="connsiteY15" fmla="*/ 538562 h 6857999"/>
              <a:gd name="connsiteX16" fmla="*/ 751654 w 11277374"/>
              <a:gd name="connsiteY16" fmla="*/ 523803 h 6857999"/>
              <a:gd name="connsiteX17" fmla="*/ 1360186 w 11277374"/>
              <a:gd name="connsiteY17" fmla="*/ 517418 h 6857999"/>
              <a:gd name="connsiteX18" fmla="*/ 1362295 w 11277374"/>
              <a:gd name="connsiteY18" fmla="*/ 517418 h 6857999"/>
              <a:gd name="connsiteX19" fmla="*/ 1364808 w 11277374"/>
              <a:gd name="connsiteY19" fmla="*/ 517822 h 6857999"/>
              <a:gd name="connsiteX20" fmla="*/ 1366715 w 11277374"/>
              <a:gd name="connsiteY20" fmla="*/ 520826 h 6857999"/>
              <a:gd name="connsiteX21" fmla="*/ 1365732 w 11277374"/>
              <a:gd name="connsiteY21" fmla="*/ 523599 h 6857999"/>
              <a:gd name="connsiteX22" fmla="*/ 1362180 w 11277374"/>
              <a:gd name="connsiteY22" fmla="*/ 524553 h 6857999"/>
              <a:gd name="connsiteX23" fmla="*/ 1360186 w 11277374"/>
              <a:gd name="connsiteY23" fmla="*/ 524553 h 6857999"/>
              <a:gd name="connsiteX24" fmla="*/ 1357298 w 11277374"/>
              <a:gd name="connsiteY24" fmla="*/ 515049 h 6857999"/>
              <a:gd name="connsiteX25" fmla="*/ 1357298 w 11277374"/>
              <a:gd name="connsiteY25" fmla="*/ 535500 h 6857999"/>
              <a:gd name="connsiteX26" fmla="*/ 1360157 w 11277374"/>
              <a:gd name="connsiteY26" fmla="*/ 535500 h 6857999"/>
              <a:gd name="connsiteX27" fmla="*/ 1360157 w 11277374"/>
              <a:gd name="connsiteY27" fmla="*/ 526459 h 6857999"/>
              <a:gd name="connsiteX28" fmla="*/ 1361977 w 11277374"/>
              <a:gd name="connsiteY28" fmla="*/ 527412 h 6857999"/>
              <a:gd name="connsiteX29" fmla="*/ 1365530 w 11277374"/>
              <a:gd name="connsiteY29" fmla="*/ 532496 h 6857999"/>
              <a:gd name="connsiteX30" fmla="*/ 1367206 w 11277374"/>
              <a:gd name="connsiteY30" fmla="*/ 535500 h 6857999"/>
              <a:gd name="connsiteX31" fmla="*/ 1370701 w 11277374"/>
              <a:gd name="connsiteY31" fmla="*/ 535500 h 6857999"/>
              <a:gd name="connsiteX32" fmla="*/ 1367754 w 11277374"/>
              <a:gd name="connsiteY32" fmla="*/ 530792 h 6857999"/>
              <a:gd name="connsiteX33" fmla="*/ 1365992 w 11277374"/>
              <a:gd name="connsiteY33" fmla="*/ 528250 h 6857999"/>
              <a:gd name="connsiteX34" fmla="*/ 1364230 w 11277374"/>
              <a:gd name="connsiteY34" fmla="*/ 526401 h 6857999"/>
              <a:gd name="connsiteX35" fmla="*/ 1369719 w 11277374"/>
              <a:gd name="connsiteY35" fmla="*/ 520740 h 6857999"/>
              <a:gd name="connsiteX36" fmla="*/ 1367899 w 11277374"/>
              <a:gd name="connsiteY36" fmla="*/ 516551 h 6857999"/>
              <a:gd name="connsiteX37" fmla="*/ 1363046 w 11277374"/>
              <a:gd name="connsiteY37" fmla="*/ 515049 h 6857999"/>
              <a:gd name="connsiteX38" fmla="*/ 1362988 w 11277374"/>
              <a:gd name="connsiteY38" fmla="*/ 509705 h 6857999"/>
              <a:gd name="connsiteX39" fmla="*/ 1378095 w 11277374"/>
              <a:gd name="connsiteY39" fmla="*/ 525419 h 6857999"/>
              <a:gd name="connsiteX40" fmla="*/ 1362988 w 11277374"/>
              <a:gd name="connsiteY40" fmla="*/ 541133 h 6857999"/>
              <a:gd name="connsiteX41" fmla="*/ 1347881 w 11277374"/>
              <a:gd name="connsiteY41" fmla="*/ 525419 h 6857999"/>
              <a:gd name="connsiteX42" fmla="*/ 1362988 w 11277374"/>
              <a:gd name="connsiteY42" fmla="*/ 509705 h 6857999"/>
              <a:gd name="connsiteX43" fmla="*/ 1155360 w 11277374"/>
              <a:gd name="connsiteY43" fmla="*/ 507453 h 6857999"/>
              <a:gd name="connsiteX44" fmla="*/ 1133263 w 11277374"/>
              <a:gd name="connsiteY44" fmla="*/ 510948 h 6857999"/>
              <a:gd name="connsiteX45" fmla="*/ 1133263 w 11277374"/>
              <a:gd name="connsiteY45" fmla="*/ 568026 h 6857999"/>
              <a:gd name="connsiteX46" fmla="*/ 1133263 w 11277374"/>
              <a:gd name="connsiteY46" fmla="*/ 646364 h 6857999"/>
              <a:gd name="connsiteX47" fmla="*/ 1155360 w 11277374"/>
              <a:gd name="connsiteY47" fmla="*/ 646364 h 6857999"/>
              <a:gd name="connsiteX48" fmla="*/ 1155360 w 11277374"/>
              <a:gd name="connsiteY48" fmla="*/ 543820 h 6857999"/>
              <a:gd name="connsiteX49" fmla="*/ 959891 w 11277374"/>
              <a:gd name="connsiteY49" fmla="*/ 507453 h 6857999"/>
              <a:gd name="connsiteX50" fmla="*/ 937822 w 11277374"/>
              <a:gd name="connsiteY50" fmla="*/ 510948 h 6857999"/>
              <a:gd name="connsiteX51" fmla="*/ 937822 w 11277374"/>
              <a:gd name="connsiteY51" fmla="*/ 570193 h 6857999"/>
              <a:gd name="connsiteX52" fmla="*/ 937822 w 11277374"/>
              <a:gd name="connsiteY52" fmla="*/ 646364 h 6857999"/>
              <a:gd name="connsiteX53" fmla="*/ 959891 w 11277374"/>
              <a:gd name="connsiteY53" fmla="*/ 646364 h 6857999"/>
              <a:gd name="connsiteX54" fmla="*/ 959891 w 11277374"/>
              <a:gd name="connsiteY54" fmla="*/ 585358 h 6857999"/>
              <a:gd name="connsiteX55" fmla="*/ 1311225 w 11277374"/>
              <a:gd name="connsiteY55" fmla="*/ 507453 h 6857999"/>
              <a:gd name="connsiteX56" fmla="*/ 1289099 w 11277374"/>
              <a:gd name="connsiteY56" fmla="*/ 510948 h 6857999"/>
              <a:gd name="connsiteX57" fmla="*/ 1289099 w 11277374"/>
              <a:gd name="connsiteY57" fmla="*/ 568026 h 6857999"/>
              <a:gd name="connsiteX58" fmla="*/ 1289099 w 11277374"/>
              <a:gd name="connsiteY58" fmla="*/ 646364 h 6857999"/>
              <a:gd name="connsiteX59" fmla="*/ 1311225 w 11277374"/>
              <a:gd name="connsiteY59" fmla="*/ 646364 h 6857999"/>
              <a:gd name="connsiteX60" fmla="*/ 1311225 w 11277374"/>
              <a:gd name="connsiteY60" fmla="*/ 581747 h 6857999"/>
              <a:gd name="connsiteX61" fmla="*/ 1362988 w 11277374"/>
              <a:gd name="connsiteY61" fmla="*/ 507048 h 6857999"/>
              <a:gd name="connsiteX62" fmla="*/ 1344617 w 11277374"/>
              <a:gd name="connsiteY62" fmla="*/ 525419 h 6857999"/>
              <a:gd name="connsiteX63" fmla="*/ 1362988 w 11277374"/>
              <a:gd name="connsiteY63" fmla="*/ 543791 h 6857999"/>
              <a:gd name="connsiteX64" fmla="*/ 1381388 w 11277374"/>
              <a:gd name="connsiteY64" fmla="*/ 525419 h 6857999"/>
              <a:gd name="connsiteX65" fmla="*/ 1362988 w 11277374"/>
              <a:gd name="connsiteY65" fmla="*/ 507048 h 6857999"/>
              <a:gd name="connsiteX66" fmla="*/ 484665 w 11277374"/>
              <a:gd name="connsiteY66" fmla="*/ 506905 h 6857999"/>
              <a:gd name="connsiteX67" fmla="*/ 462827 w 11277374"/>
              <a:gd name="connsiteY67" fmla="*/ 510718 h 6857999"/>
              <a:gd name="connsiteX68" fmla="*/ 465831 w 11277374"/>
              <a:gd name="connsiteY68" fmla="*/ 539892 h 6857999"/>
              <a:gd name="connsiteX69" fmla="*/ 465831 w 11277374"/>
              <a:gd name="connsiteY69" fmla="*/ 725511 h 6857999"/>
              <a:gd name="connsiteX70" fmla="*/ 487120 w 11277374"/>
              <a:gd name="connsiteY70" fmla="*/ 721439 h 6857999"/>
              <a:gd name="connsiteX71" fmla="*/ 487120 w 11277374"/>
              <a:gd name="connsiteY71" fmla="*/ 634117 h 6857999"/>
              <a:gd name="connsiteX72" fmla="*/ 524498 w 11277374"/>
              <a:gd name="connsiteY72" fmla="*/ 649947 h 6857999"/>
              <a:gd name="connsiteX73" fmla="*/ 566555 w 11277374"/>
              <a:gd name="connsiteY73" fmla="*/ 625105 h 6857999"/>
              <a:gd name="connsiteX74" fmla="*/ 577474 w 11277374"/>
              <a:gd name="connsiteY74" fmla="*/ 578166 h 6857999"/>
              <a:gd name="connsiteX75" fmla="*/ 562453 w 11277374"/>
              <a:gd name="connsiteY75" fmla="*/ 524641 h 6857999"/>
              <a:gd name="connsiteX76" fmla="*/ 526144 w 11277374"/>
              <a:gd name="connsiteY76" fmla="*/ 507714 h 6857999"/>
              <a:gd name="connsiteX77" fmla="*/ 486022 w 11277374"/>
              <a:gd name="connsiteY77" fmla="*/ 527645 h 6857999"/>
              <a:gd name="connsiteX78" fmla="*/ 484665 w 11277374"/>
              <a:gd name="connsiteY78" fmla="*/ 506905 h 6857999"/>
              <a:gd name="connsiteX79" fmla="*/ 1006310 w 11277374"/>
              <a:gd name="connsiteY79" fmla="*/ 506904 h 6857999"/>
              <a:gd name="connsiteX80" fmla="*/ 984472 w 11277374"/>
              <a:gd name="connsiteY80" fmla="*/ 511497 h 6857999"/>
              <a:gd name="connsiteX81" fmla="*/ 1033346 w 11277374"/>
              <a:gd name="connsiteY81" fmla="*/ 647721 h 6857999"/>
              <a:gd name="connsiteX82" fmla="*/ 1054346 w 11277374"/>
              <a:gd name="connsiteY82" fmla="*/ 647721 h 6857999"/>
              <a:gd name="connsiteX83" fmla="*/ 1105445 w 11277374"/>
              <a:gd name="connsiteY83" fmla="*/ 510428 h 6857999"/>
              <a:gd name="connsiteX84" fmla="*/ 1082770 w 11277374"/>
              <a:gd name="connsiteY84" fmla="*/ 510428 h 6857999"/>
              <a:gd name="connsiteX85" fmla="*/ 1051631 w 11277374"/>
              <a:gd name="connsiteY85" fmla="*/ 600840 h 6857999"/>
              <a:gd name="connsiteX86" fmla="*/ 1045074 w 11277374"/>
              <a:gd name="connsiteY86" fmla="*/ 623717 h 6857999"/>
              <a:gd name="connsiteX87" fmla="*/ 1044525 w 11277374"/>
              <a:gd name="connsiteY87" fmla="*/ 623717 h 6857999"/>
              <a:gd name="connsiteX88" fmla="*/ 1037997 w 11277374"/>
              <a:gd name="connsiteY88" fmla="*/ 600522 h 6857999"/>
              <a:gd name="connsiteX89" fmla="*/ 674068 w 11277374"/>
              <a:gd name="connsiteY89" fmla="*/ 506356 h 6857999"/>
              <a:gd name="connsiteX90" fmla="*/ 635881 w 11277374"/>
              <a:gd name="connsiteY90" fmla="*/ 529002 h 6857999"/>
              <a:gd name="connsiteX91" fmla="*/ 631520 w 11277374"/>
              <a:gd name="connsiteY91" fmla="*/ 506876 h 6857999"/>
              <a:gd name="connsiteX92" fmla="*/ 610231 w 11277374"/>
              <a:gd name="connsiteY92" fmla="*/ 512624 h 6857999"/>
              <a:gd name="connsiteX93" fmla="*/ 614853 w 11277374"/>
              <a:gd name="connsiteY93" fmla="*/ 541539 h 6857999"/>
              <a:gd name="connsiteX94" fmla="*/ 614853 w 11277374"/>
              <a:gd name="connsiteY94" fmla="*/ 646394 h 6857999"/>
              <a:gd name="connsiteX95" fmla="*/ 636141 w 11277374"/>
              <a:gd name="connsiteY95" fmla="*/ 646394 h 6857999"/>
              <a:gd name="connsiteX96" fmla="*/ 636141 w 11277374"/>
              <a:gd name="connsiteY96" fmla="*/ 561239 h 6857999"/>
              <a:gd name="connsiteX97" fmla="*/ 644056 w 11277374"/>
              <a:gd name="connsiteY97" fmla="*/ 539690 h 6857999"/>
              <a:gd name="connsiteX98" fmla="*/ 666702 w 11277374"/>
              <a:gd name="connsiteY98" fmla="*/ 529840 h 6857999"/>
              <a:gd name="connsiteX99" fmla="*/ 672711 w 11277374"/>
              <a:gd name="connsiteY99" fmla="*/ 530938 h 6857999"/>
              <a:gd name="connsiteX100" fmla="*/ 681463 w 11277374"/>
              <a:gd name="connsiteY100" fmla="*/ 507714 h 6857999"/>
              <a:gd name="connsiteX101" fmla="*/ 674068 w 11277374"/>
              <a:gd name="connsiteY101" fmla="*/ 506356 h 6857999"/>
              <a:gd name="connsiteX102" fmla="*/ 751914 w 11277374"/>
              <a:gd name="connsiteY102" fmla="*/ 506355 h 6857999"/>
              <a:gd name="connsiteX103" fmla="*/ 694027 w 11277374"/>
              <a:gd name="connsiteY103" fmla="*/ 577617 h 6857999"/>
              <a:gd name="connsiteX104" fmla="*/ 752723 w 11277374"/>
              <a:gd name="connsiteY104" fmla="*/ 649945 h 6857999"/>
              <a:gd name="connsiteX105" fmla="*/ 811129 w 11277374"/>
              <a:gd name="connsiteY105" fmla="*/ 580592 h 6857999"/>
              <a:gd name="connsiteX106" fmla="*/ 798593 w 11277374"/>
              <a:gd name="connsiteY106" fmla="*/ 530129 h 6857999"/>
              <a:gd name="connsiteX107" fmla="*/ 751914 w 11277374"/>
              <a:gd name="connsiteY107" fmla="*/ 506355 h 6857999"/>
              <a:gd name="connsiteX108" fmla="*/ 1224886 w 11277374"/>
              <a:gd name="connsiteY108" fmla="*/ 466261 h 6857999"/>
              <a:gd name="connsiteX109" fmla="*/ 1204753 w 11277374"/>
              <a:gd name="connsiteY109" fmla="*/ 470421 h 6857999"/>
              <a:gd name="connsiteX110" fmla="*/ 1204753 w 11277374"/>
              <a:gd name="connsiteY110" fmla="*/ 510398 h 6857999"/>
              <a:gd name="connsiteX111" fmla="*/ 1185919 w 11277374"/>
              <a:gd name="connsiteY111" fmla="*/ 510398 h 6857999"/>
              <a:gd name="connsiteX112" fmla="*/ 1185919 w 11277374"/>
              <a:gd name="connsiteY112" fmla="*/ 526516 h 6857999"/>
              <a:gd name="connsiteX113" fmla="*/ 1203656 w 11277374"/>
              <a:gd name="connsiteY113" fmla="*/ 526516 h 6857999"/>
              <a:gd name="connsiteX114" fmla="*/ 1203656 w 11277374"/>
              <a:gd name="connsiteY114" fmla="*/ 619875 h 6857999"/>
              <a:gd name="connsiteX115" fmla="*/ 1216741 w 11277374"/>
              <a:gd name="connsiteY115" fmla="*/ 646883 h 6857999"/>
              <a:gd name="connsiteX116" fmla="*/ 1234506 w 11277374"/>
              <a:gd name="connsiteY116" fmla="*/ 650725 h 6857999"/>
              <a:gd name="connsiteX117" fmla="*/ 1258538 w 11277374"/>
              <a:gd name="connsiteY117" fmla="*/ 645236 h 6857999"/>
              <a:gd name="connsiteX118" fmla="*/ 1255534 w 11277374"/>
              <a:gd name="connsiteY118" fmla="*/ 631602 h 6857999"/>
              <a:gd name="connsiteX119" fmla="*/ 1242160 w 11277374"/>
              <a:gd name="connsiteY119" fmla="*/ 634375 h 6857999"/>
              <a:gd name="connsiteX120" fmla="*/ 1224684 w 11277374"/>
              <a:gd name="connsiteY120" fmla="*/ 614155 h 6857999"/>
              <a:gd name="connsiteX121" fmla="*/ 1224684 w 11277374"/>
              <a:gd name="connsiteY121" fmla="*/ 526516 h 6857999"/>
              <a:gd name="connsiteX122" fmla="*/ 1253079 w 11277374"/>
              <a:gd name="connsiteY122" fmla="*/ 526516 h 6857999"/>
              <a:gd name="connsiteX123" fmla="*/ 1259636 w 11277374"/>
              <a:gd name="connsiteY123" fmla="*/ 510398 h 6857999"/>
              <a:gd name="connsiteX124" fmla="*/ 1224886 w 11277374"/>
              <a:gd name="connsiteY124" fmla="*/ 510398 h 6857999"/>
              <a:gd name="connsiteX125" fmla="*/ 873261 w 11277374"/>
              <a:gd name="connsiteY125" fmla="*/ 466261 h 6857999"/>
              <a:gd name="connsiteX126" fmla="*/ 853127 w 11277374"/>
              <a:gd name="connsiteY126" fmla="*/ 470421 h 6857999"/>
              <a:gd name="connsiteX127" fmla="*/ 853127 w 11277374"/>
              <a:gd name="connsiteY127" fmla="*/ 510398 h 6857999"/>
              <a:gd name="connsiteX128" fmla="*/ 834265 w 11277374"/>
              <a:gd name="connsiteY128" fmla="*/ 510398 h 6857999"/>
              <a:gd name="connsiteX129" fmla="*/ 834265 w 11277374"/>
              <a:gd name="connsiteY129" fmla="*/ 526516 h 6857999"/>
              <a:gd name="connsiteX130" fmla="*/ 852001 w 11277374"/>
              <a:gd name="connsiteY130" fmla="*/ 526516 h 6857999"/>
              <a:gd name="connsiteX131" fmla="*/ 852001 w 11277374"/>
              <a:gd name="connsiteY131" fmla="*/ 619875 h 6857999"/>
              <a:gd name="connsiteX132" fmla="*/ 865115 w 11277374"/>
              <a:gd name="connsiteY132" fmla="*/ 646883 h 6857999"/>
              <a:gd name="connsiteX133" fmla="*/ 882851 w 11277374"/>
              <a:gd name="connsiteY133" fmla="*/ 650725 h 6857999"/>
              <a:gd name="connsiteX134" fmla="*/ 906883 w 11277374"/>
              <a:gd name="connsiteY134" fmla="*/ 645236 h 6857999"/>
              <a:gd name="connsiteX135" fmla="*/ 903850 w 11277374"/>
              <a:gd name="connsiteY135" fmla="*/ 631602 h 6857999"/>
              <a:gd name="connsiteX136" fmla="*/ 890476 w 11277374"/>
              <a:gd name="connsiteY136" fmla="*/ 634375 h 6857999"/>
              <a:gd name="connsiteX137" fmla="*/ 873001 w 11277374"/>
              <a:gd name="connsiteY137" fmla="*/ 614155 h 6857999"/>
              <a:gd name="connsiteX138" fmla="*/ 873001 w 11277374"/>
              <a:gd name="connsiteY138" fmla="*/ 526516 h 6857999"/>
              <a:gd name="connsiteX139" fmla="*/ 901395 w 11277374"/>
              <a:gd name="connsiteY139" fmla="*/ 526516 h 6857999"/>
              <a:gd name="connsiteX140" fmla="*/ 907952 w 11277374"/>
              <a:gd name="connsiteY140" fmla="*/ 510398 h 6857999"/>
              <a:gd name="connsiteX141" fmla="*/ 873261 w 11277374"/>
              <a:gd name="connsiteY141" fmla="*/ 510398 h 6857999"/>
              <a:gd name="connsiteX142" fmla="*/ 949289 w 11277374"/>
              <a:gd name="connsiteY142" fmla="*/ 453408 h 6857999"/>
              <a:gd name="connsiteX143" fmla="*/ 934297 w 11277374"/>
              <a:gd name="connsiteY143" fmla="*/ 468602 h 6857999"/>
              <a:gd name="connsiteX144" fmla="*/ 949289 w 11277374"/>
              <a:gd name="connsiteY144" fmla="*/ 483391 h 6857999"/>
              <a:gd name="connsiteX145" fmla="*/ 964252 w 11277374"/>
              <a:gd name="connsiteY145" fmla="*/ 468371 h 6857999"/>
              <a:gd name="connsiteX146" fmla="*/ 949289 w 11277374"/>
              <a:gd name="connsiteY146" fmla="*/ 453408 h 6857999"/>
              <a:gd name="connsiteX147" fmla="*/ 1144701 w 11277374"/>
              <a:gd name="connsiteY147" fmla="*/ 453408 h 6857999"/>
              <a:gd name="connsiteX148" fmla="*/ 1129709 w 11277374"/>
              <a:gd name="connsiteY148" fmla="*/ 468602 h 6857999"/>
              <a:gd name="connsiteX149" fmla="*/ 1144701 w 11277374"/>
              <a:gd name="connsiteY149" fmla="*/ 483391 h 6857999"/>
              <a:gd name="connsiteX150" fmla="*/ 1159692 w 11277374"/>
              <a:gd name="connsiteY150" fmla="*/ 468371 h 6857999"/>
              <a:gd name="connsiteX151" fmla="*/ 1144701 w 11277374"/>
              <a:gd name="connsiteY151" fmla="*/ 453408 h 6857999"/>
              <a:gd name="connsiteX152" fmla="*/ 1300567 w 11277374"/>
              <a:gd name="connsiteY152" fmla="*/ 453408 h 6857999"/>
              <a:gd name="connsiteX153" fmla="*/ 1285575 w 11277374"/>
              <a:gd name="connsiteY153" fmla="*/ 468602 h 6857999"/>
              <a:gd name="connsiteX154" fmla="*/ 1300567 w 11277374"/>
              <a:gd name="connsiteY154" fmla="*/ 483391 h 6857999"/>
              <a:gd name="connsiteX155" fmla="*/ 1315558 w 11277374"/>
              <a:gd name="connsiteY155" fmla="*/ 468371 h 6857999"/>
              <a:gd name="connsiteX156" fmla="*/ 1300567 w 11277374"/>
              <a:gd name="connsiteY156" fmla="*/ 453408 h 6857999"/>
              <a:gd name="connsiteX157" fmla="*/ 0 w 11277374"/>
              <a:gd name="connsiteY157" fmla="*/ 0 h 6857999"/>
              <a:gd name="connsiteX158" fmla="*/ 11277374 w 11277374"/>
              <a:gd name="connsiteY158" fmla="*/ 0 h 6857999"/>
              <a:gd name="connsiteX159" fmla="*/ 11277374 w 11277374"/>
              <a:gd name="connsiteY159" fmla="*/ 6857999 h 6857999"/>
              <a:gd name="connsiteX160" fmla="*/ 0 w 11277374"/>
              <a:gd name="connsiteY160"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Lst>
            <a:rect l="l" t="t" r="r" b="b"/>
            <a:pathLst>
              <a:path w="11277374" h="6857999">
                <a:moveTo>
                  <a:pt x="523400" y="526807"/>
                </a:moveTo>
                <a:cubicBezTo>
                  <a:pt x="534319" y="526807"/>
                  <a:pt x="544169" y="532527"/>
                  <a:pt x="548502" y="541828"/>
                </a:cubicBezTo>
                <a:cubicBezTo>
                  <a:pt x="552344" y="550002"/>
                  <a:pt x="554799" y="564474"/>
                  <a:pt x="554799" y="580852"/>
                </a:cubicBezTo>
                <a:cubicBezTo>
                  <a:pt x="554799" y="596133"/>
                  <a:pt x="553152" y="606532"/>
                  <a:pt x="549051" y="615255"/>
                </a:cubicBezTo>
                <a:cubicBezTo>
                  <a:pt x="544429" y="625394"/>
                  <a:pt x="532961" y="632182"/>
                  <a:pt x="520396" y="632182"/>
                </a:cubicBezTo>
                <a:cubicBezTo>
                  <a:pt x="508957" y="632182"/>
                  <a:pt x="497201" y="625914"/>
                  <a:pt x="487120" y="614417"/>
                </a:cubicBezTo>
                <a:lnTo>
                  <a:pt x="487120" y="545929"/>
                </a:lnTo>
                <a:cubicBezTo>
                  <a:pt x="497490" y="533335"/>
                  <a:pt x="509766" y="526807"/>
                  <a:pt x="523400" y="526807"/>
                </a:cubicBezTo>
                <a:close/>
                <a:moveTo>
                  <a:pt x="751654" y="523803"/>
                </a:moveTo>
                <a:cubicBezTo>
                  <a:pt x="762833" y="523803"/>
                  <a:pt x="774820" y="529290"/>
                  <a:pt x="780539" y="541279"/>
                </a:cubicBezTo>
                <a:cubicBezTo>
                  <a:pt x="784930" y="550291"/>
                  <a:pt x="786836" y="563174"/>
                  <a:pt x="786836" y="582210"/>
                </a:cubicBezTo>
                <a:cubicBezTo>
                  <a:pt x="786836" y="595640"/>
                  <a:pt x="785739" y="603267"/>
                  <a:pt x="782764" y="611760"/>
                </a:cubicBezTo>
                <a:cubicBezTo>
                  <a:pt x="778113" y="624816"/>
                  <a:pt x="767483" y="632182"/>
                  <a:pt x="753271" y="632182"/>
                </a:cubicBezTo>
                <a:cubicBezTo>
                  <a:pt x="741544" y="632182"/>
                  <a:pt x="730625" y="626751"/>
                  <a:pt x="725715" y="618548"/>
                </a:cubicBezTo>
                <a:cubicBezTo>
                  <a:pt x="720544" y="610083"/>
                  <a:pt x="717251" y="593156"/>
                  <a:pt x="717251" y="574034"/>
                </a:cubicBezTo>
                <a:cubicBezTo>
                  <a:pt x="717251" y="557888"/>
                  <a:pt x="719446" y="547027"/>
                  <a:pt x="723808" y="538562"/>
                </a:cubicBezTo>
                <a:cubicBezTo>
                  <a:pt x="728430" y="529522"/>
                  <a:pt x="739637" y="523803"/>
                  <a:pt x="751654" y="523803"/>
                </a:cubicBezTo>
                <a:close/>
                <a:moveTo>
                  <a:pt x="1360186" y="517418"/>
                </a:moveTo>
                <a:lnTo>
                  <a:pt x="1362295" y="517418"/>
                </a:lnTo>
                <a:cubicBezTo>
                  <a:pt x="1363364" y="517418"/>
                  <a:pt x="1364230" y="517562"/>
                  <a:pt x="1364808" y="517822"/>
                </a:cubicBezTo>
                <a:cubicBezTo>
                  <a:pt x="1365906" y="518256"/>
                  <a:pt x="1366715" y="519382"/>
                  <a:pt x="1366715" y="520826"/>
                </a:cubicBezTo>
                <a:cubicBezTo>
                  <a:pt x="1366715" y="522040"/>
                  <a:pt x="1366310" y="522993"/>
                  <a:pt x="1365732" y="523599"/>
                </a:cubicBezTo>
                <a:cubicBezTo>
                  <a:pt x="1365010" y="524235"/>
                  <a:pt x="1363999" y="524553"/>
                  <a:pt x="1362180" y="524553"/>
                </a:cubicBezTo>
                <a:lnTo>
                  <a:pt x="1360186" y="524553"/>
                </a:lnTo>
                <a:close/>
                <a:moveTo>
                  <a:pt x="1357298" y="515049"/>
                </a:moveTo>
                <a:lnTo>
                  <a:pt x="1357298" y="535500"/>
                </a:lnTo>
                <a:lnTo>
                  <a:pt x="1360157" y="535500"/>
                </a:lnTo>
                <a:lnTo>
                  <a:pt x="1360157" y="526459"/>
                </a:lnTo>
                <a:cubicBezTo>
                  <a:pt x="1360995" y="526517"/>
                  <a:pt x="1361428" y="526806"/>
                  <a:pt x="1361977" y="527412"/>
                </a:cubicBezTo>
                <a:cubicBezTo>
                  <a:pt x="1363450" y="529030"/>
                  <a:pt x="1363970" y="529897"/>
                  <a:pt x="1365530" y="532496"/>
                </a:cubicBezTo>
                <a:cubicBezTo>
                  <a:pt x="1366339" y="533883"/>
                  <a:pt x="1366628" y="534374"/>
                  <a:pt x="1367206" y="535500"/>
                </a:cubicBezTo>
                <a:lnTo>
                  <a:pt x="1370701" y="535500"/>
                </a:lnTo>
                <a:cubicBezTo>
                  <a:pt x="1370296" y="534865"/>
                  <a:pt x="1368621" y="532178"/>
                  <a:pt x="1367754" y="530792"/>
                </a:cubicBezTo>
                <a:cubicBezTo>
                  <a:pt x="1367061" y="529694"/>
                  <a:pt x="1366455" y="528828"/>
                  <a:pt x="1365992" y="528250"/>
                </a:cubicBezTo>
                <a:cubicBezTo>
                  <a:pt x="1365675" y="527759"/>
                  <a:pt x="1365155" y="527124"/>
                  <a:pt x="1364230" y="526401"/>
                </a:cubicBezTo>
                <a:cubicBezTo>
                  <a:pt x="1367639" y="526488"/>
                  <a:pt x="1369719" y="523917"/>
                  <a:pt x="1369719" y="520740"/>
                </a:cubicBezTo>
                <a:cubicBezTo>
                  <a:pt x="1369719" y="518776"/>
                  <a:pt x="1368852" y="517389"/>
                  <a:pt x="1367899" y="516551"/>
                </a:cubicBezTo>
                <a:cubicBezTo>
                  <a:pt x="1366888" y="515598"/>
                  <a:pt x="1365472" y="515049"/>
                  <a:pt x="1363046" y="515049"/>
                </a:cubicBezTo>
                <a:close/>
                <a:moveTo>
                  <a:pt x="1362988" y="509705"/>
                </a:moveTo>
                <a:cubicBezTo>
                  <a:pt x="1371365" y="509705"/>
                  <a:pt x="1378095" y="516522"/>
                  <a:pt x="1378095" y="525419"/>
                </a:cubicBezTo>
                <a:cubicBezTo>
                  <a:pt x="1378095" y="534287"/>
                  <a:pt x="1371365" y="541133"/>
                  <a:pt x="1362988" y="541133"/>
                </a:cubicBezTo>
                <a:cubicBezTo>
                  <a:pt x="1354554" y="541133"/>
                  <a:pt x="1347881" y="534316"/>
                  <a:pt x="1347881" y="525419"/>
                </a:cubicBezTo>
                <a:cubicBezTo>
                  <a:pt x="1347881" y="516522"/>
                  <a:pt x="1354554" y="509705"/>
                  <a:pt x="1362988" y="509705"/>
                </a:cubicBezTo>
                <a:close/>
                <a:moveTo>
                  <a:pt x="1155360" y="507453"/>
                </a:moveTo>
                <a:lnTo>
                  <a:pt x="1133263" y="510948"/>
                </a:lnTo>
                <a:lnTo>
                  <a:pt x="1133263" y="568026"/>
                </a:lnTo>
                <a:lnTo>
                  <a:pt x="1133263" y="646364"/>
                </a:lnTo>
                <a:lnTo>
                  <a:pt x="1155360" y="646364"/>
                </a:lnTo>
                <a:lnTo>
                  <a:pt x="1155360" y="543820"/>
                </a:lnTo>
                <a:close/>
                <a:moveTo>
                  <a:pt x="959891" y="507453"/>
                </a:moveTo>
                <a:lnTo>
                  <a:pt x="937822" y="510948"/>
                </a:lnTo>
                <a:lnTo>
                  <a:pt x="937822" y="570193"/>
                </a:lnTo>
                <a:lnTo>
                  <a:pt x="937822" y="646364"/>
                </a:lnTo>
                <a:lnTo>
                  <a:pt x="959891" y="646364"/>
                </a:lnTo>
                <a:lnTo>
                  <a:pt x="959891" y="585358"/>
                </a:lnTo>
                <a:close/>
                <a:moveTo>
                  <a:pt x="1311225" y="507453"/>
                </a:moveTo>
                <a:lnTo>
                  <a:pt x="1289099" y="510948"/>
                </a:lnTo>
                <a:lnTo>
                  <a:pt x="1289099" y="568026"/>
                </a:lnTo>
                <a:lnTo>
                  <a:pt x="1289099" y="646364"/>
                </a:lnTo>
                <a:lnTo>
                  <a:pt x="1311225" y="646364"/>
                </a:lnTo>
                <a:lnTo>
                  <a:pt x="1311225" y="581747"/>
                </a:lnTo>
                <a:close/>
                <a:moveTo>
                  <a:pt x="1362988" y="507048"/>
                </a:moveTo>
                <a:cubicBezTo>
                  <a:pt x="1352965" y="507048"/>
                  <a:pt x="1344617" y="514934"/>
                  <a:pt x="1344617" y="525419"/>
                </a:cubicBezTo>
                <a:cubicBezTo>
                  <a:pt x="1344617" y="535876"/>
                  <a:pt x="1352965" y="543791"/>
                  <a:pt x="1362988" y="543791"/>
                </a:cubicBezTo>
                <a:cubicBezTo>
                  <a:pt x="1372983" y="543791"/>
                  <a:pt x="1381388" y="535876"/>
                  <a:pt x="1381388" y="525419"/>
                </a:cubicBezTo>
                <a:cubicBezTo>
                  <a:pt x="1381388" y="514934"/>
                  <a:pt x="1372983" y="507048"/>
                  <a:pt x="1362988" y="507048"/>
                </a:cubicBezTo>
                <a:close/>
                <a:moveTo>
                  <a:pt x="484665" y="506905"/>
                </a:moveTo>
                <a:lnTo>
                  <a:pt x="462827" y="510718"/>
                </a:lnTo>
                <a:cubicBezTo>
                  <a:pt x="462827" y="510718"/>
                  <a:pt x="465860" y="519153"/>
                  <a:pt x="465831" y="539892"/>
                </a:cubicBezTo>
                <a:lnTo>
                  <a:pt x="465831" y="725511"/>
                </a:lnTo>
                <a:lnTo>
                  <a:pt x="487120" y="721439"/>
                </a:lnTo>
                <a:lnTo>
                  <a:pt x="487120" y="634117"/>
                </a:lnTo>
                <a:cubicBezTo>
                  <a:pt x="496652" y="643967"/>
                  <a:pt x="510575" y="649947"/>
                  <a:pt x="524498" y="649947"/>
                </a:cubicBezTo>
                <a:cubicBezTo>
                  <a:pt x="542234" y="649947"/>
                  <a:pt x="556705" y="640905"/>
                  <a:pt x="566555" y="625105"/>
                </a:cubicBezTo>
                <a:cubicBezTo>
                  <a:pt x="574210" y="612511"/>
                  <a:pt x="577474" y="599974"/>
                  <a:pt x="577474" y="578166"/>
                </a:cubicBezTo>
                <a:cubicBezTo>
                  <a:pt x="577474" y="553902"/>
                  <a:pt x="572563" y="537206"/>
                  <a:pt x="562453" y="524641"/>
                </a:cubicBezTo>
                <a:cubicBezTo>
                  <a:pt x="553730" y="513722"/>
                  <a:pt x="540067" y="507714"/>
                  <a:pt x="526144" y="507714"/>
                </a:cubicBezTo>
                <a:cubicBezTo>
                  <a:pt x="511153" y="507714"/>
                  <a:pt x="497201" y="514589"/>
                  <a:pt x="486022" y="527645"/>
                </a:cubicBezTo>
                <a:cubicBezTo>
                  <a:pt x="486022" y="512653"/>
                  <a:pt x="484665" y="506905"/>
                  <a:pt x="484665" y="506905"/>
                </a:cubicBezTo>
                <a:close/>
                <a:moveTo>
                  <a:pt x="1006310" y="506904"/>
                </a:moveTo>
                <a:lnTo>
                  <a:pt x="984472" y="511497"/>
                </a:lnTo>
                <a:lnTo>
                  <a:pt x="1033346" y="647721"/>
                </a:lnTo>
                <a:lnTo>
                  <a:pt x="1054346" y="647721"/>
                </a:lnTo>
                <a:lnTo>
                  <a:pt x="1105445" y="510428"/>
                </a:lnTo>
                <a:lnTo>
                  <a:pt x="1082770" y="510428"/>
                </a:lnTo>
                <a:lnTo>
                  <a:pt x="1051631" y="600840"/>
                </a:lnTo>
                <a:cubicBezTo>
                  <a:pt x="1047269" y="613059"/>
                  <a:pt x="1045074" y="623717"/>
                  <a:pt x="1045074" y="623717"/>
                </a:cubicBezTo>
                <a:lnTo>
                  <a:pt x="1044525" y="623717"/>
                </a:lnTo>
                <a:cubicBezTo>
                  <a:pt x="1044525" y="623717"/>
                  <a:pt x="1041810" y="611730"/>
                  <a:pt x="1037997" y="600522"/>
                </a:cubicBezTo>
                <a:close/>
                <a:moveTo>
                  <a:pt x="674068" y="506356"/>
                </a:moveTo>
                <a:cubicBezTo>
                  <a:pt x="660174" y="506356"/>
                  <a:pt x="645703" y="515079"/>
                  <a:pt x="635881" y="529002"/>
                </a:cubicBezTo>
                <a:cubicBezTo>
                  <a:pt x="636719" y="517506"/>
                  <a:pt x="631520" y="506876"/>
                  <a:pt x="631520" y="506876"/>
                </a:cubicBezTo>
                <a:lnTo>
                  <a:pt x="610231" y="512624"/>
                </a:lnTo>
                <a:cubicBezTo>
                  <a:pt x="610231" y="512624"/>
                  <a:pt x="614853" y="521665"/>
                  <a:pt x="614853" y="541539"/>
                </a:cubicBezTo>
                <a:lnTo>
                  <a:pt x="614853" y="646394"/>
                </a:lnTo>
                <a:lnTo>
                  <a:pt x="636141" y="646394"/>
                </a:lnTo>
                <a:lnTo>
                  <a:pt x="636141" y="561239"/>
                </a:lnTo>
                <a:cubicBezTo>
                  <a:pt x="636141" y="550031"/>
                  <a:pt x="637759" y="545958"/>
                  <a:pt x="644056" y="539690"/>
                </a:cubicBezTo>
                <a:cubicBezTo>
                  <a:pt x="650324" y="533335"/>
                  <a:pt x="658528" y="529840"/>
                  <a:pt x="666702" y="529840"/>
                </a:cubicBezTo>
                <a:cubicBezTo>
                  <a:pt x="668898" y="529840"/>
                  <a:pt x="671353" y="530389"/>
                  <a:pt x="672711" y="530938"/>
                </a:cubicBezTo>
                <a:lnTo>
                  <a:pt x="681463" y="507714"/>
                </a:lnTo>
                <a:cubicBezTo>
                  <a:pt x="681463" y="507714"/>
                  <a:pt x="677621" y="506356"/>
                  <a:pt x="674068" y="506356"/>
                </a:cubicBezTo>
                <a:close/>
                <a:moveTo>
                  <a:pt x="751914" y="506355"/>
                </a:moveTo>
                <a:cubicBezTo>
                  <a:pt x="716153" y="506355"/>
                  <a:pt x="694027" y="533335"/>
                  <a:pt x="694027" y="577617"/>
                </a:cubicBezTo>
                <a:cubicBezTo>
                  <a:pt x="694027" y="622361"/>
                  <a:pt x="715316" y="649945"/>
                  <a:pt x="752723" y="649945"/>
                </a:cubicBezTo>
                <a:cubicBezTo>
                  <a:pt x="786836" y="649945"/>
                  <a:pt x="811129" y="625942"/>
                  <a:pt x="811129" y="580592"/>
                </a:cubicBezTo>
                <a:cubicBezTo>
                  <a:pt x="811129" y="558495"/>
                  <a:pt x="807056" y="542347"/>
                  <a:pt x="798593" y="530129"/>
                </a:cubicBezTo>
                <a:cubicBezTo>
                  <a:pt x="789292" y="516697"/>
                  <a:pt x="774560" y="506355"/>
                  <a:pt x="751914" y="506355"/>
                </a:cubicBezTo>
                <a:close/>
                <a:moveTo>
                  <a:pt x="1224886" y="466261"/>
                </a:moveTo>
                <a:lnTo>
                  <a:pt x="1204753" y="470421"/>
                </a:lnTo>
                <a:lnTo>
                  <a:pt x="1204753" y="510398"/>
                </a:lnTo>
                <a:lnTo>
                  <a:pt x="1185919" y="510398"/>
                </a:lnTo>
                <a:lnTo>
                  <a:pt x="1185919" y="526516"/>
                </a:lnTo>
                <a:lnTo>
                  <a:pt x="1203656" y="526516"/>
                </a:lnTo>
                <a:lnTo>
                  <a:pt x="1203656" y="619875"/>
                </a:lnTo>
                <a:cubicBezTo>
                  <a:pt x="1203656" y="633538"/>
                  <a:pt x="1207209" y="642261"/>
                  <a:pt x="1216741" y="646883"/>
                </a:cubicBezTo>
                <a:cubicBezTo>
                  <a:pt x="1221939" y="649338"/>
                  <a:pt x="1227400" y="650725"/>
                  <a:pt x="1234506" y="650725"/>
                </a:cubicBezTo>
                <a:cubicBezTo>
                  <a:pt x="1244037" y="650725"/>
                  <a:pt x="1251692" y="648789"/>
                  <a:pt x="1258538" y="645236"/>
                </a:cubicBezTo>
                <a:lnTo>
                  <a:pt x="1255534" y="631602"/>
                </a:lnTo>
                <a:cubicBezTo>
                  <a:pt x="1251692" y="633567"/>
                  <a:pt x="1248169" y="634375"/>
                  <a:pt x="1242160" y="634375"/>
                </a:cubicBezTo>
                <a:cubicBezTo>
                  <a:pt x="1228785" y="634375"/>
                  <a:pt x="1224684" y="629147"/>
                  <a:pt x="1224684" y="614155"/>
                </a:cubicBezTo>
                <a:lnTo>
                  <a:pt x="1224684" y="526516"/>
                </a:lnTo>
                <a:lnTo>
                  <a:pt x="1253079" y="526516"/>
                </a:lnTo>
                <a:lnTo>
                  <a:pt x="1259636" y="510398"/>
                </a:lnTo>
                <a:lnTo>
                  <a:pt x="1224886" y="510398"/>
                </a:lnTo>
                <a:close/>
                <a:moveTo>
                  <a:pt x="873261" y="466261"/>
                </a:moveTo>
                <a:lnTo>
                  <a:pt x="853127" y="470421"/>
                </a:lnTo>
                <a:lnTo>
                  <a:pt x="853127" y="510398"/>
                </a:lnTo>
                <a:lnTo>
                  <a:pt x="834265" y="510398"/>
                </a:lnTo>
                <a:lnTo>
                  <a:pt x="834265" y="526516"/>
                </a:lnTo>
                <a:lnTo>
                  <a:pt x="852001" y="526516"/>
                </a:lnTo>
                <a:lnTo>
                  <a:pt x="852001" y="619875"/>
                </a:lnTo>
                <a:cubicBezTo>
                  <a:pt x="852001" y="633538"/>
                  <a:pt x="855554" y="642261"/>
                  <a:pt x="865115" y="646883"/>
                </a:cubicBezTo>
                <a:cubicBezTo>
                  <a:pt x="870314" y="649338"/>
                  <a:pt x="875745" y="650725"/>
                  <a:pt x="882851" y="650725"/>
                </a:cubicBezTo>
                <a:cubicBezTo>
                  <a:pt x="892383" y="650725"/>
                  <a:pt x="900038" y="648789"/>
                  <a:pt x="906883" y="645236"/>
                </a:cubicBezTo>
                <a:lnTo>
                  <a:pt x="903850" y="631602"/>
                </a:lnTo>
                <a:cubicBezTo>
                  <a:pt x="900038" y="633567"/>
                  <a:pt x="896456" y="634375"/>
                  <a:pt x="890476" y="634375"/>
                </a:cubicBezTo>
                <a:cubicBezTo>
                  <a:pt x="877074" y="634375"/>
                  <a:pt x="873001" y="629147"/>
                  <a:pt x="873001" y="614155"/>
                </a:cubicBezTo>
                <a:lnTo>
                  <a:pt x="873001" y="526516"/>
                </a:lnTo>
                <a:lnTo>
                  <a:pt x="901395" y="526516"/>
                </a:lnTo>
                <a:lnTo>
                  <a:pt x="907952" y="510398"/>
                </a:lnTo>
                <a:lnTo>
                  <a:pt x="873261" y="510398"/>
                </a:lnTo>
                <a:close/>
                <a:moveTo>
                  <a:pt x="949289" y="453408"/>
                </a:moveTo>
                <a:cubicBezTo>
                  <a:pt x="940912" y="453408"/>
                  <a:pt x="934268" y="460225"/>
                  <a:pt x="934297" y="468602"/>
                </a:cubicBezTo>
                <a:cubicBezTo>
                  <a:pt x="934297" y="476748"/>
                  <a:pt x="940941" y="483391"/>
                  <a:pt x="949289" y="483391"/>
                </a:cubicBezTo>
                <a:cubicBezTo>
                  <a:pt x="957637" y="483391"/>
                  <a:pt x="964252" y="476748"/>
                  <a:pt x="964252" y="468371"/>
                </a:cubicBezTo>
                <a:cubicBezTo>
                  <a:pt x="964252" y="460023"/>
                  <a:pt x="957637" y="453408"/>
                  <a:pt x="949289" y="453408"/>
                </a:cubicBezTo>
                <a:close/>
                <a:moveTo>
                  <a:pt x="1144701" y="453408"/>
                </a:moveTo>
                <a:cubicBezTo>
                  <a:pt x="1136382" y="453408"/>
                  <a:pt x="1129709" y="460225"/>
                  <a:pt x="1129709" y="468602"/>
                </a:cubicBezTo>
                <a:cubicBezTo>
                  <a:pt x="1129709" y="476748"/>
                  <a:pt x="1136382" y="483391"/>
                  <a:pt x="1144701" y="483391"/>
                </a:cubicBezTo>
                <a:cubicBezTo>
                  <a:pt x="1153077" y="483391"/>
                  <a:pt x="1159692" y="476748"/>
                  <a:pt x="1159692" y="468371"/>
                </a:cubicBezTo>
                <a:cubicBezTo>
                  <a:pt x="1159692" y="460023"/>
                  <a:pt x="1153077" y="453408"/>
                  <a:pt x="1144701" y="453408"/>
                </a:cubicBezTo>
                <a:close/>
                <a:moveTo>
                  <a:pt x="1300567" y="453408"/>
                </a:moveTo>
                <a:cubicBezTo>
                  <a:pt x="1292219" y="453408"/>
                  <a:pt x="1285604" y="460225"/>
                  <a:pt x="1285575" y="468602"/>
                </a:cubicBezTo>
                <a:cubicBezTo>
                  <a:pt x="1285575" y="476748"/>
                  <a:pt x="1292219" y="483391"/>
                  <a:pt x="1300567" y="483391"/>
                </a:cubicBezTo>
                <a:cubicBezTo>
                  <a:pt x="1308944" y="483391"/>
                  <a:pt x="1315558" y="476748"/>
                  <a:pt x="1315558" y="468371"/>
                </a:cubicBezTo>
                <a:cubicBezTo>
                  <a:pt x="1315558" y="460023"/>
                  <a:pt x="1308944" y="453408"/>
                  <a:pt x="1300567" y="453408"/>
                </a:cubicBezTo>
                <a:close/>
                <a:moveTo>
                  <a:pt x="0" y="0"/>
                </a:moveTo>
                <a:lnTo>
                  <a:pt x="11277374" y="0"/>
                </a:lnTo>
                <a:lnTo>
                  <a:pt x="11277374" y="6857999"/>
                </a:lnTo>
                <a:lnTo>
                  <a:pt x="0" y="6857999"/>
                </a:lnTo>
                <a:close/>
              </a:path>
            </a:pathLst>
          </a:custGeom>
          <a:solidFill>
            <a:schemeClr val="bg2"/>
          </a:solidFill>
        </p:spPr>
        <p:txBody>
          <a:bodyPr wrap="square">
            <a:noAutofit/>
          </a:bodyPr>
          <a:lstStyle>
            <a:lvl1pPr>
              <a:defRPr sz="1400"/>
            </a:lvl1pPr>
          </a:lstStyle>
          <a:p>
            <a:r>
              <a:rPr lang="en-US"/>
              <a:t>Click icon to add picture</a:t>
            </a:r>
            <a:endParaRPr lang="de-DE"/>
          </a:p>
        </p:txBody>
      </p:sp>
      <p:sp>
        <p:nvSpPr>
          <p:cNvPr id="3" name="Foliennummernplatzhalter 2">
            <a:extLst>
              <a:ext uri="{FF2B5EF4-FFF2-40B4-BE49-F238E27FC236}">
                <a16:creationId xmlns:a16="http://schemas.microsoft.com/office/drawing/2014/main" id="{40B193DB-68EA-BF1C-B9E1-3898228976FE}"/>
              </a:ext>
            </a:extLst>
          </p:cNvPr>
          <p:cNvSpPr>
            <a:spLocks noGrp="1"/>
          </p:cNvSpPr>
          <p:nvPr>
            <p:ph type="sldNum" sz="quarter" idx="10"/>
          </p:nvPr>
        </p:nvSpPr>
        <p:spPr/>
        <p:txBody>
          <a:bodyPr/>
          <a:lstStyle/>
          <a:p>
            <a:fld id="{9678312F-8BDE-4502-9E53-473B40D118CD}" type="slidenum">
              <a:rPr lang="de-DE" smtClean="0"/>
              <a:pPr/>
              <a:t>‹#›</a:t>
            </a:fld>
            <a:endParaRPr lang="de-DE"/>
          </a:p>
        </p:txBody>
      </p:sp>
      <p:sp>
        <p:nvSpPr>
          <p:cNvPr id="6" name="Textplatzhalter 11">
            <a:extLst>
              <a:ext uri="{FF2B5EF4-FFF2-40B4-BE49-F238E27FC236}">
                <a16:creationId xmlns:a16="http://schemas.microsoft.com/office/drawing/2014/main" id="{D5E06E66-311D-7220-5972-D223D1A708C5}"/>
              </a:ext>
            </a:extLst>
          </p:cNvPr>
          <p:cNvSpPr>
            <a:spLocks noGrp="1"/>
          </p:cNvSpPr>
          <p:nvPr>
            <p:ph type="body" sz="quarter" idx="13" hasCustomPrompt="1"/>
          </p:nvPr>
        </p:nvSpPr>
        <p:spPr>
          <a:xfrm>
            <a:off x="2057399" y="900113"/>
            <a:ext cx="7267575" cy="2668587"/>
          </a:xfrm>
        </p:spPr>
        <p:txBody>
          <a:bodyPr anchor="b"/>
          <a:lstStyle>
            <a:lvl1pPr marL="0" indent="0" algn="ctr">
              <a:lnSpc>
                <a:spcPct val="85000"/>
              </a:lnSpc>
              <a:buNone/>
              <a:defRPr sz="7200" b="0" i="0" spc="0" baseline="0">
                <a:solidFill>
                  <a:schemeClr val="accent4"/>
                </a:solidFill>
                <a:latin typeface="+mj-lt"/>
              </a:defRPr>
            </a:lvl1pPr>
          </a:lstStyle>
          <a:p>
            <a:pPr lvl="0"/>
            <a:r>
              <a:rPr lang="de-DE"/>
              <a:t>Titel hinzufügen</a:t>
            </a:r>
          </a:p>
        </p:txBody>
      </p:sp>
      <p:sp>
        <p:nvSpPr>
          <p:cNvPr id="7" name="Textplatzhalter 13">
            <a:extLst>
              <a:ext uri="{FF2B5EF4-FFF2-40B4-BE49-F238E27FC236}">
                <a16:creationId xmlns:a16="http://schemas.microsoft.com/office/drawing/2014/main" id="{42271CC3-B58C-953B-84B6-B816A55FD141}"/>
              </a:ext>
            </a:extLst>
          </p:cNvPr>
          <p:cNvSpPr>
            <a:spLocks noGrp="1"/>
          </p:cNvSpPr>
          <p:nvPr>
            <p:ph type="body" sz="quarter" idx="14" hasCustomPrompt="1"/>
          </p:nvPr>
        </p:nvSpPr>
        <p:spPr>
          <a:xfrm>
            <a:off x="2057398" y="3574140"/>
            <a:ext cx="7267577" cy="1498600"/>
          </a:xfrm>
        </p:spPr>
        <p:txBody>
          <a:bodyPr lIns="0" tIns="0" rIns="0" bIns="0"/>
          <a:lstStyle>
            <a:lvl1pPr marL="0" indent="0" algn="ctr">
              <a:lnSpc>
                <a:spcPct val="105000"/>
              </a:lnSpc>
              <a:spcBef>
                <a:spcPts val="600"/>
              </a:spcBef>
              <a:spcAft>
                <a:spcPts val="600"/>
              </a:spcAft>
              <a:buClr>
                <a:schemeClr val="accent4"/>
              </a:buClr>
              <a:buFont typeface="Merriweather" panose="00000500000000000000" pitchFamily="2" charset="0"/>
              <a:buNone/>
              <a:defRPr sz="1600" cap="none" spc="80" baseline="0">
                <a:solidFill>
                  <a:schemeClr val="bg1"/>
                </a:solidFill>
                <a:latin typeface="Merriweather" panose="00000500000000000000" pitchFamily="2" charset="0"/>
              </a:defRPr>
            </a:lvl1pPr>
          </a:lstStyle>
          <a:p>
            <a:pPr lvl="0"/>
            <a:r>
              <a:rPr lang="de-DE" noProof="0"/>
              <a:t>Untertitel hinzufügen</a:t>
            </a:r>
          </a:p>
        </p:txBody>
      </p:sp>
      <p:sp>
        <p:nvSpPr>
          <p:cNvPr id="2" name="Footer Placeholder 1">
            <a:extLst>
              <a:ext uri="{FF2B5EF4-FFF2-40B4-BE49-F238E27FC236}">
                <a16:creationId xmlns:a16="http://schemas.microsoft.com/office/drawing/2014/main" id="{E5992D9B-3B7A-CE97-40EF-886B0C273FBD}"/>
              </a:ext>
            </a:extLst>
          </p:cNvPr>
          <p:cNvSpPr>
            <a:spLocks noGrp="1"/>
          </p:cNvSpPr>
          <p:nvPr>
            <p:ph type="ftr" sz="quarter" idx="19"/>
          </p:nvPr>
        </p:nvSpPr>
        <p:spPr/>
        <p:txBody>
          <a:bodyPr/>
          <a:lstStyle/>
          <a:p>
            <a:r>
              <a:rPr lang="de-DE"/>
              <a:t>Corporate Presentation</a:t>
            </a:r>
          </a:p>
        </p:txBody>
      </p:sp>
    </p:spTree>
    <p:extLst>
      <p:ext uri="{BB962C8B-B14F-4D97-AF65-F5344CB8AC3E}">
        <p14:creationId xmlns:p14="http://schemas.microsoft.com/office/powerpoint/2010/main" val="517477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3-blanco">
    <p:spTree>
      <p:nvGrpSpPr>
        <p:cNvPr id="1" name=""/>
        <p:cNvGrpSpPr/>
        <p:nvPr/>
      </p:nvGrpSpPr>
      <p:grpSpPr>
        <a:xfrm>
          <a:off x="0" y="0"/>
          <a:ext cx="0" cy="0"/>
          <a:chOff x="0" y="0"/>
          <a:chExt cx="0" cy="0"/>
        </a:xfrm>
      </p:grpSpPr>
      <p:sp>
        <p:nvSpPr>
          <p:cNvPr id="2" name="Foliennummernplatzhalter 6">
            <a:extLst>
              <a:ext uri="{FF2B5EF4-FFF2-40B4-BE49-F238E27FC236}">
                <a16:creationId xmlns:a16="http://schemas.microsoft.com/office/drawing/2014/main" id="{1ACB15A3-F3D6-EEBE-D50B-EF3758252B9E}"/>
              </a:ext>
            </a:extLst>
          </p:cNvPr>
          <p:cNvSpPr>
            <a:spLocks noGrp="1"/>
          </p:cNvSpPr>
          <p:nvPr>
            <p:ph type="sldNum" sz="quarter" idx="4"/>
          </p:nvPr>
        </p:nvSpPr>
        <p:spPr>
          <a:xfrm>
            <a:off x="11277376" y="417380"/>
            <a:ext cx="914622" cy="365125"/>
          </a:xfrm>
          <a:prstGeom prst="rect">
            <a:avLst/>
          </a:prstGeom>
        </p:spPr>
        <p:txBody>
          <a:bodyPr vert="horz" lIns="0" tIns="0" rIns="0" bIns="0" rtlCol="0" anchor="ctr"/>
          <a:lstStyle>
            <a:lvl1pPr algn="ctr">
              <a:defRPr sz="3200">
                <a:solidFill>
                  <a:schemeClr val="accent5"/>
                </a:solidFill>
                <a:latin typeface="Merriweather" panose="02060503050406030704" pitchFamily="18" charset="0"/>
              </a:defRPr>
            </a:lvl1pPr>
          </a:lstStyle>
          <a:p>
            <a:fld id="{9678312F-8BDE-4502-9E53-473B40D118CD}" type="slidenum">
              <a:rPr lang="de-DE" smtClean="0"/>
              <a:pPr/>
              <a:t>‹#›</a:t>
            </a:fld>
            <a:endParaRPr lang="de-DE"/>
          </a:p>
        </p:txBody>
      </p:sp>
      <p:sp>
        <p:nvSpPr>
          <p:cNvPr id="3" name="Footer Placeholder 2">
            <a:extLst>
              <a:ext uri="{FF2B5EF4-FFF2-40B4-BE49-F238E27FC236}">
                <a16:creationId xmlns:a16="http://schemas.microsoft.com/office/drawing/2014/main" id="{7F046799-4659-870B-D084-78D144F2EE26}"/>
              </a:ext>
            </a:extLst>
          </p:cNvPr>
          <p:cNvSpPr>
            <a:spLocks noGrp="1"/>
          </p:cNvSpPr>
          <p:nvPr>
            <p:ph type="ftr" sz="quarter" idx="10"/>
          </p:nvPr>
        </p:nvSpPr>
        <p:spPr/>
        <p:txBody>
          <a:bodyPr/>
          <a:lstStyle/>
          <a:p>
            <a:r>
              <a:rPr lang="de-DE"/>
              <a:t>Corporate Presentation</a:t>
            </a:r>
          </a:p>
        </p:txBody>
      </p:sp>
    </p:spTree>
    <p:extLst>
      <p:ext uri="{BB962C8B-B14F-4D97-AF65-F5344CB8AC3E}">
        <p14:creationId xmlns:p14="http://schemas.microsoft.com/office/powerpoint/2010/main" val="1642113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title">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2DC2D53F-69B3-90BE-4A00-B39E7D59DBA0}"/>
              </a:ext>
            </a:extLst>
          </p:cNvPr>
          <p:cNvSpPr>
            <a:spLocks noGrp="1"/>
          </p:cNvSpPr>
          <p:nvPr>
            <p:ph type="sldNum" sz="quarter" idx="11"/>
          </p:nvPr>
        </p:nvSpPr>
        <p:spPr>
          <a:xfrm>
            <a:off x="11277376" y="417380"/>
            <a:ext cx="914622" cy="365125"/>
          </a:xfrm>
          <a:prstGeom prst="rect">
            <a:avLst/>
          </a:prstGeom>
        </p:spPr>
        <p:txBody>
          <a:bodyPr/>
          <a:lstStyle/>
          <a:p>
            <a:fld id="{9678312F-8BDE-4502-9E53-473B40D118CD}" type="slidenum">
              <a:rPr lang="de-DE" smtClean="0"/>
              <a:pPr/>
              <a:t>‹#›</a:t>
            </a:fld>
            <a:endParaRPr lang="de-DE"/>
          </a:p>
        </p:txBody>
      </p:sp>
      <p:sp>
        <p:nvSpPr>
          <p:cNvPr id="4" name="Titel 3">
            <a:extLst>
              <a:ext uri="{FF2B5EF4-FFF2-40B4-BE49-F238E27FC236}">
                <a16:creationId xmlns:a16="http://schemas.microsoft.com/office/drawing/2014/main" id="{972B436C-DA6D-C16C-12D7-CDA0C3517A02}"/>
              </a:ext>
            </a:extLst>
          </p:cNvPr>
          <p:cNvSpPr>
            <a:spLocks noGrp="1"/>
          </p:cNvSpPr>
          <p:nvPr>
            <p:ph type="title" hasCustomPrompt="1"/>
          </p:nvPr>
        </p:nvSpPr>
        <p:spPr>
          <a:xfrm>
            <a:off x="2057400" y="408728"/>
            <a:ext cx="8861200" cy="373777"/>
          </a:xfrm>
          <a:prstGeom prst="rect">
            <a:avLst/>
          </a:prstGeom>
        </p:spPr>
        <p:txBody>
          <a:bodyPr/>
          <a:lstStyle>
            <a:lvl1pPr>
              <a:defRPr>
                <a:latin typeface="+mj-lt"/>
              </a:defRPr>
            </a:lvl1pPr>
          </a:lstStyle>
          <a:p>
            <a:r>
              <a:rPr lang="de-DE"/>
              <a:t>Titel hinzufügen</a:t>
            </a:r>
          </a:p>
        </p:txBody>
      </p:sp>
      <p:sp>
        <p:nvSpPr>
          <p:cNvPr id="2" name="Footer Placeholder 1">
            <a:extLst>
              <a:ext uri="{FF2B5EF4-FFF2-40B4-BE49-F238E27FC236}">
                <a16:creationId xmlns:a16="http://schemas.microsoft.com/office/drawing/2014/main" id="{33443109-7ACE-C6A1-54AE-182330B99EAF}"/>
              </a:ext>
            </a:extLst>
          </p:cNvPr>
          <p:cNvSpPr>
            <a:spLocks noGrp="1"/>
          </p:cNvSpPr>
          <p:nvPr>
            <p:ph type="ftr" sz="quarter" idx="12"/>
          </p:nvPr>
        </p:nvSpPr>
        <p:spPr/>
        <p:txBody>
          <a:bodyPr/>
          <a:lstStyle/>
          <a:p>
            <a:r>
              <a:rPr lang="de-DE"/>
              <a:t>Corporate Presentation</a:t>
            </a:r>
          </a:p>
        </p:txBody>
      </p:sp>
    </p:spTree>
    <p:extLst>
      <p:ext uri="{BB962C8B-B14F-4D97-AF65-F5344CB8AC3E}">
        <p14:creationId xmlns:p14="http://schemas.microsoft.com/office/powerpoint/2010/main" val="16479277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title-subtitle">
    <p:spTree>
      <p:nvGrpSpPr>
        <p:cNvPr id="1" name=""/>
        <p:cNvGrpSpPr/>
        <p:nvPr/>
      </p:nvGrpSpPr>
      <p:grpSpPr>
        <a:xfrm>
          <a:off x="0" y="0"/>
          <a:ext cx="0" cy="0"/>
          <a:chOff x="0" y="0"/>
          <a:chExt cx="0" cy="0"/>
        </a:xfrm>
      </p:grpSpPr>
      <p:sp>
        <p:nvSpPr>
          <p:cNvPr id="3" name="Untertitel 2">
            <a:extLst>
              <a:ext uri="{FF2B5EF4-FFF2-40B4-BE49-F238E27FC236}">
                <a16:creationId xmlns:a16="http://schemas.microsoft.com/office/drawing/2014/main" id="{B1A37B33-EA53-6631-936A-4FB954649509}"/>
              </a:ext>
            </a:extLst>
          </p:cNvPr>
          <p:cNvSpPr>
            <a:spLocks noGrp="1"/>
          </p:cNvSpPr>
          <p:nvPr>
            <p:ph type="subTitle" idx="1" hasCustomPrompt="1"/>
          </p:nvPr>
        </p:nvSpPr>
        <p:spPr>
          <a:xfrm>
            <a:off x="2057400" y="904458"/>
            <a:ext cx="8861201" cy="756000"/>
          </a:xfrm>
        </p:spPr>
        <p:txBody>
          <a:bodyPr lIns="0" tIns="0" rIns="0" bIns="0"/>
          <a:lstStyle>
            <a:lvl1pPr marL="0" indent="0" algn="r">
              <a:lnSpc>
                <a:spcPct val="85000"/>
              </a:lnSpc>
              <a:buNone/>
              <a:defRPr sz="2600" b="0" i="0" cap="none" baseline="0">
                <a:solidFill>
                  <a:schemeClr val="tx1"/>
                </a:solidFill>
                <a:latin typeface="Barlow Condensed Light"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noProof="0"/>
              <a:t>Untertitel hinzufügen</a:t>
            </a:r>
          </a:p>
        </p:txBody>
      </p:sp>
      <p:sp>
        <p:nvSpPr>
          <p:cNvPr id="6" name="Foliennummernplatzhalter 5">
            <a:extLst>
              <a:ext uri="{FF2B5EF4-FFF2-40B4-BE49-F238E27FC236}">
                <a16:creationId xmlns:a16="http://schemas.microsoft.com/office/drawing/2014/main" id="{2DC2D53F-69B3-90BE-4A00-B39E7D59DBA0}"/>
              </a:ext>
            </a:extLst>
          </p:cNvPr>
          <p:cNvSpPr>
            <a:spLocks noGrp="1"/>
          </p:cNvSpPr>
          <p:nvPr>
            <p:ph type="sldNum" sz="quarter" idx="11"/>
          </p:nvPr>
        </p:nvSpPr>
        <p:spPr>
          <a:xfrm>
            <a:off x="11277376" y="417380"/>
            <a:ext cx="914622" cy="365125"/>
          </a:xfrm>
          <a:prstGeom prst="rect">
            <a:avLst/>
          </a:prstGeom>
        </p:spPr>
        <p:txBody>
          <a:bodyPr/>
          <a:lstStyle/>
          <a:p>
            <a:fld id="{9678312F-8BDE-4502-9E53-473B40D118CD}" type="slidenum">
              <a:rPr lang="de-DE" smtClean="0"/>
              <a:pPr/>
              <a:t>‹#›</a:t>
            </a:fld>
            <a:endParaRPr lang="de-DE"/>
          </a:p>
        </p:txBody>
      </p:sp>
      <p:sp>
        <p:nvSpPr>
          <p:cNvPr id="4" name="Titel 3">
            <a:extLst>
              <a:ext uri="{FF2B5EF4-FFF2-40B4-BE49-F238E27FC236}">
                <a16:creationId xmlns:a16="http://schemas.microsoft.com/office/drawing/2014/main" id="{5413DF6B-58E1-5C44-4D1B-B742C15F71AB}"/>
              </a:ext>
            </a:extLst>
          </p:cNvPr>
          <p:cNvSpPr>
            <a:spLocks noGrp="1"/>
          </p:cNvSpPr>
          <p:nvPr>
            <p:ph type="title" hasCustomPrompt="1"/>
          </p:nvPr>
        </p:nvSpPr>
        <p:spPr>
          <a:xfrm>
            <a:off x="2057400" y="408728"/>
            <a:ext cx="8861200" cy="373777"/>
          </a:xfrm>
          <a:prstGeom prst="rect">
            <a:avLst/>
          </a:prstGeom>
        </p:spPr>
        <p:txBody>
          <a:bodyPr/>
          <a:lstStyle>
            <a:lvl1pPr algn="r">
              <a:defRPr>
                <a:latin typeface="+mj-lt"/>
              </a:defRPr>
            </a:lvl1pPr>
          </a:lstStyle>
          <a:p>
            <a:r>
              <a:rPr lang="de-DE"/>
              <a:t>Titel hinzufügen</a:t>
            </a:r>
          </a:p>
        </p:txBody>
      </p:sp>
      <p:sp>
        <p:nvSpPr>
          <p:cNvPr id="2" name="Footer Placeholder 1">
            <a:extLst>
              <a:ext uri="{FF2B5EF4-FFF2-40B4-BE49-F238E27FC236}">
                <a16:creationId xmlns:a16="http://schemas.microsoft.com/office/drawing/2014/main" id="{3355C53A-A0BB-C5CA-436F-0DD859BF6542}"/>
              </a:ext>
            </a:extLst>
          </p:cNvPr>
          <p:cNvSpPr>
            <a:spLocks noGrp="1"/>
          </p:cNvSpPr>
          <p:nvPr>
            <p:ph type="ftr" sz="quarter" idx="12"/>
          </p:nvPr>
        </p:nvSpPr>
        <p:spPr/>
        <p:txBody>
          <a:bodyPr/>
          <a:lstStyle/>
          <a:p>
            <a:r>
              <a:rPr lang="de-DE"/>
              <a:t>Corporate Presentation</a:t>
            </a:r>
          </a:p>
        </p:txBody>
      </p:sp>
    </p:spTree>
    <p:extLst>
      <p:ext uri="{BB962C8B-B14F-4D97-AF65-F5344CB8AC3E}">
        <p14:creationId xmlns:p14="http://schemas.microsoft.com/office/powerpoint/2010/main" val="3324962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title2lines-subtitle">
    <p:spTree>
      <p:nvGrpSpPr>
        <p:cNvPr id="1" name=""/>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D0E2FA4F-2806-BD66-AB42-82843D385B94}"/>
              </a:ext>
            </a:extLst>
          </p:cNvPr>
          <p:cNvSpPr>
            <a:spLocks noGrp="1"/>
          </p:cNvSpPr>
          <p:nvPr>
            <p:ph type="sldNum" sz="quarter" idx="11"/>
          </p:nvPr>
        </p:nvSpPr>
        <p:spPr>
          <a:xfrm>
            <a:off x="11277376" y="417380"/>
            <a:ext cx="914622" cy="365125"/>
          </a:xfrm>
          <a:prstGeom prst="rect">
            <a:avLst/>
          </a:prstGeom>
        </p:spPr>
        <p:txBody>
          <a:bodyPr/>
          <a:lstStyle/>
          <a:p>
            <a:fld id="{9678312F-8BDE-4502-9E53-473B40D118CD}" type="slidenum">
              <a:rPr lang="de-DE" smtClean="0"/>
              <a:pPr/>
              <a:t>‹#›</a:t>
            </a:fld>
            <a:endParaRPr lang="de-DE"/>
          </a:p>
        </p:txBody>
      </p:sp>
      <p:cxnSp>
        <p:nvCxnSpPr>
          <p:cNvPr id="29" name="Gerader Verbinder 28">
            <a:extLst>
              <a:ext uri="{FF2B5EF4-FFF2-40B4-BE49-F238E27FC236}">
                <a16:creationId xmlns:a16="http://schemas.microsoft.com/office/drawing/2014/main" id="{693A6136-2EBC-6914-4804-0C45531A8E5C}"/>
              </a:ext>
            </a:extLst>
          </p:cNvPr>
          <p:cNvCxnSpPr>
            <a:cxnSpLocks/>
          </p:cNvCxnSpPr>
          <p:nvPr userDrawn="1"/>
        </p:nvCxnSpPr>
        <p:spPr>
          <a:xfrm>
            <a:off x="11277600" y="0"/>
            <a:ext cx="0" cy="6858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 name="Fußzeilenplatzhalter 5">
            <a:extLst>
              <a:ext uri="{FF2B5EF4-FFF2-40B4-BE49-F238E27FC236}">
                <a16:creationId xmlns:a16="http://schemas.microsoft.com/office/drawing/2014/main" id="{2AE0078D-6B2A-95E8-82D2-A1EF0D3DAC22}"/>
              </a:ext>
            </a:extLst>
          </p:cNvPr>
          <p:cNvSpPr>
            <a:spLocks noGrp="1"/>
          </p:cNvSpPr>
          <p:nvPr>
            <p:ph type="ftr" sz="quarter" idx="3"/>
          </p:nvPr>
        </p:nvSpPr>
        <p:spPr>
          <a:xfrm rot="16200000">
            <a:off x="9687412" y="3627858"/>
            <a:ext cx="4114800" cy="180000"/>
          </a:xfrm>
          <a:prstGeom prst="rect">
            <a:avLst/>
          </a:prstGeom>
        </p:spPr>
        <p:txBody>
          <a:bodyPr vert="horz" lIns="0" tIns="0" rIns="0" bIns="0" rtlCol="0" anchor="b"/>
          <a:lstStyle>
            <a:lvl1pPr algn="l">
              <a:defRPr sz="800" cap="all" spc="50" baseline="0">
                <a:solidFill>
                  <a:schemeClr val="accent3"/>
                </a:solidFill>
                <a:latin typeface="Merriweather" panose="00000500000000000000" pitchFamily="2" charset="0"/>
              </a:defRPr>
            </a:lvl1pPr>
          </a:lstStyle>
          <a:p>
            <a:r>
              <a:rPr lang="de-DE"/>
              <a:t>Corporate Presentation</a:t>
            </a:r>
          </a:p>
        </p:txBody>
      </p:sp>
      <p:sp>
        <p:nvSpPr>
          <p:cNvPr id="9" name="Untertitel 2">
            <a:extLst>
              <a:ext uri="{FF2B5EF4-FFF2-40B4-BE49-F238E27FC236}">
                <a16:creationId xmlns:a16="http://schemas.microsoft.com/office/drawing/2014/main" id="{154F1111-EDE6-1A70-7020-7D70A8C1B3E1}"/>
              </a:ext>
            </a:extLst>
          </p:cNvPr>
          <p:cNvSpPr>
            <a:spLocks noGrp="1"/>
          </p:cNvSpPr>
          <p:nvPr>
            <p:ph type="subTitle" idx="1" hasCustomPrompt="1"/>
          </p:nvPr>
        </p:nvSpPr>
        <p:spPr>
          <a:xfrm>
            <a:off x="2057400" y="904458"/>
            <a:ext cx="8861201" cy="756000"/>
          </a:xfrm>
        </p:spPr>
        <p:txBody>
          <a:bodyPr lIns="0" tIns="0" rIns="0" bIns="0"/>
          <a:lstStyle>
            <a:lvl1pPr marL="0" indent="0" algn="r">
              <a:lnSpc>
                <a:spcPct val="85000"/>
              </a:lnSpc>
              <a:buNone/>
              <a:defRPr sz="2600" b="0" i="0" cap="none" baseline="0">
                <a:solidFill>
                  <a:schemeClr val="tx1"/>
                </a:solidFill>
                <a:latin typeface="Barlow Condensed Light"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noProof="0"/>
              <a:t>Untertitel hinzufügen</a:t>
            </a:r>
          </a:p>
        </p:txBody>
      </p:sp>
      <p:sp>
        <p:nvSpPr>
          <p:cNvPr id="10" name="Titel 3">
            <a:extLst>
              <a:ext uri="{FF2B5EF4-FFF2-40B4-BE49-F238E27FC236}">
                <a16:creationId xmlns:a16="http://schemas.microsoft.com/office/drawing/2014/main" id="{2338ADEF-26BF-59B7-BFFD-A7ABFF8A7191}"/>
              </a:ext>
            </a:extLst>
          </p:cNvPr>
          <p:cNvSpPr>
            <a:spLocks noGrp="1"/>
          </p:cNvSpPr>
          <p:nvPr>
            <p:ph type="title" hasCustomPrompt="1"/>
          </p:nvPr>
        </p:nvSpPr>
        <p:spPr>
          <a:xfrm>
            <a:off x="2057400" y="408728"/>
            <a:ext cx="8861200" cy="373777"/>
          </a:xfrm>
          <a:prstGeom prst="rect">
            <a:avLst/>
          </a:prstGeom>
        </p:spPr>
        <p:txBody>
          <a:bodyPr/>
          <a:lstStyle>
            <a:lvl1pPr>
              <a:defRPr>
                <a:latin typeface="+mj-lt"/>
              </a:defRPr>
            </a:lvl1pPr>
          </a:lstStyle>
          <a:p>
            <a:r>
              <a:rPr lang="de-DE"/>
              <a:t>Titel hinzufügen</a:t>
            </a:r>
          </a:p>
        </p:txBody>
      </p:sp>
    </p:spTree>
    <p:extLst>
      <p:ext uri="{BB962C8B-B14F-4D97-AF65-F5344CB8AC3E}">
        <p14:creationId xmlns:p14="http://schemas.microsoft.com/office/powerpoint/2010/main" val="27142005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title-subtitle-1column">
    <p:spTree>
      <p:nvGrpSpPr>
        <p:cNvPr id="1" name=""/>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40B193DB-68EA-BF1C-B9E1-3898228976FE}"/>
              </a:ext>
            </a:extLst>
          </p:cNvPr>
          <p:cNvSpPr>
            <a:spLocks noGrp="1"/>
          </p:cNvSpPr>
          <p:nvPr>
            <p:ph type="sldNum" sz="quarter" idx="10"/>
          </p:nvPr>
        </p:nvSpPr>
        <p:spPr/>
        <p:txBody>
          <a:bodyPr/>
          <a:lstStyle/>
          <a:p>
            <a:fld id="{9678312F-8BDE-4502-9E53-473B40D118CD}" type="slidenum">
              <a:rPr lang="de-DE" smtClean="0"/>
              <a:pPr/>
              <a:t>‹#›</a:t>
            </a:fld>
            <a:endParaRPr lang="de-DE"/>
          </a:p>
        </p:txBody>
      </p:sp>
      <p:sp>
        <p:nvSpPr>
          <p:cNvPr id="4" name="Inhaltsplatzhalter 7">
            <a:extLst>
              <a:ext uri="{FF2B5EF4-FFF2-40B4-BE49-F238E27FC236}">
                <a16:creationId xmlns:a16="http://schemas.microsoft.com/office/drawing/2014/main" id="{2F1DD2DE-E4D9-2B83-A1EE-2E39B35B6C4F}"/>
              </a:ext>
            </a:extLst>
          </p:cNvPr>
          <p:cNvSpPr>
            <a:spLocks noGrp="1"/>
          </p:cNvSpPr>
          <p:nvPr>
            <p:ph sz="quarter" idx="12" hasCustomPrompt="1"/>
          </p:nvPr>
        </p:nvSpPr>
        <p:spPr>
          <a:xfrm>
            <a:off x="468000" y="1868400"/>
            <a:ext cx="10450800" cy="4608000"/>
          </a:xfrm>
        </p:spPr>
        <p:txBody>
          <a:bodyPr/>
          <a:lstStyle>
            <a:lvl1pPr>
              <a:defRPr sz="1400"/>
            </a:lvl1pPr>
            <a:lvl2pPr>
              <a:defRPr>
                <a:latin typeface="+mj-lt"/>
              </a:defRPr>
            </a:lvl2pPr>
            <a:lvl3pPr>
              <a:defRPr/>
            </a:lvl3pPr>
            <a:lvl4pPr>
              <a:defRPr/>
            </a:lvl4pPr>
            <a:lvl5pPr>
              <a:defRPr/>
            </a:lvl5pPr>
            <a:lvl6pPr>
              <a:defRPr/>
            </a:lvl6pPr>
            <a:lvl7pPr>
              <a:defRPr/>
            </a:lvl7pPr>
          </a:lstStyle>
          <a:p>
            <a:pPr lvl="0"/>
            <a:r>
              <a:rPr lang="de-DE" noProof="0"/>
              <a:t>Text hinzufügen</a:t>
            </a:r>
          </a:p>
          <a:p>
            <a:pPr lvl="1"/>
            <a:r>
              <a:rPr lang="de-DE" noProof="0"/>
              <a:t>Zweite Ebene</a:t>
            </a:r>
          </a:p>
          <a:p>
            <a:pPr lvl="2"/>
            <a:r>
              <a:rPr lang="de-DE" noProof="0"/>
              <a:t>Dritte Ebene</a:t>
            </a:r>
          </a:p>
          <a:p>
            <a:pPr lvl="3"/>
            <a:r>
              <a:rPr lang="de-DE" noProof="0"/>
              <a:t>Vierte Ebene</a:t>
            </a:r>
          </a:p>
          <a:p>
            <a:pPr lvl="4"/>
            <a:r>
              <a:rPr lang="de-DE" noProof="0"/>
              <a:t>Fünfte Ebene</a:t>
            </a:r>
          </a:p>
          <a:p>
            <a:pPr lvl="5"/>
            <a:r>
              <a:rPr lang="de-DE" noProof="0"/>
              <a:t>Sechste Ebene</a:t>
            </a:r>
          </a:p>
          <a:p>
            <a:pPr lvl="6"/>
            <a:r>
              <a:rPr lang="de-DE" noProof="0"/>
              <a:t>Siebte Ebene</a:t>
            </a:r>
          </a:p>
          <a:p>
            <a:pPr lvl="4"/>
            <a:endParaRPr lang="de-DE" noProof="0"/>
          </a:p>
        </p:txBody>
      </p:sp>
      <p:sp>
        <p:nvSpPr>
          <p:cNvPr id="2" name="Fußzeilenplatzhalter 5">
            <a:extLst>
              <a:ext uri="{FF2B5EF4-FFF2-40B4-BE49-F238E27FC236}">
                <a16:creationId xmlns:a16="http://schemas.microsoft.com/office/drawing/2014/main" id="{E7992D66-85E7-7310-9BAE-C0D2979BD200}"/>
              </a:ext>
            </a:extLst>
          </p:cNvPr>
          <p:cNvSpPr>
            <a:spLocks noGrp="1"/>
          </p:cNvSpPr>
          <p:nvPr>
            <p:ph type="ftr" sz="quarter" idx="3"/>
          </p:nvPr>
        </p:nvSpPr>
        <p:spPr>
          <a:xfrm rot="16200000">
            <a:off x="9687412" y="3627858"/>
            <a:ext cx="4114800" cy="180000"/>
          </a:xfrm>
          <a:prstGeom prst="rect">
            <a:avLst/>
          </a:prstGeom>
        </p:spPr>
        <p:txBody>
          <a:bodyPr vert="horz" lIns="0" tIns="0" rIns="0" bIns="0" rtlCol="0" anchor="b"/>
          <a:lstStyle>
            <a:lvl1pPr algn="l">
              <a:defRPr sz="800" cap="all" spc="50" baseline="0">
                <a:solidFill>
                  <a:schemeClr val="accent3"/>
                </a:solidFill>
                <a:latin typeface="Merriweather" panose="00000500000000000000" pitchFamily="2" charset="0"/>
              </a:defRPr>
            </a:lvl1pPr>
          </a:lstStyle>
          <a:p>
            <a:r>
              <a:rPr lang="de-DE"/>
              <a:t>Corporate Presentation</a:t>
            </a:r>
          </a:p>
        </p:txBody>
      </p:sp>
      <p:sp>
        <p:nvSpPr>
          <p:cNvPr id="7" name="Untertitel 2">
            <a:extLst>
              <a:ext uri="{FF2B5EF4-FFF2-40B4-BE49-F238E27FC236}">
                <a16:creationId xmlns:a16="http://schemas.microsoft.com/office/drawing/2014/main" id="{F23C3ECB-41F9-5DB2-9C15-CAFEA37D4110}"/>
              </a:ext>
            </a:extLst>
          </p:cNvPr>
          <p:cNvSpPr>
            <a:spLocks noGrp="1"/>
          </p:cNvSpPr>
          <p:nvPr>
            <p:ph type="subTitle" idx="1" hasCustomPrompt="1"/>
          </p:nvPr>
        </p:nvSpPr>
        <p:spPr>
          <a:xfrm>
            <a:off x="2057400" y="904458"/>
            <a:ext cx="8861201" cy="756000"/>
          </a:xfrm>
        </p:spPr>
        <p:txBody>
          <a:bodyPr lIns="0" tIns="0" rIns="0" bIns="0"/>
          <a:lstStyle>
            <a:lvl1pPr marL="0" indent="0" algn="r">
              <a:lnSpc>
                <a:spcPct val="85000"/>
              </a:lnSpc>
              <a:buNone/>
              <a:defRPr sz="2600" b="0" i="0" cap="none" baseline="0">
                <a:solidFill>
                  <a:schemeClr val="tx1"/>
                </a:solidFill>
                <a:latin typeface="Barlow Condensed Light"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noProof="0"/>
              <a:t>Untertitel hinzufügen</a:t>
            </a:r>
          </a:p>
        </p:txBody>
      </p:sp>
      <p:sp>
        <p:nvSpPr>
          <p:cNvPr id="8" name="Titel 3">
            <a:extLst>
              <a:ext uri="{FF2B5EF4-FFF2-40B4-BE49-F238E27FC236}">
                <a16:creationId xmlns:a16="http://schemas.microsoft.com/office/drawing/2014/main" id="{F57436DA-2265-52F0-B5CB-8ACB450691C8}"/>
              </a:ext>
            </a:extLst>
          </p:cNvPr>
          <p:cNvSpPr>
            <a:spLocks noGrp="1"/>
          </p:cNvSpPr>
          <p:nvPr>
            <p:ph type="title" hasCustomPrompt="1"/>
          </p:nvPr>
        </p:nvSpPr>
        <p:spPr>
          <a:xfrm>
            <a:off x="2057400" y="408728"/>
            <a:ext cx="8861200" cy="373777"/>
          </a:xfrm>
          <a:prstGeom prst="rect">
            <a:avLst/>
          </a:prstGeom>
        </p:spPr>
        <p:txBody>
          <a:bodyPr/>
          <a:lstStyle>
            <a:lvl1pPr>
              <a:defRPr>
                <a:latin typeface="+mj-lt"/>
              </a:defRPr>
            </a:lvl1pPr>
          </a:lstStyle>
          <a:p>
            <a:r>
              <a:rPr lang="de-DE"/>
              <a:t>Titel hinzufügen</a:t>
            </a:r>
          </a:p>
        </p:txBody>
      </p:sp>
    </p:spTree>
    <p:extLst>
      <p:ext uri="{BB962C8B-B14F-4D97-AF65-F5344CB8AC3E}">
        <p14:creationId xmlns:p14="http://schemas.microsoft.com/office/powerpoint/2010/main" val="17410419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title-subtitle-2columns">
    <p:spTree>
      <p:nvGrpSpPr>
        <p:cNvPr id="1" name=""/>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40B193DB-68EA-BF1C-B9E1-3898228976FE}"/>
              </a:ext>
            </a:extLst>
          </p:cNvPr>
          <p:cNvSpPr>
            <a:spLocks noGrp="1"/>
          </p:cNvSpPr>
          <p:nvPr>
            <p:ph type="sldNum" sz="quarter" idx="10"/>
          </p:nvPr>
        </p:nvSpPr>
        <p:spPr/>
        <p:txBody>
          <a:bodyPr/>
          <a:lstStyle/>
          <a:p>
            <a:fld id="{9678312F-8BDE-4502-9E53-473B40D118CD}" type="slidenum">
              <a:rPr lang="de-DE" smtClean="0"/>
              <a:pPr/>
              <a:t>‹#›</a:t>
            </a:fld>
            <a:endParaRPr lang="de-DE"/>
          </a:p>
        </p:txBody>
      </p:sp>
      <p:sp>
        <p:nvSpPr>
          <p:cNvPr id="6" name="Inhaltsplatzhalter 7">
            <a:extLst>
              <a:ext uri="{FF2B5EF4-FFF2-40B4-BE49-F238E27FC236}">
                <a16:creationId xmlns:a16="http://schemas.microsoft.com/office/drawing/2014/main" id="{1B79D7B0-D5AC-21B9-5BCC-8C4AC57975B9}"/>
              </a:ext>
            </a:extLst>
          </p:cNvPr>
          <p:cNvSpPr>
            <a:spLocks noGrp="1"/>
          </p:cNvSpPr>
          <p:nvPr>
            <p:ph sz="quarter" idx="12" hasCustomPrompt="1"/>
          </p:nvPr>
        </p:nvSpPr>
        <p:spPr>
          <a:xfrm>
            <a:off x="468001" y="1868400"/>
            <a:ext cx="4783010" cy="4608000"/>
          </a:xfrm>
        </p:spPr>
        <p:txBody>
          <a:bodyPr/>
          <a:lstStyle>
            <a:lvl1pPr>
              <a:defRPr sz="1400">
                <a:latin typeface="+mj-lt"/>
              </a:defRPr>
            </a:lvl1pPr>
            <a:lvl2pPr>
              <a:defRPr sz="1250">
                <a:latin typeface="+mj-lt"/>
              </a:defRPr>
            </a:lvl2pPr>
            <a:lvl3pPr>
              <a:defRPr/>
            </a:lvl3pPr>
            <a:lvl4pPr>
              <a:defRPr/>
            </a:lvl4pPr>
            <a:lvl5pPr>
              <a:defRPr/>
            </a:lvl5pPr>
            <a:lvl6pPr>
              <a:defRPr sz="1300" b="0" i="0">
                <a:latin typeface="Barlow Condensed Light" pitchFamily="2" charset="77"/>
              </a:defRPr>
            </a:lvl6pPr>
            <a:lvl7pPr>
              <a:defRPr sz="1300" b="0" i="0">
                <a:latin typeface="Barlow Condensed Light" pitchFamily="2" charset="77"/>
              </a:defRPr>
            </a:lvl7pPr>
          </a:lstStyle>
          <a:p>
            <a:pPr lvl="0"/>
            <a:r>
              <a:rPr lang="de-DE" noProof="0"/>
              <a:t>Text hinzufügen</a:t>
            </a:r>
          </a:p>
          <a:p>
            <a:pPr lvl="1"/>
            <a:r>
              <a:rPr lang="de-DE" noProof="0"/>
              <a:t>Zweite Ebene</a:t>
            </a:r>
          </a:p>
          <a:p>
            <a:pPr lvl="2"/>
            <a:r>
              <a:rPr lang="de-DE" noProof="0"/>
              <a:t>Dritte Ebene</a:t>
            </a:r>
          </a:p>
          <a:p>
            <a:pPr lvl="3"/>
            <a:r>
              <a:rPr lang="de-DE" noProof="0"/>
              <a:t>Vierte Ebene</a:t>
            </a:r>
          </a:p>
          <a:p>
            <a:pPr lvl="4"/>
            <a:r>
              <a:rPr lang="de-DE" noProof="0"/>
              <a:t>Fünfte Ebene</a:t>
            </a:r>
          </a:p>
          <a:p>
            <a:pPr lvl="5"/>
            <a:r>
              <a:rPr lang="de-DE" noProof="0"/>
              <a:t>Sechste Ebene</a:t>
            </a:r>
          </a:p>
          <a:p>
            <a:pPr lvl="6"/>
            <a:r>
              <a:rPr lang="de-DE" noProof="0"/>
              <a:t>Siebte Ebene</a:t>
            </a:r>
          </a:p>
          <a:p>
            <a:pPr lvl="4"/>
            <a:endParaRPr lang="de-DE" noProof="0"/>
          </a:p>
        </p:txBody>
      </p:sp>
      <p:sp>
        <p:nvSpPr>
          <p:cNvPr id="7" name="Inhaltsplatzhalter 7">
            <a:extLst>
              <a:ext uri="{FF2B5EF4-FFF2-40B4-BE49-F238E27FC236}">
                <a16:creationId xmlns:a16="http://schemas.microsoft.com/office/drawing/2014/main" id="{4DBC5485-B1E2-B785-0A14-17BB2C872A56}"/>
              </a:ext>
            </a:extLst>
          </p:cNvPr>
          <p:cNvSpPr>
            <a:spLocks noGrp="1"/>
          </p:cNvSpPr>
          <p:nvPr>
            <p:ph sz="quarter" idx="13" hasCustomPrompt="1"/>
          </p:nvPr>
        </p:nvSpPr>
        <p:spPr>
          <a:xfrm>
            <a:off x="6134201" y="1868400"/>
            <a:ext cx="4784400" cy="4608000"/>
          </a:xfrm>
        </p:spPr>
        <p:txBody>
          <a:bodyPr/>
          <a:lstStyle>
            <a:lvl1pPr>
              <a:defRPr sz="1400"/>
            </a:lvl1pPr>
            <a:lvl2pPr>
              <a:defRPr/>
            </a:lvl2pPr>
            <a:lvl3pPr>
              <a:defRPr/>
            </a:lvl3pPr>
            <a:lvl4pPr>
              <a:defRPr/>
            </a:lvl4pPr>
            <a:lvl5pPr>
              <a:defRPr/>
            </a:lvl5pPr>
            <a:lvl6pPr>
              <a:defRPr/>
            </a:lvl6pPr>
            <a:lvl7pPr>
              <a:defRPr/>
            </a:lvl7pPr>
          </a:lstStyle>
          <a:p>
            <a:pPr lvl="0"/>
            <a:r>
              <a:rPr lang="de-DE" noProof="0"/>
              <a:t>Text hinzufügen</a:t>
            </a:r>
          </a:p>
          <a:p>
            <a:pPr lvl="1"/>
            <a:r>
              <a:rPr lang="de-DE" noProof="0"/>
              <a:t>Zweite Ebene</a:t>
            </a:r>
          </a:p>
          <a:p>
            <a:pPr lvl="2"/>
            <a:r>
              <a:rPr lang="de-DE" noProof="0"/>
              <a:t>Dritte Ebene</a:t>
            </a:r>
          </a:p>
          <a:p>
            <a:pPr lvl="3"/>
            <a:r>
              <a:rPr lang="de-DE" noProof="0"/>
              <a:t>Vierte Ebene</a:t>
            </a:r>
          </a:p>
          <a:p>
            <a:pPr lvl="4"/>
            <a:r>
              <a:rPr lang="de-DE" noProof="0"/>
              <a:t>Fünfte Ebene</a:t>
            </a:r>
          </a:p>
          <a:p>
            <a:pPr lvl="5"/>
            <a:r>
              <a:rPr lang="de-DE" noProof="0"/>
              <a:t>Sechste Ebene</a:t>
            </a:r>
          </a:p>
          <a:p>
            <a:pPr lvl="6"/>
            <a:r>
              <a:rPr lang="de-DE" noProof="0"/>
              <a:t>Siebte Ebene</a:t>
            </a:r>
          </a:p>
          <a:p>
            <a:pPr lvl="4"/>
            <a:endParaRPr lang="de-DE" noProof="0"/>
          </a:p>
        </p:txBody>
      </p:sp>
      <p:sp>
        <p:nvSpPr>
          <p:cNvPr id="2" name="Fußzeilenplatzhalter 5">
            <a:extLst>
              <a:ext uri="{FF2B5EF4-FFF2-40B4-BE49-F238E27FC236}">
                <a16:creationId xmlns:a16="http://schemas.microsoft.com/office/drawing/2014/main" id="{40E85B56-2995-4B29-D6CD-5C505628D94A}"/>
              </a:ext>
            </a:extLst>
          </p:cNvPr>
          <p:cNvSpPr>
            <a:spLocks noGrp="1"/>
          </p:cNvSpPr>
          <p:nvPr>
            <p:ph type="ftr" sz="quarter" idx="3"/>
          </p:nvPr>
        </p:nvSpPr>
        <p:spPr>
          <a:xfrm rot="16200000">
            <a:off x="9687412" y="3627858"/>
            <a:ext cx="4114800" cy="180000"/>
          </a:xfrm>
          <a:prstGeom prst="rect">
            <a:avLst/>
          </a:prstGeom>
        </p:spPr>
        <p:txBody>
          <a:bodyPr vert="horz" lIns="0" tIns="0" rIns="0" bIns="0" rtlCol="0" anchor="b"/>
          <a:lstStyle>
            <a:lvl1pPr algn="l">
              <a:defRPr sz="800" cap="all" spc="50" baseline="0">
                <a:solidFill>
                  <a:schemeClr val="accent3"/>
                </a:solidFill>
                <a:latin typeface="Merriweather" panose="00000500000000000000" pitchFamily="2" charset="0"/>
              </a:defRPr>
            </a:lvl1pPr>
          </a:lstStyle>
          <a:p>
            <a:r>
              <a:rPr lang="de-DE"/>
              <a:t>Corporate Presentation</a:t>
            </a:r>
          </a:p>
        </p:txBody>
      </p:sp>
      <p:sp>
        <p:nvSpPr>
          <p:cNvPr id="8" name="Untertitel 2">
            <a:extLst>
              <a:ext uri="{FF2B5EF4-FFF2-40B4-BE49-F238E27FC236}">
                <a16:creationId xmlns:a16="http://schemas.microsoft.com/office/drawing/2014/main" id="{F964157D-4202-6255-D93A-E47A8A2DAA93}"/>
              </a:ext>
            </a:extLst>
          </p:cNvPr>
          <p:cNvSpPr>
            <a:spLocks noGrp="1"/>
          </p:cNvSpPr>
          <p:nvPr>
            <p:ph type="subTitle" idx="1" hasCustomPrompt="1"/>
          </p:nvPr>
        </p:nvSpPr>
        <p:spPr>
          <a:xfrm>
            <a:off x="2057400" y="904458"/>
            <a:ext cx="8861201" cy="756000"/>
          </a:xfrm>
        </p:spPr>
        <p:txBody>
          <a:bodyPr lIns="0" tIns="0" rIns="0" bIns="0"/>
          <a:lstStyle>
            <a:lvl1pPr marL="0" indent="0" algn="r">
              <a:lnSpc>
                <a:spcPct val="85000"/>
              </a:lnSpc>
              <a:buNone/>
              <a:defRPr sz="2600" b="0" i="0" cap="none" baseline="0">
                <a:solidFill>
                  <a:schemeClr val="tx1"/>
                </a:solidFill>
                <a:latin typeface="Barlow Condensed Light"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noProof="0"/>
              <a:t>Untertitel hinzufügen</a:t>
            </a:r>
          </a:p>
        </p:txBody>
      </p:sp>
      <p:sp>
        <p:nvSpPr>
          <p:cNvPr id="9" name="Titel 3">
            <a:extLst>
              <a:ext uri="{FF2B5EF4-FFF2-40B4-BE49-F238E27FC236}">
                <a16:creationId xmlns:a16="http://schemas.microsoft.com/office/drawing/2014/main" id="{22E7846F-5A8B-E563-61AE-F07851D48D20}"/>
              </a:ext>
            </a:extLst>
          </p:cNvPr>
          <p:cNvSpPr>
            <a:spLocks noGrp="1"/>
          </p:cNvSpPr>
          <p:nvPr>
            <p:ph type="title" hasCustomPrompt="1"/>
          </p:nvPr>
        </p:nvSpPr>
        <p:spPr>
          <a:xfrm>
            <a:off x="2057400" y="408728"/>
            <a:ext cx="8861200" cy="373777"/>
          </a:xfrm>
          <a:prstGeom prst="rect">
            <a:avLst/>
          </a:prstGeom>
        </p:spPr>
        <p:txBody>
          <a:bodyPr/>
          <a:lstStyle>
            <a:lvl1pPr>
              <a:defRPr>
                <a:latin typeface="+mj-lt"/>
              </a:defRPr>
            </a:lvl1pPr>
          </a:lstStyle>
          <a:p>
            <a:r>
              <a:rPr lang="de-DE"/>
              <a:t>Titel hinzufügen</a:t>
            </a:r>
          </a:p>
        </p:txBody>
      </p:sp>
    </p:spTree>
    <p:extLst>
      <p:ext uri="{BB962C8B-B14F-4D97-AF65-F5344CB8AC3E}">
        <p14:creationId xmlns:p14="http://schemas.microsoft.com/office/powerpoint/2010/main" val="41004756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title-subtitle-5columns">
    <p:spTree>
      <p:nvGrpSpPr>
        <p:cNvPr id="1" name=""/>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0B8CEF3B-42CE-84E6-37CC-A08AF1AC9AB1}"/>
              </a:ext>
            </a:extLst>
          </p:cNvPr>
          <p:cNvSpPr>
            <a:spLocks noGrp="1"/>
          </p:cNvSpPr>
          <p:nvPr>
            <p:ph type="sldNum" sz="quarter" idx="11"/>
          </p:nvPr>
        </p:nvSpPr>
        <p:spPr>
          <a:xfrm>
            <a:off x="11277376" y="417380"/>
            <a:ext cx="914622" cy="365125"/>
          </a:xfrm>
          <a:prstGeom prst="rect">
            <a:avLst/>
          </a:prstGeom>
        </p:spPr>
        <p:txBody>
          <a:bodyPr/>
          <a:lstStyle/>
          <a:p>
            <a:fld id="{9678312F-8BDE-4502-9E53-473B40D118CD}" type="slidenum">
              <a:rPr lang="de-DE" smtClean="0"/>
              <a:pPr/>
              <a:t>‹#›</a:t>
            </a:fld>
            <a:endParaRPr lang="de-DE"/>
          </a:p>
        </p:txBody>
      </p:sp>
      <p:sp>
        <p:nvSpPr>
          <p:cNvPr id="8" name="Textplatzhalter 7">
            <a:extLst>
              <a:ext uri="{FF2B5EF4-FFF2-40B4-BE49-F238E27FC236}">
                <a16:creationId xmlns:a16="http://schemas.microsoft.com/office/drawing/2014/main" id="{81D59DE9-B577-5709-E413-E16E7F21EC0F}"/>
              </a:ext>
            </a:extLst>
          </p:cNvPr>
          <p:cNvSpPr>
            <a:spLocks noGrp="1"/>
          </p:cNvSpPr>
          <p:nvPr>
            <p:ph type="body" sz="quarter" idx="12" hasCustomPrompt="1"/>
          </p:nvPr>
        </p:nvSpPr>
        <p:spPr>
          <a:xfrm>
            <a:off x="468000" y="2044800"/>
            <a:ext cx="3365500" cy="4433887"/>
          </a:xfrm>
        </p:spPr>
        <p:txBody>
          <a:bodyPr/>
          <a:lstStyle>
            <a:lvl1pPr>
              <a:defRPr sz="1400"/>
            </a:lvl1pPr>
            <a:lvl2pPr>
              <a:defRPr/>
            </a:lvl2pPr>
            <a:lvl3pPr>
              <a:defRPr/>
            </a:lvl3pPr>
            <a:lvl4pPr>
              <a:defRPr/>
            </a:lvl4pPr>
            <a:lvl5pPr>
              <a:defRPr/>
            </a:lvl5pPr>
            <a:lvl6pPr>
              <a:defRPr/>
            </a:lvl6pPr>
            <a:lvl7pPr>
              <a:defRPr/>
            </a:lvl7pPr>
          </a:lstStyle>
          <a:p>
            <a:pPr lvl="0"/>
            <a:r>
              <a:rPr lang="de-DE" noProof="0"/>
              <a:t>Text hinzufügen</a:t>
            </a:r>
          </a:p>
          <a:p>
            <a:pPr lvl="1"/>
            <a:r>
              <a:rPr lang="de-DE" noProof="0"/>
              <a:t>Zweite Ebene</a:t>
            </a:r>
          </a:p>
          <a:p>
            <a:pPr lvl="2"/>
            <a:r>
              <a:rPr lang="de-DE" noProof="0"/>
              <a:t>Dritte Ebene</a:t>
            </a:r>
          </a:p>
          <a:p>
            <a:pPr lvl="3"/>
            <a:r>
              <a:rPr lang="de-DE" noProof="0"/>
              <a:t>Vierte Ebene</a:t>
            </a:r>
          </a:p>
          <a:p>
            <a:pPr lvl="4"/>
            <a:r>
              <a:rPr lang="de-DE" noProof="0"/>
              <a:t>Fünfte Ebene</a:t>
            </a:r>
          </a:p>
          <a:p>
            <a:pPr lvl="5"/>
            <a:r>
              <a:rPr lang="de-DE" noProof="0"/>
              <a:t>Sechste Ebene</a:t>
            </a:r>
          </a:p>
          <a:p>
            <a:pPr lvl="6"/>
            <a:r>
              <a:rPr lang="de-DE" noProof="0"/>
              <a:t>Siebte Ebene</a:t>
            </a:r>
          </a:p>
          <a:p>
            <a:pPr lvl="4"/>
            <a:endParaRPr lang="de-DE" noProof="0"/>
          </a:p>
        </p:txBody>
      </p:sp>
      <p:sp>
        <p:nvSpPr>
          <p:cNvPr id="14" name="Textplatzhalter 13">
            <a:extLst>
              <a:ext uri="{FF2B5EF4-FFF2-40B4-BE49-F238E27FC236}">
                <a16:creationId xmlns:a16="http://schemas.microsoft.com/office/drawing/2014/main" id="{0FCB66CF-BDB4-1F1B-D526-D8AEA3F14240}"/>
              </a:ext>
            </a:extLst>
          </p:cNvPr>
          <p:cNvSpPr>
            <a:spLocks noGrp="1"/>
          </p:cNvSpPr>
          <p:nvPr>
            <p:ph type="body" sz="quarter" idx="17" hasCustomPrompt="1"/>
          </p:nvPr>
        </p:nvSpPr>
        <p:spPr>
          <a:xfrm>
            <a:off x="4010025" y="2733575"/>
            <a:ext cx="1590675" cy="3743425"/>
          </a:xfrm>
        </p:spPr>
        <p:txBody>
          <a:bodyPr/>
          <a:lstStyle>
            <a:lvl1pPr algn="ctr">
              <a:defRPr sz="1400"/>
            </a:lvl1pPr>
            <a:lvl2pPr algn="ctr">
              <a:lnSpc>
                <a:spcPct val="88000"/>
              </a:lnSpc>
              <a:spcAft>
                <a:spcPts val="200"/>
              </a:spcAft>
              <a:defRPr lang="en-US" sz="1250" b="0" i="0" kern="1200" spc="0" baseline="0">
                <a:solidFill>
                  <a:schemeClr val="tx1"/>
                </a:solidFill>
                <a:latin typeface="+mj-lt"/>
                <a:ea typeface="+mn-ea"/>
                <a:cs typeface="+mn-cs"/>
              </a:defRPr>
            </a:lvl2pPr>
            <a:lvl3pPr marL="0" indent="0" algn="ctr">
              <a:lnSpc>
                <a:spcPct val="90000"/>
              </a:lnSpc>
              <a:spcAft>
                <a:spcPts val="0"/>
              </a:spcAft>
              <a:buNone/>
              <a:defRPr lang="en-US" sz="1300" b="0" i="0" kern="1200" spc="0" baseline="0">
                <a:solidFill>
                  <a:schemeClr val="tx1"/>
                </a:solidFill>
                <a:latin typeface="Barlow Condensed Light" pitchFamily="2" charset="77"/>
                <a:ea typeface="+mn-ea"/>
                <a:cs typeface="+mn-cs"/>
              </a:defRPr>
            </a:lvl3pPr>
          </a:lstStyle>
          <a:p>
            <a:pPr lvl="0"/>
            <a:r>
              <a:rPr lang="de-DE" noProof="0"/>
              <a:t>Text hinzufügen</a:t>
            </a:r>
          </a:p>
          <a:p>
            <a:pPr lvl="1"/>
            <a:r>
              <a:rPr lang="de-DE" noProof="0"/>
              <a:t>Zweite Ebene</a:t>
            </a:r>
          </a:p>
          <a:p>
            <a:pPr lvl="2"/>
            <a:r>
              <a:rPr lang="de-DE" noProof="0"/>
              <a:t>Dritte Ebene</a:t>
            </a:r>
          </a:p>
        </p:txBody>
      </p:sp>
      <p:sp>
        <p:nvSpPr>
          <p:cNvPr id="11" name="Textplatzhalter 13">
            <a:extLst>
              <a:ext uri="{FF2B5EF4-FFF2-40B4-BE49-F238E27FC236}">
                <a16:creationId xmlns:a16="http://schemas.microsoft.com/office/drawing/2014/main" id="{76AB4F75-3855-B972-567D-B06F1C7C4AC3}"/>
              </a:ext>
            </a:extLst>
          </p:cNvPr>
          <p:cNvSpPr>
            <a:spLocks noGrp="1"/>
          </p:cNvSpPr>
          <p:nvPr>
            <p:ph type="body" sz="quarter" idx="21" hasCustomPrompt="1"/>
          </p:nvPr>
        </p:nvSpPr>
        <p:spPr>
          <a:xfrm>
            <a:off x="5786635" y="2733574"/>
            <a:ext cx="1590675" cy="3743425"/>
          </a:xfrm>
        </p:spPr>
        <p:txBody>
          <a:bodyPr/>
          <a:lstStyle>
            <a:lvl1pPr algn="ctr">
              <a:defRPr sz="1400"/>
            </a:lvl1pPr>
            <a:lvl2pPr algn="ctr">
              <a:lnSpc>
                <a:spcPct val="88000"/>
              </a:lnSpc>
              <a:spcAft>
                <a:spcPts val="200"/>
              </a:spcAft>
              <a:defRPr lang="en-US" sz="1250" b="0" i="0" kern="1200" spc="0" baseline="0" dirty="0">
                <a:solidFill>
                  <a:schemeClr val="tx1"/>
                </a:solidFill>
                <a:latin typeface="+mj-lt"/>
                <a:ea typeface="+mn-ea"/>
                <a:cs typeface="+mn-cs"/>
              </a:defRPr>
            </a:lvl2pPr>
            <a:lvl3pPr marL="0" indent="0" algn="ctr">
              <a:lnSpc>
                <a:spcPct val="90000"/>
              </a:lnSpc>
              <a:spcAft>
                <a:spcPts val="0"/>
              </a:spcAft>
              <a:buNone/>
              <a:defRPr lang="en-US" sz="1300" b="0" i="0" kern="1200" spc="0" baseline="0" dirty="0">
                <a:solidFill>
                  <a:schemeClr val="tx1"/>
                </a:solidFill>
                <a:latin typeface="Barlow Condensed Light" pitchFamily="2" charset="77"/>
                <a:ea typeface="+mn-ea"/>
                <a:cs typeface="+mn-cs"/>
              </a:defRPr>
            </a:lvl3pPr>
          </a:lstStyle>
          <a:p>
            <a:pPr lvl="0"/>
            <a:r>
              <a:rPr lang="de-DE" noProof="0"/>
              <a:t>Text hinzufügen</a:t>
            </a:r>
          </a:p>
          <a:p>
            <a:pPr marL="0" lvl="1" indent="0" algn="ctr" defTabSz="914400" rtl="0" eaLnBrk="1" latinLnBrk="0" hangingPunct="1">
              <a:lnSpc>
                <a:spcPct val="88000"/>
              </a:lnSpc>
              <a:spcBef>
                <a:spcPts val="400"/>
              </a:spcBef>
              <a:spcAft>
                <a:spcPts val="200"/>
              </a:spcAft>
              <a:buFont typeface="Arial" panose="020B0604020202020204" pitchFamily="34" charset="0"/>
              <a:buNone/>
            </a:pPr>
            <a:r>
              <a:rPr lang="de-DE" noProof="0"/>
              <a:t>Zweite Ebene</a:t>
            </a:r>
          </a:p>
          <a:p>
            <a:pPr marL="0" lvl="2" indent="0" algn="ctr" defTabSz="914400" rtl="0" eaLnBrk="1" latinLnBrk="0" hangingPunct="1">
              <a:lnSpc>
                <a:spcPct val="90000"/>
              </a:lnSpc>
              <a:spcBef>
                <a:spcPts val="0"/>
              </a:spcBef>
              <a:spcAft>
                <a:spcPts val="0"/>
              </a:spcAft>
              <a:buClr>
                <a:schemeClr val="accent4"/>
              </a:buClr>
              <a:buFont typeface="Merriweather Light" panose="00000400000000000000" pitchFamily="2" charset="0"/>
              <a:buNone/>
            </a:pPr>
            <a:r>
              <a:rPr lang="de-DE" noProof="0"/>
              <a:t>Dritte Ebene</a:t>
            </a:r>
          </a:p>
        </p:txBody>
      </p:sp>
      <p:sp>
        <p:nvSpPr>
          <p:cNvPr id="12" name="Textplatzhalter 13">
            <a:extLst>
              <a:ext uri="{FF2B5EF4-FFF2-40B4-BE49-F238E27FC236}">
                <a16:creationId xmlns:a16="http://schemas.microsoft.com/office/drawing/2014/main" id="{252B3820-3C92-A175-5D4F-66676613DA78}"/>
              </a:ext>
            </a:extLst>
          </p:cNvPr>
          <p:cNvSpPr>
            <a:spLocks noGrp="1"/>
          </p:cNvSpPr>
          <p:nvPr>
            <p:ph type="body" sz="quarter" idx="22" hasCustomPrompt="1"/>
          </p:nvPr>
        </p:nvSpPr>
        <p:spPr>
          <a:xfrm>
            <a:off x="7553835" y="2733573"/>
            <a:ext cx="1590675" cy="3743425"/>
          </a:xfrm>
        </p:spPr>
        <p:txBody>
          <a:bodyPr/>
          <a:lstStyle>
            <a:lvl1pPr algn="ctr">
              <a:defRPr sz="1400"/>
            </a:lvl1pPr>
            <a:lvl2pPr algn="ctr">
              <a:lnSpc>
                <a:spcPct val="88000"/>
              </a:lnSpc>
              <a:spcAft>
                <a:spcPts val="200"/>
              </a:spcAft>
              <a:defRPr lang="en-US" sz="1250" b="0" i="0" kern="1200" spc="0" baseline="0">
                <a:solidFill>
                  <a:schemeClr val="tx1"/>
                </a:solidFill>
                <a:latin typeface="+mj-lt"/>
                <a:ea typeface="+mn-ea"/>
                <a:cs typeface="+mn-cs"/>
              </a:defRPr>
            </a:lvl2pPr>
            <a:lvl3pPr marL="0" indent="0" algn="ctr">
              <a:lnSpc>
                <a:spcPct val="90000"/>
              </a:lnSpc>
              <a:spcAft>
                <a:spcPts val="0"/>
              </a:spcAft>
              <a:buNone/>
              <a:defRPr lang="en-US" sz="1300" b="0" i="0" kern="1200" spc="0" baseline="0" dirty="0">
                <a:solidFill>
                  <a:schemeClr val="tx1"/>
                </a:solidFill>
                <a:latin typeface="Barlow Condensed Light" pitchFamily="2" charset="77"/>
                <a:ea typeface="+mn-ea"/>
                <a:cs typeface="+mn-cs"/>
              </a:defRPr>
            </a:lvl3pPr>
          </a:lstStyle>
          <a:p>
            <a:pPr lvl="0"/>
            <a:r>
              <a:rPr lang="de-DE" noProof="0"/>
              <a:t>Text hinzufügen</a:t>
            </a:r>
          </a:p>
          <a:p>
            <a:pPr marL="0" lvl="1" indent="0" algn="ctr" defTabSz="914400" rtl="0" eaLnBrk="1" latinLnBrk="0" hangingPunct="1">
              <a:lnSpc>
                <a:spcPct val="88000"/>
              </a:lnSpc>
              <a:spcBef>
                <a:spcPts val="400"/>
              </a:spcBef>
              <a:spcAft>
                <a:spcPts val="200"/>
              </a:spcAft>
              <a:buFont typeface="Arial" panose="020B0604020202020204" pitchFamily="34" charset="0"/>
              <a:buNone/>
            </a:pPr>
            <a:r>
              <a:rPr lang="de-DE" noProof="0"/>
              <a:t>Zweite Ebene</a:t>
            </a:r>
          </a:p>
          <a:p>
            <a:pPr marL="0" lvl="2" indent="0" algn="ctr" defTabSz="914400" rtl="0" eaLnBrk="1" latinLnBrk="0" hangingPunct="1">
              <a:lnSpc>
                <a:spcPct val="90000"/>
              </a:lnSpc>
              <a:spcBef>
                <a:spcPts val="0"/>
              </a:spcBef>
              <a:spcAft>
                <a:spcPts val="0"/>
              </a:spcAft>
              <a:buClr>
                <a:schemeClr val="accent4"/>
              </a:buClr>
              <a:buFont typeface="Merriweather Light" panose="00000400000000000000" pitchFamily="2" charset="0"/>
              <a:buNone/>
            </a:pPr>
            <a:r>
              <a:rPr lang="de-DE" noProof="0"/>
              <a:t>Dritte Ebene</a:t>
            </a:r>
          </a:p>
        </p:txBody>
      </p:sp>
      <p:sp>
        <p:nvSpPr>
          <p:cNvPr id="13" name="Textplatzhalter 13">
            <a:extLst>
              <a:ext uri="{FF2B5EF4-FFF2-40B4-BE49-F238E27FC236}">
                <a16:creationId xmlns:a16="http://schemas.microsoft.com/office/drawing/2014/main" id="{3EF19099-8512-B3B3-D696-A95F081CE7E7}"/>
              </a:ext>
            </a:extLst>
          </p:cNvPr>
          <p:cNvSpPr>
            <a:spLocks noGrp="1"/>
          </p:cNvSpPr>
          <p:nvPr>
            <p:ph type="body" sz="quarter" idx="23" hasCustomPrompt="1"/>
          </p:nvPr>
        </p:nvSpPr>
        <p:spPr>
          <a:xfrm>
            <a:off x="9321035" y="2733572"/>
            <a:ext cx="1590675" cy="3743425"/>
          </a:xfrm>
        </p:spPr>
        <p:txBody>
          <a:bodyPr/>
          <a:lstStyle>
            <a:lvl1pPr algn="ctr">
              <a:defRPr sz="1400"/>
            </a:lvl1pPr>
            <a:lvl2pPr algn="ctr">
              <a:lnSpc>
                <a:spcPct val="88000"/>
              </a:lnSpc>
              <a:spcAft>
                <a:spcPts val="200"/>
              </a:spcAft>
              <a:defRPr lang="en-US" sz="1250" b="0" i="0" kern="1200" spc="0" baseline="0" dirty="0">
                <a:solidFill>
                  <a:schemeClr val="tx1"/>
                </a:solidFill>
                <a:latin typeface="+mj-lt"/>
                <a:ea typeface="+mn-ea"/>
                <a:cs typeface="+mn-cs"/>
              </a:defRPr>
            </a:lvl2pPr>
            <a:lvl3pPr marL="0" indent="0" algn="ctr">
              <a:lnSpc>
                <a:spcPct val="90000"/>
              </a:lnSpc>
              <a:spcAft>
                <a:spcPts val="0"/>
              </a:spcAft>
              <a:buNone/>
              <a:defRPr lang="en-US" sz="1300" b="0" i="0" kern="1200" spc="0" baseline="0" dirty="0">
                <a:solidFill>
                  <a:schemeClr val="tx1"/>
                </a:solidFill>
                <a:latin typeface="Barlow Condensed Light" pitchFamily="2" charset="77"/>
                <a:ea typeface="+mn-ea"/>
                <a:cs typeface="+mn-cs"/>
              </a:defRPr>
            </a:lvl3pPr>
          </a:lstStyle>
          <a:p>
            <a:pPr lvl="0"/>
            <a:r>
              <a:rPr lang="de-DE" noProof="0"/>
              <a:t>Text hinzufügen</a:t>
            </a:r>
          </a:p>
          <a:p>
            <a:pPr marL="0" lvl="1" indent="0" algn="ctr" defTabSz="914400" rtl="0" eaLnBrk="1" latinLnBrk="0" hangingPunct="1">
              <a:lnSpc>
                <a:spcPct val="88000"/>
              </a:lnSpc>
              <a:spcBef>
                <a:spcPts val="400"/>
              </a:spcBef>
              <a:spcAft>
                <a:spcPts val="200"/>
              </a:spcAft>
              <a:buFont typeface="Arial" panose="020B0604020202020204" pitchFamily="34" charset="0"/>
              <a:buNone/>
            </a:pPr>
            <a:r>
              <a:rPr lang="de-DE" noProof="0"/>
              <a:t>Zweite Ebene</a:t>
            </a:r>
          </a:p>
          <a:p>
            <a:pPr marL="0" lvl="2" indent="0" algn="ctr" defTabSz="914400" rtl="0" eaLnBrk="1" latinLnBrk="0" hangingPunct="1">
              <a:lnSpc>
                <a:spcPct val="90000"/>
              </a:lnSpc>
              <a:spcBef>
                <a:spcPts val="0"/>
              </a:spcBef>
              <a:spcAft>
                <a:spcPts val="0"/>
              </a:spcAft>
              <a:buClr>
                <a:schemeClr val="accent4"/>
              </a:buClr>
              <a:buFont typeface="Merriweather Light" panose="00000400000000000000" pitchFamily="2" charset="0"/>
              <a:buNone/>
            </a:pPr>
            <a:r>
              <a:rPr lang="de-DE" noProof="0"/>
              <a:t>Dritte Ebene</a:t>
            </a:r>
          </a:p>
        </p:txBody>
      </p:sp>
      <p:sp>
        <p:nvSpPr>
          <p:cNvPr id="2" name="Fußzeilenplatzhalter 5">
            <a:extLst>
              <a:ext uri="{FF2B5EF4-FFF2-40B4-BE49-F238E27FC236}">
                <a16:creationId xmlns:a16="http://schemas.microsoft.com/office/drawing/2014/main" id="{83E5E78E-9F2B-6FCE-7900-66665B0EE96F}"/>
              </a:ext>
            </a:extLst>
          </p:cNvPr>
          <p:cNvSpPr>
            <a:spLocks noGrp="1"/>
          </p:cNvSpPr>
          <p:nvPr>
            <p:ph type="ftr" sz="quarter" idx="3"/>
          </p:nvPr>
        </p:nvSpPr>
        <p:spPr>
          <a:xfrm rot="16200000">
            <a:off x="9687412" y="3627858"/>
            <a:ext cx="4114800" cy="180000"/>
          </a:xfrm>
          <a:prstGeom prst="rect">
            <a:avLst/>
          </a:prstGeom>
        </p:spPr>
        <p:txBody>
          <a:bodyPr vert="horz" lIns="0" tIns="0" rIns="0" bIns="0" rtlCol="0" anchor="b"/>
          <a:lstStyle>
            <a:lvl1pPr algn="l">
              <a:defRPr sz="800" cap="all" spc="50" baseline="0">
                <a:solidFill>
                  <a:schemeClr val="accent3"/>
                </a:solidFill>
                <a:latin typeface="Merriweather" panose="00000500000000000000" pitchFamily="2" charset="0"/>
              </a:defRPr>
            </a:lvl1pPr>
          </a:lstStyle>
          <a:p>
            <a:r>
              <a:rPr lang="de-DE"/>
              <a:t>Corporate Presentation</a:t>
            </a:r>
          </a:p>
        </p:txBody>
      </p:sp>
      <p:sp>
        <p:nvSpPr>
          <p:cNvPr id="9" name="Untertitel 2">
            <a:extLst>
              <a:ext uri="{FF2B5EF4-FFF2-40B4-BE49-F238E27FC236}">
                <a16:creationId xmlns:a16="http://schemas.microsoft.com/office/drawing/2014/main" id="{4279CBDC-63B8-3893-008F-7721B18C3491}"/>
              </a:ext>
            </a:extLst>
          </p:cNvPr>
          <p:cNvSpPr>
            <a:spLocks noGrp="1"/>
          </p:cNvSpPr>
          <p:nvPr>
            <p:ph type="subTitle" idx="1" hasCustomPrompt="1"/>
          </p:nvPr>
        </p:nvSpPr>
        <p:spPr>
          <a:xfrm>
            <a:off x="2057400" y="904458"/>
            <a:ext cx="8861201" cy="756000"/>
          </a:xfrm>
        </p:spPr>
        <p:txBody>
          <a:bodyPr lIns="0" tIns="0" rIns="0" bIns="0"/>
          <a:lstStyle>
            <a:lvl1pPr marL="0" indent="0" algn="r">
              <a:lnSpc>
                <a:spcPct val="85000"/>
              </a:lnSpc>
              <a:buNone/>
              <a:defRPr sz="2600" b="0" i="0" cap="none" baseline="0">
                <a:solidFill>
                  <a:schemeClr val="tx1"/>
                </a:solidFill>
                <a:latin typeface="Barlow Condensed Light"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noProof="0"/>
              <a:t>Untertitel hinzufügen</a:t>
            </a:r>
          </a:p>
        </p:txBody>
      </p:sp>
      <p:sp>
        <p:nvSpPr>
          <p:cNvPr id="10" name="Titel 3">
            <a:extLst>
              <a:ext uri="{FF2B5EF4-FFF2-40B4-BE49-F238E27FC236}">
                <a16:creationId xmlns:a16="http://schemas.microsoft.com/office/drawing/2014/main" id="{FBD16B24-3528-2C5D-9034-260B0FBBBFD3}"/>
              </a:ext>
            </a:extLst>
          </p:cNvPr>
          <p:cNvSpPr>
            <a:spLocks noGrp="1"/>
          </p:cNvSpPr>
          <p:nvPr>
            <p:ph type="title" hasCustomPrompt="1"/>
          </p:nvPr>
        </p:nvSpPr>
        <p:spPr>
          <a:xfrm>
            <a:off x="2057400" y="408728"/>
            <a:ext cx="8861200" cy="373777"/>
          </a:xfrm>
          <a:prstGeom prst="rect">
            <a:avLst/>
          </a:prstGeom>
        </p:spPr>
        <p:txBody>
          <a:bodyPr/>
          <a:lstStyle>
            <a:lvl1pPr>
              <a:defRPr>
                <a:latin typeface="+mj-lt"/>
              </a:defRPr>
            </a:lvl1pPr>
          </a:lstStyle>
          <a:p>
            <a:r>
              <a:rPr lang="de-DE"/>
              <a:t>Titel hinzufügen</a:t>
            </a:r>
          </a:p>
        </p:txBody>
      </p:sp>
    </p:spTree>
    <p:extLst>
      <p:ext uri="{BB962C8B-B14F-4D97-AF65-F5344CB8AC3E}">
        <p14:creationId xmlns:p14="http://schemas.microsoft.com/office/powerpoint/2010/main" val="2372022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letter">
    <p:spTree>
      <p:nvGrpSpPr>
        <p:cNvPr id="1" name=""/>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6DAFE5B6-FC75-E228-D35A-783F93D10FBA}"/>
              </a:ext>
            </a:extLst>
          </p:cNvPr>
          <p:cNvSpPr>
            <a:spLocks noGrp="1"/>
          </p:cNvSpPr>
          <p:nvPr>
            <p:ph type="sldNum" sz="quarter" idx="11"/>
          </p:nvPr>
        </p:nvSpPr>
        <p:spPr>
          <a:xfrm>
            <a:off x="11277376" y="417380"/>
            <a:ext cx="914622" cy="365125"/>
          </a:xfrm>
          <a:prstGeom prst="rect">
            <a:avLst/>
          </a:prstGeom>
        </p:spPr>
        <p:txBody>
          <a:bodyPr/>
          <a:lstStyle/>
          <a:p>
            <a:fld id="{9678312F-8BDE-4502-9E53-473B40D118CD}" type="slidenum">
              <a:rPr lang="de-DE" smtClean="0"/>
              <a:pPr/>
              <a:t>‹#›</a:t>
            </a:fld>
            <a:endParaRPr lang="de-DE"/>
          </a:p>
        </p:txBody>
      </p:sp>
      <p:sp>
        <p:nvSpPr>
          <p:cNvPr id="8" name="Textplatzhalter 7">
            <a:extLst>
              <a:ext uri="{FF2B5EF4-FFF2-40B4-BE49-F238E27FC236}">
                <a16:creationId xmlns:a16="http://schemas.microsoft.com/office/drawing/2014/main" id="{13728765-8656-C2F8-9AE8-459D1BE06106}"/>
              </a:ext>
            </a:extLst>
          </p:cNvPr>
          <p:cNvSpPr>
            <a:spLocks noGrp="1"/>
          </p:cNvSpPr>
          <p:nvPr>
            <p:ph type="body" sz="quarter" idx="12" hasCustomPrompt="1"/>
          </p:nvPr>
        </p:nvSpPr>
        <p:spPr>
          <a:xfrm>
            <a:off x="467999" y="1457325"/>
            <a:ext cx="1661425" cy="1616075"/>
          </a:xfrm>
        </p:spPr>
        <p:txBody>
          <a:bodyPr/>
          <a:lstStyle>
            <a:lvl1pPr>
              <a:lnSpc>
                <a:spcPct val="88000"/>
              </a:lnSpc>
              <a:spcBef>
                <a:spcPts val="0"/>
              </a:spcBef>
              <a:defRPr sz="1400"/>
            </a:lvl1pPr>
            <a:lvl2pPr>
              <a:lnSpc>
                <a:spcPct val="120000"/>
              </a:lnSpc>
              <a:spcBef>
                <a:spcPts val="0"/>
              </a:spcBef>
              <a:spcAft>
                <a:spcPts val="0"/>
              </a:spcAft>
              <a:defRPr lang="en-US" sz="1000" kern="1200" spc="0" dirty="0">
                <a:solidFill>
                  <a:schemeClr val="tx1"/>
                </a:solidFill>
                <a:latin typeface="+mn-lt"/>
                <a:ea typeface="+mn-ea"/>
                <a:cs typeface="+mn-cs"/>
              </a:defRPr>
            </a:lvl2pPr>
          </a:lstStyle>
          <a:p>
            <a:pPr lvl="0"/>
            <a:r>
              <a:rPr lang="de-DE" noProof="0"/>
              <a:t>Text hinzufügen</a:t>
            </a:r>
          </a:p>
          <a:p>
            <a:pPr lvl="1"/>
            <a:r>
              <a:rPr lang="de-DE" noProof="0"/>
              <a:t>Zweite Ebene</a:t>
            </a:r>
          </a:p>
        </p:txBody>
      </p:sp>
      <p:sp>
        <p:nvSpPr>
          <p:cNvPr id="10" name="Textplatzhalter 9">
            <a:extLst>
              <a:ext uri="{FF2B5EF4-FFF2-40B4-BE49-F238E27FC236}">
                <a16:creationId xmlns:a16="http://schemas.microsoft.com/office/drawing/2014/main" id="{56A3B8FE-22C2-AA12-B13A-AA9C3C41C4F1}"/>
              </a:ext>
            </a:extLst>
          </p:cNvPr>
          <p:cNvSpPr>
            <a:spLocks noGrp="1"/>
          </p:cNvSpPr>
          <p:nvPr>
            <p:ph type="body" sz="quarter" idx="13" hasCustomPrompt="1"/>
          </p:nvPr>
        </p:nvSpPr>
        <p:spPr>
          <a:xfrm>
            <a:off x="2238375" y="1457325"/>
            <a:ext cx="8680225" cy="4270375"/>
          </a:xfrm>
        </p:spPr>
        <p:txBody>
          <a:bodyPr numCol="2" spcCol="216000"/>
          <a:lstStyle>
            <a:lvl1pPr>
              <a:lnSpc>
                <a:spcPct val="88000"/>
              </a:lnSpc>
              <a:defRPr sz="1400"/>
            </a:lvl1pPr>
            <a:lvl2pPr>
              <a:defRPr/>
            </a:lvl2pPr>
            <a:lvl3pPr>
              <a:defRPr/>
            </a:lvl3pPr>
            <a:lvl4pPr>
              <a:defRPr/>
            </a:lvl4pPr>
            <a:lvl5pPr>
              <a:defRPr/>
            </a:lvl5pPr>
            <a:lvl6pPr>
              <a:defRPr sz="1200"/>
            </a:lvl6pPr>
            <a:lvl7pPr>
              <a:defRPr sz="1200"/>
            </a:lvl7pPr>
          </a:lstStyle>
          <a:p>
            <a:pPr lvl="0"/>
            <a:r>
              <a:rPr lang="de-DE" noProof="0"/>
              <a:t>Text hinzufügen</a:t>
            </a:r>
          </a:p>
          <a:p>
            <a:pPr lvl="1"/>
            <a:r>
              <a:rPr lang="de-DE" noProof="0"/>
              <a:t>Zweite Ebene</a:t>
            </a:r>
          </a:p>
          <a:p>
            <a:pPr lvl="2"/>
            <a:r>
              <a:rPr lang="de-DE" noProof="0"/>
              <a:t>Dritte Ebene</a:t>
            </a:r>
          </a:p>
          <a:p>
            <a:pPr lvl="3"/>
            <a:r>
              <a:rPr lang="de-DE" noProof="0"/>
              <a:t>Vierte Ebene</a:t>
            </a:r>
          </a:p>
          <a:p>
            <a:pPr lvl="4"/>
            <a:r>
              <a:rPr lang="de-DE" noProof="0"/>
              <a:t>Fünfte Ebene</a:t>
            </a:r>
          </a:p>
          <a:p>
            <a:pPr lvl="5"/>
            <a:r>
              <a:rPr lang="de-DE" noProof="0"/>
              <a:t>Sechste Ebene</a:t>
            </a:r>
          </a:p>
          <a:p>
            <a:pPr lvl="6"/>
            <a:r>
              <a:rPr lang="de-DE" noProof="0"/>
              <a:t>Siebte Ebene</a:t>
            </a:r>
          </a:p>
          <a:p>
            <a:pPr lvl="4"/>
            <a:endParaRPr lang="de-DE" noProof="0"/>
          </a:p>
        </p:txBody>
      </p:sp>
      <p:sp>
        <p:nvSpPr>
          <p:cNvPr id="2" name="Textplatzhalter 7">
            <a:extLst>
              <a:ext uri="{FF2B5EF4-FFF2-40B4-BE49-F238E27FC236}">
                <a16:creationId xmlns:a16="http://schemas.microsoft.com/office/drawing/2014/main" id="{ACADE690-D46E-74B9-9D71-FD1F9557FEB6}"/>
              </a:ext>
            </a:extLst>
          </p:cNvPr>
          <p:cNvSpPr>
            <a:spLocks noGrp="1"/>
          </p:cNvSpPr>
          <p:nvPr>
            <p:ph type="body" sz="quarter" idx="14" hasCustomPrompt="1"/>
          </p:nvPr>
        </p:nvSpPr>
        <p:spPr>
          <a:xfrm>
            <a:off x="6711356" y="4692179"/>
            <a:ext cx="1080000" cy="1035521"/>
          </a:xfrm>
        </p:spPr>
        <p:txBody>
          <a:bodyPr/>
          <a:lstStyle>
            <a:lvl1pPr>
              <a:lnSpc>
                <a:spcPct val="88000"/>
              </a:lnSpc>
              <a:spcBef>
                <a:spcPts val="0"/>
              </a:spcBef>
              <a:spcAft>
                <a:spcPts val="200"/>
              </a:spcAft>
              <a:defRPr sz="1400"/>
            </a:lvl1pPr>
            <a:lvl2pPr>
              <a:lnSpc>
                <a:spcPct val="88000"/>
              </a:lnSpc>
              <a:spcBef>
                <a:spcPts val="0"/>
              </a:spcBef>
              <a:spcAft>
                <a:spcPts val="0"/>
              </a:spcAft>
              <a:defRPr lang="en-US" sz="1000" b="0" i="0" kern="1200" spc="0" baseline="0" dirty="0">
                <a:solidFill>
                  <a:schemeClr val="tx1"/>
                </a:solidFill>
                <a:latin typeface="+mn-lt"/>
                <a:ea typeface="+mn-ea"/>
                <a:cs typeface="+mn-cs"/>
              </a:defRPr>
            </a:lvl2pPr>
          </a:lstStyle>
          <a:p>
            <a:pPr lvl="0"/>
            <a:r>
              <a:rPr lang="de-DE" noProof="0"/>
              <a:t>Vorname Name</a:t>
            </a:r>
          </a:p>
          <a:p>
            <a:pPr lvl="1"/>
            <a:r>
              <a:rPr lang="de-DE" noProof="0"/>
              <a:t>Titel und Firma</a:t>
            </a:r>
          </a:p>
        </p:txBody>
      </p:sp>
      <p:sp>
        <p:nvSpPr>
          <p:cNvPr id="5" name="Textplatzhalter 7">
            <a:extLst>
              <a:ext uri="{FF2B5EF4-FFF2-40B4-BE49-F238E27FC236}">
                <a16:creationId xmlns:a16="http://schemas.microsoft.com/office/drawing/2014/main" id="{1C7BEBB7-DCC4-F991-0694-2B335582D328}"/>
              </a:ext>
            </a:extLst>
          </p:cNvPr>
          <p:cNvSpPr>
            <a:spLocks noGrp="1"/>
          </p:cNvSpPr>
          <p:nvPr>
            <p:ph type="body" sz="quarter" idx="15" hasCustomPrompt="1"/>
          </p:nvPr>
        </p:nvSpPr>
        <p:spPr>
          <a:xfrm>
            <a:off x="8274978" y="4692179"/>
            <a:ext cx="1080000" cy="1035521"/>
          </a:xfrm>
        </p:spPr>
        <p:txBody>
          <a:bodyPr/>
          <a:lstStyle>
            <a:lvl1pPr>
              <a:lnSpc>
                <a:spcPct val="88000"/>
              </a:lnSpc>
              <a:spcBef>
                <a:spcPts val="0"/>
              </a:spcBef>
              <a:spcAft>
                <a:spcPts val="200"/>
              </a:spcAft>
              <a:defRPr sz="1400"/>
            </a:lvl1pPr>
            <a:lvl2pPr>
              <a:lnSpc>
                <a:spcPct val="88000"/>
              </a:lnSpc>
              <a:spcBef>
                <a:spcPts val="0"/>
              </a:spcBef>
              <a:spcAft>
                <a:spcPts val="0"/>
              </a:spcAft>
              <a:defRPr lang="en-US" sz="1000" b="0" i="0" kern="1200" spc="0" baseline="0" dirty="0">
                <a:solidFill>
                  <a:schemeClr val="tx1"/>
                </a:solidFill>
                <a:latin typeface="+mn-lt"/>
                <a:ea typeface="+mn-ea"/>
                <a:cs typeface="+mn-cs"/>
              </a:defRPr>
            </a:lvl2pPr>
          </a:lstStyle>
          <a:p>
            <a:pPr lvl="0"/>
            <a:r>
              <a:rPr lang="de-DE" noProof="0"/>
              <a:t>Vorname Name</a:t>
            </a:r>
          </a:p>
          <a:p>
            <a:pPr marL="0" lvl="1" indent="0" algn="l" defTabSz="914400" rtl="0" eaLnBrk="1" latinLnBrk="0" hangingPunct="1">
              <a:lnSpc>
                <a:spcPct val="88000"/>
              </a:lnSpc>
              <a:spcBef>
                <a:spcPts val="0"/>
              </a:spcBef>
              <a:spcAft>
                <a:spcPts val="0"/>
              </a:spcAft>
              <a:buFont typeface="Arial" panose="020B0604020202020204" pitchFamily="34" charset="0"/>
              <a:buNone/>
            </a:pPr>
            <a:r>
              <a:rPr lang="de-DE" noProof="0"/>
              <a:t>Titel und Firma</a:t>
            </a:r>
          </a:p>
        </p:txBody>
      </p:sp>
      <p:sp>
        <p:nvSpPr>
          <p:cNvPr id="6" name="Textplatzhalter 7">
            <a:extLst>
              <a:ext uri="{FF2B5EF4-FFF2-40B4-BE49-F238E27FC236}">
                <a16:creationId xmlns:a16="http://schemas.microsoft.com/office/drawing/2014/main" id="{682333AC-2DB2-F312-BB4F-4E1B4FB61D73}"/>
              </a:ext>
            </a:extLst>
          </p:cNvPr>
          <p:cNvSpPr>
            <a:spLocks noGrp="1"/>
          </p:cNvSpPr>
          <p:nvPr>
            <p:ph type="body" sz="quarter" idx="16" hasCustomPrompt="1"/>
          </p:nvPr>
        </p:nvSpPr>
        <p:spPr>
          <a:xfrm>
            <a:off x="9838600" y="4692178"/>
            <a:ext cx="1080000" cy="1035521"/>
          </a:xfrm>
        </p:spPr>
        <p:txBody>
          <a:bodyPr/>
          <a:lstStyle>
            <a:lvl1pPr>
              <a:lnSpc>
                <a:spcPct val="88000"/>
              </a:lnSpc>
              <a:spcBef>
                <a:spcPts val="0"/>
              </a:spcBef>
              <a:spcAft>
                <a:spcPts val="200"/>
              </a:spcAft>
              <a:defRPr sz="1400"/>
            </a:lvl1pPr>
            <a:lvl2pPr>
              <a:lnSpc>
                <a:spcPct val="88000"/>
              </a:lnSpc>
              <a:spcBef>
                <a:spcPts val="0"/>
              </a:spcBef>
              <a:spcAft>
                <a:spcPts val="0"/>
              </a:spcAft>
              <a:defRPr lang="en-US" sz="1000" b="0" i="0" kern="1200" spc="0" baseline="0" dirty="0">
                <a:solidFill>
                  <a:schemeClr val="tx1"/>
                </a:solidFill>
                <a:latin typeface="+mn-lt"/>
                <a:ea typeface="+mn-ea"/>
                <a:cs typeface="+mn-cs"/>
              </a:defRPr>
            </a:lvl2pPr>
          </a:lstStyle>
          <a:p>
            <a:pPr lvl="0"/>
            <a:r>
              <a:rPr lang="de-DE" noProof="0"/>
              <a:t>Vorname Name</a:t>
            </a:r>
          </a:p>
          <a:p>
            <a:pPr marL="0" lvl="1" indent="0" algn="l" defTabSz="914400" rtl="0" eaLnBrk="1" latinLnBrk="0" hangingPunct="1">
              <a:lnSpc>
                <a:spcPct val="88000"/>
              </a:lnSpc>
              <a:spcBef>
                <a:spcPts val="0"/>
              </a:spcBef>
              <a:spcAft>
                <a:spcPts val="0"/>
              </a:spcAft>
              <a:buFont typeface="Arial" panose="020B0604020202020204" pitchFamily="34" charset="0"/>
              <a:buNone/>
            </a:pPr>
            <a:r>
              <a:rPr lang="de-DE" noProof="0"/>
              <a:t>Titel und Firma</a:t>
            </a:r>
          </a:p>
        </p:txBody>
      </p:sp>
      <p:sp>
        <p:nvSpPr>
          <p:cNvPr id="3" name="Fußzeilenplatzhalter 5">
            <a:extLst>
              <a:ext uri="{FF2B5EF4-FFF2-40B4-BE49-F238E27FC236}">
                <a16:creationId xmlns:a16="http://schemas.microsoft.com/office/drawing/2014/main" id="{D634B842-9D96-58F4-0486-FDB6BB112D29}"/>
              </a:ext>
            </a:extLst>
          </p:cNvPr>
          <p:cNvSpPr>
            <a:spLocks noGrp="1"/>
          </p:cNvSpPr>
          <p:nvPr>
            <p:ph type="ftr" sz="quarter" idx="3"/>
          </p:nvPr>
        </p:nvSpPr>
        <p:spPr>
          <a:xfrm rot="16200000">
            <a:off x="9687412" y="3627858"/>
            <a:ext cx="4114800" cy="180000"/>
          </a:xfrm>
          <a:prstGeom prst="rect">
            <a:avLst/>
          </a:prstGeom>
        </p:spPr>
        <p:txBody>
          <a:bodyPr vert="horz" lIns="0" tIns="0" rIns="0" bIns="0" rtlCol="0" anchor="b"/>
          <a:lstStyle>
            <a:lvl1pPr algn="l">
              <a:defRPr sz="800" cap="all" spc="50" baseline="0">
                <a:solidFill>
                  <a:schemeClr val="accent3"/>
                </a:solidFill>
                <a:latin typeface="Merriweather" panose="00000500000000000000" pitchFamily="2" charset="0"/>
              </a:defRPr>
            </a:lvl1pPr>
          </a:lstStyle>
          <a:p>
            <a:r>
              <a:rPr lang="de-DE"/>
              <a:t>Corporate Presentation</a:t>
            </a:r>
          </a:p>
        </p:txBody>
      </p:sp>
    </p:spTree>
    <p:extLst>
      <p:ext uri="{BB962C8B-B14F-4D97-AF65-F5344CB8AC3E}">
        <p14:creationId xmlns:p14="http://schemas.microsoft.com/office/powerpoint/2010/main" val="34605321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letter2">
    <p:spTree>
      <p:nvGrpSpPr>
        <p:cNvPr id="1" name=""/>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6DAFE5B6-FC75-E228-D35A-783F93D10FBA}"/>
              </a:ext>
            </a:extLst>
          </p:cNvPr>
          <p:cNvSpPr>
            <a:spLocks noGrp="1"/>
          </p:cNvSpPr>
          <p:nvPr>
            <p:ph type="sldNum" sz="quarter" idx="11"/>
          </p:nvPr>
        </p:nvSpPr>
        <p:spPr>
          <a:xfrm>
            <a:off x="11277376" y="417380"/>
            <a:ext cx="914622" cy="365125"/>
          </a:xfrm>
          <a:prstGeom prst="rect">
            <a:avLst/>
          </a:prstGeom>
        </p:spPr>
        <p:txBody>
          <a:bodyPr/>
          <a:lstStyle/>
          <a:p>
            <a:fld id="{9678312F-8BDE-4502-9E53-473B40D118CD}" type="slidenum">
              <a:rPr lang="de-DE" smtClean="0"/>
              <a:pPr/>
              <a:t>‹#›</a:t>
            </a:fld>
            <a:endParaRPr lang="de-DE"/>
          </a:p>
        </p:txBody>
      </p:sp>
      <p:sp>
        <p:nvSpPr>
          <p:cNvPr id="8" name="Textplatzhalter 7">
            <a:extLst>
              <a:ext uri="{FF2B5EF4-FFF2-40B4-BE49-F238E27FC236}">
                <a16:creationId xmlns:a16="http://schemas.microsoft.com/office/drawing/2014/main" id="{13728765-8656-C2F8-9AE8-459D1BE06106}"/>
              </a:ext>
            </a:extLst>
          </p:cNvPr>
          <p:cNvSpPr>
            <a:spLocks noGrp="1"/>
          </p:cNvSpPr>
          <p:nvPr>
            <p:ph type="body" sz="quarter" idx="12" hasCustomPrompt="1"/>
          </p:nvPr>
        </p:nvSpPr>
        <p:spPr>
          <a:xfrm>
            <a:off x="467999" y="1457325"/>
            <a:ext cx="1661425" cy="1616075"/>
          </a:xfrm>
        </p:spPr>
        <p:txBody>
          <a:bodyPr/>
          <a:lstStyle>
            <a:lvl1pPr>
              <a:lnSpc>
                <a:spcPct val="88000"/>
              </a:lnSpc>
              <a:spcBef>
                <a:spcPts val="0"/>
              </a:spcBef>
              <a:defRPr sz="1400"/>
            </a:lvl1pPr>
            <a:lvl2pPr>
              <a:lnSpc>
                <a:spcPct val="120000"/>
              </a:lnSpc>
              <a:spcBef>
                <a:spcPts val="0"/>
              </a:spcBef>
              <a:spcAft>
                <a:spcPts val="0"/>
              </a:spcAft>
              <a:defRPr lang="en-US" sz="1000" kern="1200" spc="0" dirty="0">
                <a:solidFill>
                  <a:schemeClr val="tx1"/>
                </a:solidFill>
                <a:latin typeface="+mn-lt"/>
                <a:ea typeface="+mn-ea"/>
                <a:cs typeface="+mn-cs"/>
              </a:defRPr>
            </a:lvl2pPr>
          </a:lstStyle>
          <a:p>
            <a:pPr lvl="0"/>
            <a:r>
              <a:rPr lang="de-DE" noProof="0"/>
              <a:t>Text hinzufügen</a:t>
            </a:r>
          </a:p>
          <a:p>
            <a:pPr lvl="1"/>
            <a:r>
              <a:rPr lang="de-DE" noProof="0"/>
              <a:t>Zweite Ebene</a:t>
            </a:r>
          </a:p>
        </p:txBody>
      </p:sp>
      <p:sp>
        <p:nvSpPr>
          <p:cNvPr id="10" name="Textplatzhalter 9">
            <a:extLst>
              <a:ext uri="{FF2B5EF4-FFF2-40B4-BE49-F238E27FC236}">
                <a16:creationId xmlns:a16="http://schemas.microsoft.com/office/drawing/2014/main" id="{56A3B8FE-22C2-AA12-B13A-AA9C3C41C4F1}"/>
              </a:ext>
            </a:extLst>
          </p:cNvPr>
          <p:cNvSpPr>
            <a:spLocks noGrp="1"/>
          </p:cNvSpPr>
          <p:nvPr>
            <p:ph type="body" sz="quarter" idx="13" hasCustomPrompt="1"/>
          </p:nvPr>
        </p:nvSpPr>
        <p:spPr>
          <a:xfrm>
            <a:off x="2238375" y="1457325"/>
            <a:ext cx="6012000" cy="3816000"/>
          </a:xfrm>
        </p:spPr>
        <p:txBody>
          <a:bodyPr numCol="1" spcCol="216000"/>
          <a:lstStyle>
            <a:lvl1pPr>
              <a:lnSpc>
                <a:spcPct val="88000"/>
              </a:lnSpc>
              <a:defRPr sz="1400"/>
            </a:lvl1pPr>
            <a:lvl2pPr>
              <a:defRPr/>
            </a:lvl2pPr>
            <a:lvl3pPr>
              <a:defRPr/>
            </a:lvl3pPr>
            <a:lvl4pPr>
              <a:defRPr/>
            </a:lvl4pPr>
            <a:lvl5pPr>
              <a:defRPr/>
            </a:lvl5pPr>
            <a:lvl6pPr>
              <a:defRPr sz="1200"/>
            </a:lvl6pPr>
            <a:lvl7pPr>
              <a:defRPr sz="1200"/>
            </a:lvl7pPr>
          </a:lstStyle>
          <a:p>
            <a:pPr lvl="0"/>
            <a:r>
              <a:rPr lang="de-DE" noProof="0"/>
              <a:t>Text hinzufügen</a:t>
            </a:r>
          </a:p>
          <a:p>
            <a:pPr lvl="1"/>
            <a:r>
              <a:rPr lang="de-DE" noProof="0"/>
              <a:t>Zweite Ebene</a:t>
            </a:r>
          </a:p>
          <a:p>
            <a:pPr lvl="2"/>
            <a:r>
              <a:rPr lang="de-DE" noProof="0"/>
              <a:t>Dritte Ebene</a:t>
            </a:r>
          </a:p>
          <a:p>
            <a:pPr lvl="3"/>
            <a:r>
              <a:rPr lang="de-DE" noProof="0"/>
              <a:t>Vierte Ebene</a:t>
            </a:r>
          </a:p>
          <a:p>
            <a:pPr lvl="4"/>
            <a:r>
              <a:rPr lang="de-DE" noProof="0"/>
              <a:t>Fünfte Ebene</a:t>
            </a:r>
          </a:p>
          <a:p>
            <a:pPr lvl="5"/>
            <a:r>
              <a:rPr lang="de-DE" noProof="0"/>
              <a:t>Sechste Ebene</a:t>
            </a:r>
          </a:p>
          <a:p>
            <a:pPr lvl="6"/>
            <a:r>
              <a:rPr lang="de-DE" noProof="0"/>
              <a:t>Siebte Ebene</a:t>
            </a:r>
          </a:p>
          <a:p>
            <a:pPr lvl="4"/>
            <a:endParaRPr lang="de-DE" noProof="0"/>
          </a:p>
        </p:txBody>
      </p:sp>
      <p:sp>
        <p:nvSpPr>
          <p:cNvPr id="2" name="Textplatzhalter 7">
            <a:extLst>
              <a:ext uri="{FF2B5EF4-FFF2-40B4-BE49-F238E27FC236}">
                <a16:creationId xmlns:a16="http://schemas.microsoft.com/office/drawing/2014/main" id="{ACADE690-D46E-74B9-9D71-FD1F9557FEB6}"/>
              </a:ext>
            </a:extLst>
          </p:cNvPr>
          <p:cNvSpPr>
            <a:spLocks noGrp="1"/>
          </p:cNvSpPr>
          <p:nvPr>
            <p:ph type="body" sz="quarter" idx="14" hasCustomPrompt="1"/>
          </p:nvPr>
        </p:nvSpPr>
        <p:spPr>
          <a:xfrm>
            <a:off x="2238375" y="5865000"/>
            <a:ext cx="1080000" cy="612000"/>
          </a:xfrm>
        </p:spPr>
        <p:txBody>
          <a:bodyPr anchor="b"/>
          <a:lstStyle>
            <a:lvl1pPr>
              <a:lnSpc>
                <a:spcPct val="88000"/>
              </a:lnSpc>
              <a:spcBef>
                <a:spcPts val="0"/>
              </a:spcBef>
              <a:spcAft>
                <a:spcPts val="200"/>
              </a:spcAft>
              <a:defRPr sz="1400"/>
            </a:lvl1pPr>
            <a:lvl2pPr>
              <a:lnSpc>
                <a:spcPct val="88000"/>
              </a:lnSpc>
              <a:spcBef>
                <a:spcPts val="0"/>
              </a:spcBef>
              <a:spcAft>
                <a:spcPts val="0"/>
              </a:spcAft>
              <a:defRPr lang="en-US" sz="1000" b="0" i="0" kern="1200" spc="0" baseline="0" dirty="0">
                <a:solidFill>
                  <a:schemeClr val="tx1"/>
                </a:solidFill>
                <a:latin typeface="+mn-lt"/>
                <a:ea typeface="+mn-ea"/>
                <a:cs typeface="+mn-cs"/>
              </a:defRPr>
            </a:lvl2pPr>
          </a:lstStyle>
          <a:p>
            <a:pPr lvl="0"/>
            <a:r>
              <a:rPr lang="de-DE" noProof="0"/>
              <a:t>Vorname Name</a:t>
            </a:r>
          </a:p>
          <a:p>
            <a:pPr lvl="1"/>
            <a:r>
              <a:rPr lang="de-DE" noProof="0"/>
              <a:t>Titel und Firma</a:t>
            </a:r>
          </a:p>
        </p:txBody>
      </p:sp>
      <p:sp>
        <p:nvSpPr>
          <p:cNvPr id="5" name="Textplatzhalter 7">
            <a:extLst>
              <a:ext uri="{FF2B5EF4-FFF2-40B4-BE49-F238E27FC236}">
                <a16:creationId xmlns:a16="http://schemas.microsoft.com/office/drawing/2014/main" id="{1C7BEBB7-DCC4-F991-0694-2B335582D328}"/>
              </a:ext>
            </a:extLst>
          </p:cNvPr>
          <p:cNvSpPr>
            <a:spLocks noGrp="1"/>
          </p:cNvSpPr>
          <p:nvPr>
            <p:ph type="body" sz="quarter" idx="15" hasCustomPrompt="1"/>
          </p:nvPr>
        </p:nvSpPr>
        <p:spPr>
          <a:xfrm>
            <a:off x="3801997" y="5865000"/>
            <a:ext cx="1080000" cy="612000"/>
          </a:xfrm>
        </p:spPr>
        <p:txBody>
          <a:bodyPr anchor="b"/>
          <a:lstStyle>
            <a:lvl1pPr>
              <a:lnSpc>
                <a:spcPct val="88000"/>
              </a:lnSpc>
              <a:spcBef>
                <a:spcPts val="0"/>
              </a:spcBef>
              <a:spcAft>
                <a:spcPts val="200"/>
              </a:spcAft>
              <a:defRPr sz="1400"/>
            </a:lvl1pPr>
            <a:lvl2pPr>
              <a:lnSpc>
                <a:spcPct val="88000"/>
              </a:lnSpc>
              <a:spcBef>
                <a:spcPts val="0"/>
              </a:spcBef>
              <a:spcAft>
                <a:spcPts val="0"/>
              </a:spcAft>
              <a:defRPr lang="en-US" sz="1000" b="0" i="0" kern="1200" spc="0" baseline="0" dirty="0">
                <a:solidFill>
                  <a:schemeClr val="tx1"/>
                </a:solidFill>
                <a:latin typeface="+mn-lt"/>
                <a:ea typeface="+mn-ea"/>
                <a:cs typeface="+mn-cs"/>
              </a:defRPr>
            </a:lvl2pPr>
          </a:lstStyle>
          <a:p>
            <a:pPr lvl="0"/>
            <a:r>
              <a:rPr lang="de-DE" noProof="0"/>
              <a:t>Vorname Name</a:t>
            </a:r>
          </a:p>
          <a:p>
            <a:pPr marL="0" lvl="1" indent="0" algn="l" defTabSz="914400" rtl="0" eaLnBrk="1" latinLnBrk="0" hangingPunct="1">
              <a:lnSpc>
                <a:spcPct val="88000"/>
              </a:lnSpc>
              <a:spcBef>
                <a:spcPts val="0"/>
              </a:spcBef>
              <a:spcAft>
                <a:spcPts val="0"/>
              </a:spcAft>
              <a:buFont typeface="Arial" panose="020B0604020202020204" pitchFamily="34" charset="0"/>
              <a:buNone/>
            </a:pPr>
            <a:r>
              <a:rPr lang="de-DE" noProof="0"/>
              <a:t>Titel und Firma</a:t>
            </a:r>
          </a:p>
        </p:txBody>
      </p:sp>
      <p:sp>
        <p:nvSpPr>
          <p:cNvPr id="7" name="Fußzeilenplatzhalter 5">
            <a:extLst>
              <a:ext uri="{FF2B5EF4-FFF2-40B4-BE49-F238E27FC236}">
                <a16:creationId xmlns:a16="http://schemas.microsoft.com/office/drawing/2014/main" id="{8E1270E6-9BB2-0449-EB2D-547318F77468}"/>
              </a:ext>
            </a:extLst>
          </p:cNvPr>
          <p:cNvSpPr>
            <a:spLocks noGrp="1"/>
          </p:cNvSpPr>
          <p:nvPr>
            <p:ph type="ftr" sz="quarter" idx="3"/>
          </p:nvPr>
        </p:nvSpPr>
        <p:spPr>
          <a:xfrm rot="16200000">
            <a:off x="9687412" y="3627858"/>
            <a:ext cx="4114800" cy="180000"/>
          </a:xfrm>
          <a:prstGeom prst="rect">
            <a:avLst/>
          </a:prstGeom>
        </p:spPr>
        <p:txBody>
          <a:bodyPr vert="horz" lIns="0" tIns="0" rIns="0" bIns="0" rtlCol="0" anchor="b"/>
          <a:lstStyle>
            <a:lvl1pPr algn="l">
              <a:defRPr sz="800" cap="all" spc="50" baseline="0">
                <a:solidFill>
                  <a:schemeClr val="accent3"/>
                </a:solidFill>
                <a:latin typeface="Merriweather" panose="00000500000000000000" pitchFamily="2" charset="0"/>
              </a:defRPr>
            </a:lvl1pPr>
          </a:lstStyle>
          <a:p>
            <a:r>
              <a:rPr lang="de-DE"/>
              <a:t>Corporate Presentation</a:t>
            </a:r>
          </a:p>
        </p:txBody>
      </p:sp>
      <p:sp>
        <p:nvSpPr>
          <p:cNvPr id="12" name="Untertitel 2">
            <a:extLst>
              <a:ext uri="{FF2B5EF4-FFF2-40B4-BE49-F238E27FC236}">
                <a16:creationId xmlns:a16="http://schemas.microsoft.com/office/drawing/2014/main" id="{E922E6DF-3DE6-D747-1625-565EA3BD896D}"/>
              </a:ext>
            </a:extLst>
          </p:cNvPr>
          <p:cNvSpPr>
            <a:spLocks noGrp="1"/>
          </p:cNvSpPr>
          <p:nvPr>
            <p:ph type="subTitle" idx="1" hasCustomPrompt="1"/>
          </p:nvPr>
        </p:nvSpPr>
        <p:spPr>
          <a:xfrm>
            <a:off x="2057400" y="904458"/>
            <a:ext cx="8861201" cy="469722"/>
          </a:xfrm>
        </p:spPr>
        <p:txBody>
          <a:bodyPr lIns="0" tIns="0" rIns="0" bIns="0"/>
          <a:lstStyle>
            <a:lvl1pPr marL="0" indent="0" algn="r">
              <a:lnSpc>
                <a:spcPct val="85000"/>
              </a:lnSpc>
              <a:buNone/>
              <a:defRPr sz="2600" b="0" i="0" cap="none" baseline="0">
                <a:solidFill>
                  <a:schemeClr val="tx1"/>
                </a:solidFill>
                <a:latin typeface="Barlow Condensed Light"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noProof="0"/>
              <a:t>Untertitel hinzufügen</a:t>
            </a:r>
          </a:p>
        </p:txBody>
      </p:sp>
      <p:sp>
        <p:nvSpPr>
          <p:cNvPr id="13" name="Titel 3">
            <a:extLst>
              <a:ext uri="{FF2B5EF4-FFF2-40B4-BE49-F238E27FC236}">
                <a16:creationId xmlns:a16="http://schemas.microsoft.com/office/drawing/2014/main" id="{5C2684EC-DA85-2413-A6EC-0BDE36336D39}"/>
              </a:ext>
            </a:extLst>
          </p:cNvPr>
          <p:cNvSpPr>
            <a:spLocks noGrp="1"/>
          </p:cNvSpPr>
          <p:nvPr>
            <p:ph type="title" hasCustomPrompt="1"/>
          </p:nvPr>
        </p:nvSpPr>
        <p:spPr>
          <a:xfrm>
            <a:off x="2057400" y="408728"/>
            <a:ext cx="8861200" cy="373777"/>
          </a:xfrm>
          <a:prstGeom prst="rect">
            <a:avLst/>
          </a:prstGeom>
        </p:spPr>
        <p:txBody>
          <a:bodyPr/>
          <a:lstStyle>
            <a:lvl1pPr>
              <a:defRPr>
                <a:latin typeface="+mj-lt"/>
              </a:defRPr>
            </a:lvl1pPr>
          </a:lstStyle>
          <a:p>
            <a:r>
              <a:rPr lang="de-DE"/>
              <a:t>Titel hinzufügen</a:t>
            </a:r>
          </a:p>
        </p:txBody>
      </p:sp>
    </p:spTree>
    <p:extLst>
      <p:ext uri="{BB962C8B-B14F-4D97-AF65-F5344CB8AC3E}">
        <p14:creationId xmlns:p14="http://schemas.microsoft.com/office/powerpoint/2010/main" val="24992554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5-Header-big">
    <p:spTree>
      <p:nvGrpSpPr>
        <p:cNvPr id="1" name=""/>
        <p:cNvGrpSpPr/>
        <p:nvPr/>
      </p:nvGrpSpPr>
      <p:grpSpPr>
        <a:xfrm>
          <a:off x="0" y="0"/>
          <a:ext cx="0" cy="0"/>
          <a:chOff x="0" y="0"/>
          <a:chExt cx="0" cy="0"/>
        </a:xfrm>
      </p:grpSpPr>
      <p:sp>
        <p:nvSpPr>
          <p:cNvPr id="26" name="Rechteck 25">
            <a:extLst>
              <a:ext uri="{FF2B5EF4-FFF2-40B4-BE49-F238E27FC236}">
                <a16:creationId xmlns:a16="http://schemas.microsoft.com/office/drawing/2014/main" id="{B1ECF67A-607A-47E1-7A4C-9B9E3CFB511E}"/>
              </a:ext>
            </a:extLst>
          </p:cNvPr>
          <p:cNvSpPr/>
          <p:nvPr userDrawn="1"/>
        </p:nvSpPr>
        <p:spPr>
          <a:xfrm>
            <a:off x="279083" y="213132"/>
            <a:ext cx="1271081" cy="5693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latin typeface="Barlow Condensed Light" panose="00000406000000000000" pitchFamily="2" charset="0"/>
            </a:endParaRPr>
          </a:p>
        </p:txBody>
      </p:sp>
      <p:sp>
        <p:nvSpPr>
          <p:cNvPr id="25" name="Bildplatzhalter 24">
            <a:extLst>
              <a:ext uri="{FF2B5EF4-FFF2-40B4-BE49-F238E27FC236}">
                <a16:creationId xmlns:a16="http://schemas.microsoft.com/office/drawing/2014/main" id="{70748C10-EF73-24B6-DE93-67A6FE8E9B0A}"/>
              </a:ext>
            </a:extLst>
          </p:cNvPr>
          <p:cNvSpPr>
            <a:spLocks noGrp="1"/>
          </p:cNvSpPr>
          <p:nvPr>
            <p:ph type="pic" sz="quarter" idx="19"/>
          </p:nvPr>
        </p:nvSpPr>
        <p:spPr>
          <a:xfrm>
            <a:off x="0" y="1126"/>
            <a:ext cx="11277374" cy="2912398"/>
          </a:xfrm>
          <a:custGeom>
            <a:avLst/>
            <a:gdLst>
              <a:gd name="connsiteX0" fmla="*/ 523847 w 11277374"/>
              <a:gd name="connsiteY0" fmla="*/ 526807 h 2912398"/>
              <a:gd name="connsiteX1" fmla="*/ 548949 w 11277374"/>
              <a:gd name="connsiteY1" fmla="*/ 541828 h 2912398"/>
              <a:gd name="connsiteX2" fmla="*/ 555246 w 11277374"/>
              <a:gd name="connsiteY2" fmla="*/ 580852 h 2912398"/>
              <a:gd name="connsiteX3" fmla="*/ 549498 w 11277374"/>
              <a:gd name="connsiteY3" fmla="*/ 615255 h 2912398"/>
              <a:gd name="connsiteX4" fmla="*/ 520843 w 11277374"/>
              <a:gd name="connsiteY4" fmla="*/ 632182 h 2912398"/>
              <a:gd name="connsiteX5" fmla="*/ 487567 w 11277374"/>
              <a:gd name="connsiteY5" fmla="*/ 614417 h 2912398"/>
              <a:gd name="connsiteX6" fmla="*/ 487567 w 11277374"/>
              <a:gd name="connsiteY6" fmla="*/ 545929 h 2912398"/>
              <a:gd name="connsiteX7" fmla="*/ 523847 w 11277374"/>
              <a:gd name="connsiteY7" fmla="*/ 526807 h 2912398"/>
              <a:gd name="connsiteX8" fmla="*/ 752101 w 11277374"/>
              <a:gd name="connsiteY8" fmla="*/ 523802 h 2912398"/>
              <a:gd name="connsiteX9" fmla="*/ 780986 w 11277374"/>
              <a:gd name="connsiteY9" fmla="*/ 541278 h 2912398"/>
              <a:gd name="connsiteX10" fmla="*/ 787283 w 11277374"/>
              <a:gd name="connsiteY10" fmla="*/ 582209 h 2912398"/>
              <a:gd name="connsiteX11" fmla="*/ 783211 w 11277374"/>
              <a:gd name="connsiteY11" fmla="*/ 611759 h 2912398"/>
              <a:gd name="connsiteX12" fmla="*/ 753718 w 11277374"/>
              <a:gd name="connsiteY12" fmla="*/ 632181 h 2912398"/>
              <a:gd name="connsiteX13" fmla="*/ 726162 w 11277374"/>
              <a:gd name="connsiteY13" fmla="*/ 618547 h 2912398"/>
              <a:gd name="connsiteX14" fmla="*/ 717698 w 11277374"/>
              <a:gd name="connsiteY14" fmla="*/ 574034 h 2912398"/>
              <a:gd name="connsiteX15" fmla="*/ 724255 w 11277374"/>
              <a:gd name="connsiteY15" fmla="*/ 538562 h 2912398"/>
              <a:gd name="connsiteX16" fmla="*/ 752101 w 11277374"/>
              <a:gd name="connsiteY16" fmla="*/ 523802 h 2912398"/>
              <a:gd name="connsiteX17" fmla="*/ 1360633 w 11277374"/>
              <a:gd name="connsiteY17" fmla="*/ 517418 h 2912398"/>
              <a:gd name="connsiteX18" fmla="*/ 1362742 w 11277374"/>
              <a:gd name="connsiteY18" fmla="*/ 517418 h 2912398"/>
              <a:gd name="connsiteX19" fmla="*/ 1365255 w 11277374"/>
              <a:gd name="connsiteY19" fmla="*/ 517822 h 2912398"/>
              <a:gd name="connsiteX20" fmla="*/ 1367162 w 11277374"/>
              <a:gd name="connsiteY20" fmla="*/ 520826 h 2912398"/>
              <a:gd name="connsiteX21" fmla="*/ 1366179 w 11277374"/>
              <a:gd name="connsiteY21" fmla="*/ 523599 h 2912398"/>
              <a:gd name="connsiteX22" fmla="*/ 1362627 w 11277374"/>
              <a:gd name="connsiteY22" fmla="*/ 524553 h 2912398"/>
              <a:gd name="connsiteX23" fmla="*/ 1360633 w 11277374"/>
              <a:gd name="connsiteY23" fmla="*/ 524553 h 2912398"/>
              <a:gd name="connsiteX24" fmla="*/ 1357745 w 11277374"/>
              <a:gd name="connsiteY24" fmla="*/ 515049 h 2912398"/>
              <a:gd name="connsiteX25" fmla="*/ 1357745 w 11277374"/>
              <a:gd name="connsiteY25" fmla="*/ 535500 h 2912398"/>
              <a:gd name="connsiteX26" fmla="*/ 1360604 w 11277374"/>
              <a:gd name="connsiteY26" fmla="*/ 535500 h 2912398"/>
              <a:gd name="connsiteX27" fmla="*/ 1360604 w 11277374"/>
              <a:gd name="connsiteY27" fmla="*/ 526459 h 2912398"/>
              <a:gd name="connsiteX28" fmla="*/ 1362424 w 11277374"/>
              <a:gd name="connsiteY28" fmla="*/ 527412 h 2912398"/>
              <a:gd name="connsiteX29" fmla="*/ 1365977 w 11277374"/>
              <a:gd name="connsiteY29" fmla="*/ 532496 h 2912398"/>
              <a:gd name="connsiteX30" fmla="*/ 1367653 w 11277374"/>
              <a:gd name="connsiteY30" fmla="*/ 535500 h 2912398"/>
              <a:gd name="connsiteX31" fmla="*/ 1371148 w 11277374"/>
              <a:gd name="connsiteY31" fmla="*/ 535500 h 2912398"/>
              <a:gd name="connsiteX32" fmla="*/ 1368201 w 11277374"/>
              <a:gd name="connsiteY32" fmla="*/ 530792 h 2912398"/>
              <a:gd name="connsiteX33" fmla="*/ 1366439 w 11277374"/>
              <a:gd name="connsiteY33" fmla="*/ 528250 h 2912398"/>
              <a:gd name="connsiteX34" fmla="*/ 1364677 w 11277374"/>
              <a:gd name="connsiteY34" fmla="*/ 526401 h 2912398"/>
              <a:gd name="connsiteX35" fmla="*/ 1370166 w 11277374"/>
              <a:gd name="connsiteY35" fmla="*/ 520740 h 2912398"/>
              <a:gd name="connsiteX36" fmla="*/ 1368346 w 11277374"/>
              <a:gd name="connsiteY36" fmla="*/ 516551 h 2912398"/>
              <a:gd name="connsiteX37" fmla="*/ 1363493 w 11277374"/>
              <a:gd name="connsiteY37" fmla="*/ 515049 h 2912398"/>
              <a:gd name="connsiteX38" fmla="*/ 1363435 w 11277374"/>
              <a:gd name="connsiteY38" fmla="*/ 509705 h 2912398"/>
              <a:gd name="connsiteX39" fmla="*/ 1378542 w 11277374"/>
              <a:gd name="connsiteY39" fmla="*/ 525419 h 2912398"/>
              <a:gd name="connsiteX40" fmla="*/ 1363435 w 11277374"/>
              <a:gd name="connsiteY40" fmla="*/ 541133 h 2912398"/>
              <a:gd name="connsiteX41" fmla="*/ 1348328 w 11277374"/>
              <a:gd name="connsiteY41" fmla="*/ 525419 h 2912398"/>
              <a:gd name="connsiteX42" fmla="*/ 1363435 w 11277374"/>
              <a:gd name="connsiteY42" fmla="*/ 509705 h 2912398"/>
              <a:gd name="connsiteX43" fmla="*/ 1155807 w 11277374"/>
              <a:gd name="connsiteY43" fmla="*/ 507452 h 2912398"/>
              <a:gd name="connsiteX44" fmla="*/ 1133710 w 11277374"/>
              <a:gd name="connsiteY44" fmla="*/ 510947 h 2912398"/>
              <a:gd name="connsiteX45" fmla="*/ 1133710 w 11277374"/>
              <a:gd name="connsiteY45" fmla="*/ 568026 h 2912398"/>
              <a:gd name="connsiteX46" fmla="*/ 1133710 w 11277374"/>
              <a:gd name="connsiteY46" fmla="*/ 646364 h 2912398"/>
              <a:gd name="connsiteX47" fmla="*/ 1155807 w 11277374"/>
              <a:gd name="connsiteY47" fmla="*/ 646364 h 2912398"/>
              <a:gd name="connsiteX48" fmla="*/ 1155807 w 11277374"/>
              <a:gd name="connsiteY48" fmla="*/ 543820 h 2912398"/>
              <a:gd name="connsiteX49" fmla="*/ 960338 w 11277374"/>
              <a:gd name="connsiteY49" fmla="*/ 507452 h 2912398"/>
              <a:gd name="connsiteX50" fmla="*/ 938269 w 11277374"/>
              <a:gd name="connsiteY50" fmla="*/ 510947 h 2912398"/>
              <a:gd name="connsiteX51" fmla="*/ 938269 w 11277374"/>
              <a:gd name="connsiteY51" fmla="*/ 570193 h 2912398"/>
              <a:gd name="connsiteX52" fmla="*/ 938269 w 11277374"/>
              <a:gd name="connsiteY52" fmla="*/ 646364 h 2912398"/>
              <a:gd name="connsiteX53" fmla="*/ 960338 w 11277374"/>
              <a:gd name="connsiteY53" fmla="*/ 646364 h 2912398"/>
              <a:gd name="connsiteX54" fmla="*/ 960338 w 11277374"/>
              <a:gd name="connsiteY54" fmla="*/ 585358 h 2912398"/>
              <a:gd name="connsiteX55" fmla="*/ 1311672 w 11277374"/>
              <a:gd name="connsiteY55" fmla="*/ 507452 h 2912398"/>
              <a:gd name="connsiteX56" fmla="*/ 1289546 w 11277374"/>
              <a:gd name="connsiteY56" fmla="*/ 510947 h 2912398"/>
              <a:gd name="connsiteX57" fmla="*/ 1289546 w 11277374"/>
              <a:gd name="connsiteY57" fmla="*/ 568025 h 2912398"/>
              <a:gd name="connsiteX58" fmla="*/ 1289546 w 11277374"/>
              <a:gd name="connsiteY58" fmla="*/ 646363 h 2912398"/>
              <a:gd name="connsiteX59" fmla="*/ 1311672 w 11277374"/>
              <a:gd name="connsiteY59" fmla="*/ 646363 h 2912398"/>
              <a:gd name="connsiteX60" fmla="*/ 1311672 w 11277374"/>
              <a:gd name="connsiteY60" fmla="*/ 581746 h 2912398"/>
              <a:gd name="connsiteX61" fmla="*/ 1363435 w 11277374"/>
              <a:gd name="connsiteY61" fmla="*/ 507048 h 2912398"/>
              <a:gd name="connsiteX62" fmla="*/ 1345064 w 11277374"/>
              <a:gd name="connsiteY62" fmla="*/ 525419 h 2912398"/>
              <a:gd name="connsiteX63" fmla="*/ 1363435 w 11277374"/>
              <a:gd name="connsiteY63" fmla="*/ 543791 h 2912398"/>
              <a:gd name="connsiteX64" fmla="*/ 1381835 w 11277374"/>
              <a:gd name="connsiteY64" fmla="*/ 525419 h 2912398"/>
              <a:gd name="connsiteX65" fmla="*/ 1363435 w 11277374"/>
              <a:gd name="connsiteY65" fmla="*/ 507048 h 2912398"/>
              <a:gd name="connsiteX66" fmla="*/ 485112 w 11277374"/>
              <a:gd name="connsiteY66" fmla="*/ 506905 h 2912398"/>
              <a:gd name="connsiteX67" fmla="*/ 463274 w 11277374"/>
              <a:gd name="connsiteY67" fmla="*/ 510718 h 2912398"/>
              <a:gd name="connsiteX68" fmla="*/ 466278 w 11277374"/>
              <a:gd name="connsiteY68" fmla="*/ 539892 h 2912398"/>
              <a:gd name="connsiteX69" fmla="*/ 466278 w 11277374"/>
              <a:gd name="connsiteY69" fmla="*/ 725511 h 2912398"/>
              <a:gd name="connsiteX70" fmla="*/ 487567 w 11277374"/>
              <a:gd name="connsiteY70" fmla="*/ 721439 h 2912398"/>
              <a:gd name="connsiteX71" fmla="*/ 487567 w 11277374"/>
              <a:gd name="connsiteY71" fmla="*/ 634117 h 2912398"/>
              <a:gd name="connsiteX72" fmla="*/ 524945 w 11277374"/>
              <a:gd name="connsiteY72" fmla="*/ 649947 h 2912398"/>
              <a:gd name="connsiteX73" fmla="*/ 567002 w 11277374"/>
              <a:gd name="connsiteY73" fmla="*/ 625105 h 2912398"/>
              <a:gd name="connsiteX74" fmla="*/ 577921 w 11277374"/>
              <a:gd name="connsiteY74" fmla="*/ 578165 h 2912398"/>
              <a:gd name="connsiteX75" fmla="*/ 562900 w 11277374"/>
              <a:gd name="connsiteY75" fmla="*/ 524641 h 2912398"/>
              <a:gd name="connsiteX76" fmla="*/ 526591 w 11277374"/>
              <a:gd name="connsiteY76" fmla="*/ 507713 h 2912398"/>
              <a:gd name="connsiteX77" fmla="*/ 486469 w 11277374"/>
              <a:gd name="connsiteY77" fmla="*/ 527645 h 2912398"/>
              <a:gd name="connsiteX78" fmla="*/ 485112 w 11277374"/>
              <a:gd name="connsiteY78" fmla="*/ 506905 h 2912398"/>
              <a:gd name="connsiteX79" fmla="*/ 1006757 w 11277374"/>
              <a:gd name="connsiteY79" fmla="*/ 506904 h 2912398"/>
              <a:gd name="connsiteX80" fmla="*/ 984919 w 11277374"/>
              <a:gd name="connsiteY80" fmla="*/ 511497 h 2912398"/>
              <a:gd name="connsiteX81" fmla="*/ 1033793 w 11277374"/>
              <a:gd name="connsiteY81" fmla="*/ 647721 h 2912398"/>
              <a:gd name="connsiteX82" fmla="*/ 1054793 w 11277374"/>
              <a:gd name="connsiteY82" fmla="*/ 647721 h 2912398"/>
              <a:gd name="connsiteX83" fmla="*/ 1105892 w 11277374"/>
              <a:gd name="connsiteY83" fmla="*/ 510428 h 2912398"/>
              <a:gd name="connsiteX84" fmla="*/ 1083217 w 11277374"/>
              <a:gd name="connsiteY84" fmla="*/ 510428 h 2912398"/>
              <a:gd name="connsiteX85" fmla="*/ 1052078 w 11277374"/>
              <a:gd name="connsiteY85" fmla="*/ 600840 h 2912398"/>
              <a:gd name="connsiteX86" fmla="*/ 1045521 w 11277374"/>
              <a:gd name="connsiteY86" fmla="*/ 623717 h 2912398"/>
              <a:gd name="connsiteX87" fmla="*/ 1044972 w 11277374"/>
              <a:gd name="connsiteY87" fmla="*/ 623717 h 2912398"/>
              <a:gd name="connsiteX88" fmla="*/ 1038444 w 11277374"/>
              <a:gd name="connsiteY88" fmla="*/ 600522 h 2912398"/>
              <a:gd name="connsiteX89" fmla="*/ 674515 w 11277374"/>
              <a:gd name="connsiteY89" fmla="*/ 506355 h 2912398"/>
              <a:gd name="connsiteX90" fmla="*/ 636328 w 11277374"/>
              <a:gd name="connsiteY90" fmla="*/ 529002 h 2912398"/>
              <a:gd name="connsiteX91" fmla="*/ 631967 w 11277374"/>
              <a:gd name="connsiteY91" fmla="*/ 506875 h 2912398"/>
              <a:gd name="connsiteX92" fmla="*/ 610678 w 11277374"/>
              <a:gd name="connsiteY92" fmla="*/ 512623 h 2912398"/>
              <a:gd name="connsiteX93" fmla="*/ 615300 w 11277374"/>
              <a:gd name="connsiteY93" fmla="*/ 541538 h 2912398"/>
              <a:gd name="connsiteX94" fmla="*/ 615300 w 11277374"/>
              <a:gd name="connsiteY94" fmla="*/ 646394 h 2912398"/>
              <a:gd name="connsiteX95" fmla="*/ 636588 w 11277374"/>
              <a:gd name="connsiteY95" fmla="*/ 646394 h 2912398"/>
              <a:gd name="connsiteX96" fmla="*/ 636588 w 11277374"/>
              <a:gd name="connsiteY96" fmla="*/ 561239 h 2912398"/>
              <a:gd name="connsiteX97" fmla="*/ 644503 w 11277374"/>
              <a:gd name="connsiteY97" fmla="*/ 539689 h 2912398"/>
              <a:gd name="connsiteX98" fmla="*/ 667149 w 11277374"/>
              <a:gd name="connsiteY98" fmla="*/ 529840 h 2912398"/>
              <a:gd name="connsiteX99" fmla="*/ 673158 w 11277374"/>
              <a:gd name="connsiteY99" fmla="*/ 530938 h 2912398"/>
              <a:gd name="connsiteX100" fmla="*/ 681910 w 11277374"/>
              <a:gd name="connsiteY100" fmla="*/ 507713 h 2912398"/>
              <a:gd name="connsiteX101" fmla="*/ 674515 w 11277374"/>
              <a:gd name="connsiteY101" fmla="*/ 506355 h 2912398"/>
              <a:gd name="connsiteX102" fmla="*/ 752361 w 11277374"/>
              <a:gd name="connsiteY102" fmla="*/ 506355 h 2912398"/>
              <a:gd name="connsiteX103" fmla="*/ 694474 w 11277374"/>
              <a:gd name="connsiteY103" fmla="*/ 577616 h 2912398"/>
              <a:gd name="connsiteX104" fmla="*/ 753170 w 11277374"/>
              <a:gd name="connsiteY104" fmla="*/ 649945 h 2912398"/>
              <a:gd name="connsiteX105" fmla="*/ 811576 w 11277374"/>
              <a:gd name="connsiteY105" fmla="*/ 580591 h 2912398"/>
              <a:gd name="connsiteX106" fmla="*/ 799040 w 11277374"/>
              <a:gd name="connsiteY106" fmla="*/ 530128 h 2912398"/>
              <a:gd name="connsiteX107" fmla="*/ 752361 w 11277374"/>
              <a:gd name="connsiteY107" fmla="*/ 506355 h 2912398"/>
              <a:gd name="connsiteX108" fmla="*/ 1225333 w 11277374"/>
              <a:gd name="connsiteY108" fmla="*/ 466261 h 2912398"/>
              <a:gd name="connsiteX109" fmla="*/ 1205200 w 11277374"/>
              <a:gd name="connsiteY109" fmla="*/ 470421 h 2912398"/>
              <a:gd name="connsiteX110" fmla="*/ 1205200 w 11277374"/>
              <a:gd name="connsiteY110" fmla="*/ 510398 h 2912398"/>
              <a:gd name="connsiteX111" fmla="*/ 1186366 w 11277374"/>
              <a:gd name="connsiteY111" fmla="*/ 510398 h 2912398"/>
              <a:gd name="connsiteX112" fmla="*/ 1186366 w 11277374"/>
              <a:gd name="connsiteY112" fmla="*/ 526516 h 2912398"/>
              <a:gd name="connsiteX113" fmla="*/ 1204103 w 11277374"/>
              <a:gd name="connsiteY113" fmla="*/ 526516 h 2912398"/>
              <a:gd name="connsiteX114" fmla="*/ 1204103 w 11277374"/>
              <a:gd name="connsiteY114" fmla="*/ 619875 h 2912398"/>
              <a:gd name="connsiteX115" fmla="*/ 1217188 w 11277374"/>
              <a:gd name="connsiteY115" fmla="*/ 646883 h 2912398"/>
              <a:gd name="connsiteX116" fmla="*/ 1234953 w 11277374"/>
              <a:gd name="connsiteY116" fmla="*/ 650725 h 2912398"/>
              <a:gd name="connsiteX117" fmla="*/ 1258985 w 11277374"/>
              <a:gd name="connsiteY117" fmla="*/ 645236 h 2912398"/>
              <a:gd name="connsiteX118" fmla="*/ 1255981 w 11277374"/>
              <a:gd name="connsiteY118" fmla="*/ 631602 h 2912398"/>
              <a:gd name="connsiteX119" fmla="*/ 1242607 w 11277374"/>
              <a:gd name="connsiteY119" fmla="*/ 634375 h 2912398"/>
              <a:gd name="connsiteX120" fmla="*/ 1225131 w 11277374"/>
              <a:gd name="connsiteY120" fmla="*/ 614155 h 2912398"/>
              <a:gd name="connsiteX121" fmla="*/ 1225131 w 11277374"/>
              <a:gd name="connsiteY121" fmla="*/ 526516 h 2912398"/>
              <a:gd name="connsiteX122" fmla="*/ 1253526 w 11277374"/>
              <a:gd name="connsiteY122" fmla="*/ 526516 h 2912398"/>
              <a:gd name="connsiteX123" fmla="*/ 1260083 w 11277374"/>
              <a:gd name="connsiteY123" fmla="*/ 510398 h 2912398"/>
              <a:gd name="connsiteX124" fmla="*/ 1225333 w 11277374"/>
              <a:gd name="connsiteY124" fmla="*/ 510398 h 2912398"/>
              <a:gd name="connsiteX125" fmla="*/ 873708 w 11277374"/>
              <a:gd name="connsiteY125" fmla="*/ 466261 h 2912398"/>
              <a:gd name="connsiteX126" fmla="*/ 853574 w 11277374"/>
              <a:gd name="connsiteY126" fmla="*/ 470421 h 2912398"/>
              <a:gd name="connsiteX127" fmla="*/ 853574 w 11277374"/>
              <a:gd name="connsiteY127" fmla="*/ 510398 h 2912398"/>
              <a:gd name="connsiteX128" fmla="*/ 834712 w 11277374"/>
              <a:gd name="connsiteY128" fmla="*/ 510398 h 2912398"/>
              <a:gd name="connsiteX129" fmla="*/ 834712 w 11277374"/>
              <a:gd name="connsiteY129" fmla="*/ 526516 h 2912398"/>
              <a:gd name="connsiteX130" fmla="*/ 852448 w 11277374"/>
              <a:gd name="connsiteY130" fmla="*/ 526516 h 2912398"/>
              <a:gd name="connsiteX131" fmla="*/ 852448 w 11277374"/>
              <a:gd name="connsiteY131" fmla="*/ 619875 h 2912398"/>
              <a:gd name="connsiteX132" fmla="*/ 865562 w 11277374"/>
              <a:gd name="connsiteY132" fmla="*/ 646883 h 2912398"/>
              <a:gd name="connsiteX133" fmla="*/ 883298 w 11277374"/>
              <a:gd name="connsiteY133" fmla="*/ 650725 h 2912398"/>
              <a:gd name="connsiteX134" fmla="*/ 907330 w 11277374"/>
              <a:gd name="connsiteY134" fmla="*/ 645236 h 2912398"/>
              <a:gd name="connsiteX135" fmla="*/ 904297 w 11277374"/>
              <a:gd name="connsiteY135" fmla="*/ 631602 h 2912398"/>
              <a:gd name="connsiteX136" fmla="*/ 890923 w 11277374"/>
              <a:gd name="connsiteY136" fmla="*/ 634375 h 2912398"/>
              <a:gd name="connsiteX137" fmla="*/ 873448 w 11277374"/>
              <a:gd name="connsiteY137" fmla="*/ 614155 h 2912398"/>
              <a:gd name="connsiteX138" fmla="*/ 873448 w 11277374"/>
              <a:gd name="connsiteY138" fmla="*/ 526516 h 2912398"/>
              <a:gd name="connsiteX139" fmla="*/ 901842 w 11277374"/>
              <a:gd name="connsiteY139" fmla="*/ 526516 h 2912398"/>
              <a:gd name="connsiteX140" fmla="*/ 908399 w 11277374"/>
              <a:gd name="connsiteY140" fmla="*/ 510398 h 2912398"/>
              <a:gd name="connsiteX141" fmla="*/ 873708 w 11277374"/>
              <a:gd name="connsiteY141" fmla="*/ 510398 h 2912398"/>
              <a:gd name="connsiteX142" fmla="*/ 949736 w 11277374"/>
              <a:gd name="connsiteY142" fmla="*/ 453407 h 2912398"/>
              <a:gd name="connsiteX143" fmla="*/ 934744 w 11277374"/>
              <a:gd name="connsiteY143" fmla="*/ 468601 h 2912398"/>
              <a:gd name="connsiteX144" fmla="*/ 949736 w 11277374"/>
              <a:gd name="connsiteY144" fmla="*/ 483390 h 2912398"/>
              <a:gd name="connsiteX145" fmla="*/ 964699 w 11277374"/>
              <a:gd name="connsiteY145" fmla="*/ 468370 h 2912398"/>
              <a:gd name="connsiteX146" fmla="*/ 949736 w 11277374"/>
              <a:gd name="connsiteY146" fmla="*/ 453407 h 2912398"/>
              <a:gd name="connsiteX147" fmla="*/ 1301014 w 11277374"/>
              <a:gd name="connsiteY147" fmla="*/ 453407 h 2912398"/>
              <a:gd name="connsiteX148" fmla="*/ 1286022 w 11277374"/>
              <a:gd name="connsiteY148" fmla="*/ 468601 h 2912398"/>
              <a:gd name="connsiteX149" fmla="*/ 1301014 w 11277374"/>
              <a:gd name="connsiteY149" fmla="*/ 483390 h 2912398"/>
              <a:gd name="connsiteX150" fmla="*/ 1316005 w 11277374"/>
              <a:gd name="connsiteY150" fmla="*/ 468370 h 2912398"/>
              <a:gd name="connsiteX151" fmla="*/ 1301014 w 11277374"/>
              <a:gd name="connsiteY151" fmla="*/ 453407 h 2912398"/>
              <a:gd name="connsiteX152" fmla="*/ 1145148 w 11277374"/>
              <a:gd name="connsiteY152" fmla="*/ 453407 h 2912398"/>
              <a:gd name="connsiteX153" fmla="*/ 1130156 w 11277374"/>
              <a:gd name="connsiteY153" fmla="*/ 468601 h 2912398"/>
              <a:gd name="connsiteX154" fmla="*/ 1145148 w 11277374"/>
              <a:gd name="connsiteY154" fmla="*/ 483390 h 2912398"/>
              <a:gd name="connsiteX155" fmla="*/ 1160139 w 11277374"/>
              <a:gd name="connsiteY155" fmla="*/ 468370 h 2912398"/>
              <a:gd name="connsiteX156" fmla="*/ 1145148 w 11277374"/>
              <a:gd name="connsiteY156" fmla="*/ 453407 h 2912398"/>
              <a:gd name="connsiteX157" fmla="*/ 0 w 11277374"/>
              <a:gd name="connsiteY157" fmla="*/ 0 h 2912398"/>
              <a:gd name="connsiteX158" fmla="*/ 11277374 w 11277374"/>
              <a:gd name="connsiteY158" fmla="*/ 0 h 2912398"/>
              <a:gd name="connsiteX159" fmla="*/ 11277374 w 11277374"/>
              <a:gd name="connsiteY159" fmla="*/ 2912398 h 2912398"/>
              <a:gd name="connsiteX160" fmla="*/ 0 w 11277374"/>
              <a:gd name="connsiteY160" fmla="*/ 2912398 h 2912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Lst>
            <a:rect l="l" t="t" r="r" b="b"/>
            <a:pathLst>
              <a:path w="11277374" h="2912398">
                <a:moveTo>
                  <a:pt x="523847" y="526807"/>
                </a:moveTo>
                <a:cubicBezTo>
                  <a:pt x="534766" y="526807"/>
                  <a:pt x="544616" y="532527"/>
                  <a:pt x="548949" y="541828"/>
                </a:cubicBezTo>
                <a:cubicBezTo>
                  <a:pt x="552791" y="550002"/>
                  <a:pt x="555246" y="564473"/>
                  <a:pt x="555246" y="580852"/>
                </a:cubicBezTo>
                <a:cubicBezTo>
                  <a:pt x="555246" y="596133"/>
                  <a:pt x="553599" y="606532"/>
                  <a:pt x="549498" y="615255"/>
                </a:cubicBezTo>
                <a:cubicBezTo>
                  <a:pt x="544876" y="625394"/>
                  <a:pt x="533408" y="632182"/>
                  <a:pt x="520843" y="632182"/>
                </a:cubicBezTo>
                <a:cubicBezTo>
                  <a:pt x="509404" y="632182"/>
                  <a:pt x="497648" y="625914"/>
                  <a:pt x="487567" y="614417"/>
                </a:cubicBezTo>
                <a:lnTo>
                  <a:pt x="487567" y="545929"/>
                </a:lnTo>
                <a:cubicBezTo>
                  <a:pt x="497937" y="533335"/>
                  <a:pt x="510213" y="526807"/>
                  <a:pt x="523847" y="526807"/>
                </a:cubicBezTo>
                <a:close/>
                <a:moveTo>
                  <a:pt x="752101" y="523802"/>
                </a:moveTo>
                <a:cubicBezTo>
                  <a:pt x="763280" y="523802"/>
                  <a:pt x="775267" y="529290"/>
                  <a:pt x="780986" y="541278"/>
                </a:cubicBezTo>
                <a:cubicBezTo>
                  <a:pt x="785377" y="550290"/>
                  <a:pt x="787283" y="563173"/>
                  <a:pt x="787283" y="582209"/>
                </a:cubicBezTo>
                <a:cubicBezTo>
                  <a:pt x="787283" y="595640"/>
                  <a:pt x="786186" y="603266"/>
                  <a:pt x="783211" y="611759"/>
                </a:cubicBezTo>
                <a:cubicBezTo>
                  <a:pt x="778560" y="624815"/>
                  <a:pt x="767930" y="632181"/>
                  <a:pt x="753718" y="632181"/>
                </a:cubicBezTo>
                <a:cubicBezTo>
                  <a:pt x="741991" y="632181"/>
                  <a:pt x="731072" y="626750"/>
                  <a:pt x="726162" y="618547"/>
                </a:cubicBezTo>
                <a:cubicBezTo>
                  <a:pt x="720991" y="610083"/>
                  <a:pt x="717698" y="593156"/>
                  <a:pt x="717698" y="574034"/>
                </a:cubicBezTo>
                <a:cubicBezTo>
                  <a:pt x="717698" y="557887"/>
                  <a:pt x="719893" y="547026"/>
                  <a:pt x="724255" y="538562"/>
                </a:cubicBezTo>
                <a:cubicBezTo>
                  <a:pt x="728877" y="529521"/>
                  <a:pt x="740084" y="523802"/>
                  <a:pt x="752101" y="523802"/>
                </a:cubicBezTo>
                <a:close/>
                <a:moveTo>
                  <a:pt x="1360633" y="517418"/>
                </a:moveTo>
                <a:lnTo>
                  <a:pt x="1362742" y="517418"/>
                </a:lnTo>
                <a:cubicBezTo>
                  <a:pt x="1363811" y="517418"/>
                  <a:pt x="1364677" y="517562"/>
                  <a:pt x="1365255" y="517822"/>
                </a:cubicBezTo>
                <a:cubicBezTo>
                  <a:pt x="1366353" y="518256"/>
                  <a:pt x="1367162" y="519382"/>
                  <a:pt x="1367162" y="520826"/>
                </a:cubicBezTo>
                <a:cubicBezTo>
                  <a:pt x="1367162" y="522040"/>
                  <a:pt x="1366757" y="522993"/>
                  <a:pt x="1366179" y="523599"/>
                </a:cubicBezTo>
                <a:cubicBezTo>
                  <a:pt x="1365457" y="524235"/>
                  <a:pt x="1364446" y="524553"/>
                  <a:pt x="1362627" y="524553"/>
                </a:cubicBezTo>
                <a:lnTo>
                  <a:pt x="1360633" y="524553"/>
                </a:lnTo>
                <a:close/>
                <a:moveTo>
                  <a:pt x="1357745" y="515049"/>
                </a:moveTo>
                <a:lnTo>
                  <a:pt x="1357745" y="535500"/>
                </a:lnTo>
                <a:lnTo>
                  <a:pt x="1360604" y="535500"/>
                </a:lnTo>
                <a:lnTo>
                  <a:pt x="1360604" y="526459"/>
                </a:lnTo>
                <a:cubicBezTo>
                  <a:pt x="1361442" y="526517"/>
                  <a:pt x="1361875" y="526806"/>
                  <a:pt x="1362424" y="527412"/>
                </a:cubicBezTo>
                <a:cubicBezTo>
                  <a:pt x="1363897" y="529030"/>
                  <a:pt x="1364417" y="529897"/>
                  <a:pt x="1365977" y="532496"/>
                </a:cubicBezTo>
                <a:cubicBezTo>
                  <a:pt x="1366786" y="533883"/>
                  <a:pt x="1367075" y="534374"/>
                  <a:pt x="1367653" y="535500"/>
                </a:cubicBezTo>
                <a:lnTo>
                  <a:pt x="1371148" y="535500"/>
                </a:lnTo>
                <a:cubicBezTo>
                  <a:pt x="1370743" y="534865"/>
                  <a:pt x="1369068" y="532178"/>
                  <a:pt x="1368201" y="530792"/>
                </a:cubicBezTo>
                <a:cubicBezTo>
                  <a:pt x="1367508" y="529694"/>
                  <a:pt x="1366902" y="528828"/>
                  <a:pt x="1366439" y="528250"/>
                </a:cubicBezTo>
                <a:cubicBezTo>
                  <a:pt x="1366122" y="527759"/>
                  <a:pt x="1365602" y="527124"/>
                  <a:pt x="1364677" y="526401"/>
                </a:cubicBezTo>
                <a:cubicBezTo>
                  <a:pt x="1368086" y="526488"/>
                  <a:pt x="1370166" y="523917"/>
                  <a:pt x="1370166" y="520740"/>
                </a:cubicBezTo>
                <a:cubicBezTo>
                  <a:pt x="1370166" y="518776"/>
                  <a:pt x="1369299" y="517389"/>
                  <a:pt x="1368346" y="516551"/>
                </a:cubicBezTo>
                <a:cubicBezTo>
                  <a:pt x="1367335" y="515598"/>
                  <a:pt x="1365919" y="515049"/>
                  <a:pt x="1363493" y="515049"/>
                </a:cubicBezTo>
                <a:close/>
                <a:moveTo>
                  <a:pt x="1363435" y="509705"/>
                </a:moveTo>
                <a:cubicBezTo>
                  <a:pt x="1371812" y="509705"/>
                  <a:pt x="1378542" y="516522"/>
                  <a:pt x="1378542" y="525419"/>
                </a:cubicBezTo>
                <a:cubicBezTo>
                  <a:pt x="1378542" y="534287"/>
                  <a:pt x="1371812" y="541133"/>
                  <a:pt x="1363435" y="541133"/>
                </a:cubicBezTo>
                <a:cubicBezTo>
                  <a:pt x="1355001" y="541133"/>
                  <a:pt x="1348328" y="534316"/>
                  <a:pt x="1348328" y="525419"/>
                </a:cubicBezTo>
                <a:cubicBezTo>
                  <a:pt x="1348328" y="516522"/>
                  <a:pt x="1355001" y="509705"/>
                  <a:pt x="1363435" y="509705"/>
                </a:cubicBezTo>
                <a:close/>
                <a:moveTo>
                  <a:pt x="1155807" y="507452"/>
                </a:moveTo>
                <a:lnTo>
                  <a:pt x="1133710" y="510947"/>
                </a:lnTo>
                <a:lnTo>
                  <a:pt x="1133710" y="568026"/>
                </a:lnTo>
                <a:lnTo>
                  <a:pt x="1133710" y="646364"/>
                </a:lnTo>
                <a:lnTo>
                  <a:pt x="1155807" y="646364"/>
                </a:lnTo>
                <a:lnTo>
                  <a:pt x="1155807" y="543820"/>
                </a:lnTo>
                <a:close/>
                <a:moveTo>
                  <a:pt x="960338" y="507452"/>
                </a:moveTo>
                <a:lnTo>
                  <a:pt x="938269" y="510947"/>
                </a:lnTo>
                <a:lnTo>
                  <a:pt x="938269" y="570193"/>
                </a:lnTo>
                <a:lnTo>
                  <a:pt x="938269" y="646364"/>
                </a:lnTo>
                <a:lnTo>
                  <a:pt x="960338" y="646364"/>
                </a:lnTo>
                <a:lnTo>
                  <a:pt x="960338" y="585358"/>
                </a:lnTo>
                <a:close/>
                <a:moveTo>
                  <a:pt x="1311672" y="507452"/>
                </a:moveTo>
                <a:lnTo>
                  <a:pt x="1289546" y="510947"/>
                </a:lnTo>
                <a:lnTo>
                  <a:pt x="1289546" y="568025"/>
                </a:lnTo>
                <a:lnTo>
                  <a:pt x="1289546" y="646363"/>
                </a:lnTo>
                <a:lnTo>
                  <a:pt x="1311672" y="646363"/>
                </a:lnTo>
                <a:lnTo>
                  <a:pt x="1311672" y="581746"/>
                </a:lnTo>
                <a:close/>
                <a:moveTo>
                  <a:pt x="1363435" y="507048"/>
                </a:moveTo>
                <a:cubicBezTo>
                  <a:pt x="1353412" y="507048"/>
                  <a:pt x="1345064" y="514934"/>
                  <a:pt x="1345064" y="525419"/>
                </a:cubicBezTo>
                <a:cubicBezTo>
                  <a:pt x="1345064" y="535876"/>
                  <a:pt x="1353412" y="543791"/>
                  <a:pt x="1363435" y="543791"/>
                </a:cubicBezTo>
                <a:cubicBezTo>
                  <a:pt x="1373430" y="543791"/>
                  <a:pt x="1381835" y="535876"/>
                  <a:pt x="1381835" y="525419"/>
                </a:cubicBezTo>
                <a:cubicBezTo>
                  <a:pt x="1381835" y="514934"/>
                  <a:pt x="1373430" y="507048"/>
                  <a:pt x="1363435" y="507048"/>
                </a:cubicBezTo>
                <a:close/>
                <a:moveTo>
                  <a:pt x="485112" y="506905"/>
                </a:moveTo>
                <a:lnTo>
                  <a:pt x="463274" y="510718"/>
                </a:lnTo>
                <a:cubicBezTo>
                  <a:pt x="463274" y="510718"/>
                  <a:pt x="466307" y="519153"/>
                  <a:pt x="466278" y="539892"/>
                </a:cubicBezTo>
                <a:lnTo>
                  <a:pt x="466278" y="725511"/>
                </a:lnTo>
                <a:lnTo>
                  <a:pt x="487567" y="721439"/>
                </a:lnTo>
                <a:lnTo>
                  <a:pt x="487567" y="634117"/>
                </a:lnTo>
                <a:cubicBezTo>
                  <a:pt x="497099" y="643967"/>
                  <a:pt x="511022" y="649947"/>
                  <a:pt x="524945" y="649947"/>
                </a:cubicBezTo>
                <a:cubicBezTo>
                  <a:pt x="542681" y="649947"/>
                  <a:pt x="557152" y="640905"/>
                  <a:pt x="567002" y="625105"/>
                </a:cubicBezTo>
                <a:cubicBezTo>
                  <a:pt x="574657" y="612511"/>
                  <a:pt x="577921" y="599974"/>
                  <a:pt x="577921" y="578165"/>
                </a:cubicBezTo>
                <a:cubicBezTo>
                  <a:pt x="577921" y="553902"/>
                  <a:pt x="573010" y="537206"/>
                  <a:pt x="562900" y="524641"/>
                </a:cubicBezTo>
                <a:cubicBezTo>
                  <a:pt x="554177" y="513721"/>
                  <a:pt x="540514" y="507713"/>
                  <a:pt x="526591" y="507713"/>
                </a:cubicBezTo>
                <a:cubicBezTo>
                  <a:pt x="511600" y="507713"/>
                  <a:pt x="497648" y="514589"/>
                  <a:pt x="486469" y="527645"/>
                </a:cubicBezTo>
                <a:cubicBezTo>
                  <a:pt x="486469" y="512652"/>
                  <a:pt x="485112" y="506905"/>
                  <a:pt x="485112" y="506905"/>
                </a:cubicBezTo>
                <a:close/>
                <a:moveTo>
                  <a:pt x="1006757" y="506904"/>
                </a:moveTo>
                <a:lnTo>
                  <a:pt x="984919" y="511497"/>
                </a:lnTo>
                <a:lnTo>
                  <a:pt x="1033793" y="647721"/>
                </a:lnTo>
                <a:lnTo>
                  <a:pt x="1054793" y="647721"/>
                </a:lnTo>
                <a:lnTo>
                  <a:pt x="1105892" y="510428"/>
                </a:lnTo>
                <a:lnTo>
                  <a:pt x="1083217" y="510428"/>
                </a:lnTo>
                <a:lnTo>
                  <a:pt x="1052078" y="600840"/>
                </a:lnTo>
                <a:cubicBezTo>
                  <a:pt x="1047716" y="613059"/>
                  <a:pt x="1045521" y="623717"/>
                  <a:pt x="1045521" y="623717"/>
                </a:cubicBezTo>
                <a:lnTo>
                  <a:pt x="1044972" y="623717"/>
                </a:lnTo>
                <a:cubicBezTo>
                  <a:pt x="1044972" y="623717"/>
                  <a:pt x="1042257" y="611730"/>
                  <a:pt x="1038444" y="600522"/>
                </a:cubicBezTo>
                <a:close/>
                <a:moveTo>
                  <a:pt x="674515" y="506355"/>
                </a:moveTo>
                <a:cubicBezTo>
                  <a:pt x="660621" y="506355"/>
                  <a:pt x="646150" y="515078"/>
                  <a:pt x="636328" y="529002"/>
                </a:cubicBezTo>
                <a:cubicBezTo>
                  <a:pt x="637166" y="517505"/>
                  <a:pt x="631967" y="506875"/>
                  <a:pt x="631967" y="506875"/>
                </a:cubicBezTo>
                <a:lnTo>
                  <a:pt x="610678" y="512623"/>
                </a:lnTo>
                <a:cubicBezTo>
                  <a:pt x="610678" y="512623"/>
                  <a:pt x="615300" y="521664"/>
                  <a:pt x="615300" y="541538"/>
                </a:cubicBezTo>
                <a:lnTo>
                  <a:pt x="615300" y="646394"/>
                </a:lnTo>
                <a:lnTo>
                  <a:pt x="636588" y="646394"/>
                </a:lnTo>
                <a:lnTo>
                  <a:pt x="636588" y="561239"/>
                </a:lnTo>
                <a:cubicBezTo>
                  <a:pt x="636588" y="550030"/>
                  <a:pt x="638206" y="545958"/>
                  <a:pt x="644503" y="539689"/>
                </a:cubicBezTo>
                <a:cubicBezTo>
                  <a:pt x="650771" y="533335"/>
                  <a:pt x="658975" y="529840"/>
                  <a:pt x="667149" y="529840"/>
                </a:cubicBezTo>
                <a:cubicBezTo>
                  <a:pt x="669345" y="529840"/>
                  <a:pt x="671800" y="530389"/>
                  <a:pt x="673158" y="530938"/>
                </a:cubicBezTo>
                <a:lnTo>
                  <a:pt x="681910" y="507713"/>
                </a:lnTo>
                <a:cubicBezTo>
                  <a:pt x="681910" y="507713"/>
                  <a:pt x="678068" y="506355"/>
                  <a:pt x="674515" y="506355"/>
                </a:cubicBezTo>
                <a:close/>
                <a:moveTo>
                  <a:pt x="752361" y="506355"/>
                </a:moveTo>
                <a:cubicBezTo>
                  <a:pt x="716600" y="506355"/>
                  <a:pt x="694474" y="533334"/>
                  <a:pt x="694474" y="577616"/>
                </a:cubicBezTo>
                <a:cubicBezTo>
                  <a:pt x="694474" y="622360"/>
                  <a:pt x="715763" y="649945"/>
                  <a:pt x="753170" y="649945"/>
                </a:cubicBezTo>
                <a:cubicBezTo>
                  <a:pt x="787283" y="649945"/>
                  <a:pt x="811576" y="625941"/>
                  <a:pt x="811576" y="580591"/>
                </a:cubicBezTo>
                <a:cubicBezTo>
                  <a:pt x="811576" y="558494"/>
                  <a:pt x="807503" y="542346"/>
                  <a:pt x="799040" y="530128"/>
                </a:cubicBezTo>
                <a:cubicBezTo>
                  <a:pt x="789739" y="516696"/>
                  <a:pt x="775007" y="506355"/>
                  <a:pt x="752361" y="506355"/>
                </a:cubicBezTo>
                <a:close/>
                <a:moveTo>
                  <a:pt x="1225333" y="466261"/>
                </a:moveTo>
                <a:lnTo>
                  <a:pt x="1205200" y="470421"/>
                </a:lnTo>
                <a:lnTo>
                  <a:pt x="1205200" y="510398"/>
                </a:lnTo>
                <a:lnTo>
                  <a:pt x="1186366" y="510398"/>
                </a:lnTo>
                <a:lnTo>
                  <a:pt x="1186366" y="526516"/>
                </a:lnTo>
                <a:lnTo>
                  <a:pt x="1204103" y="526516"/>
                </a:lnTo>
                <a:lnTo>
                  <a:pt x="1204103" y="619875"/>
                </a:lnTo>
                <a:cubicBezTo>
                  <a:pt x="1204103" y="633538"/>
                  <a:pt x="1207656" y="642261"/>
                  <a:pt x="1217188" y="646883"/>
                </a:cubicBezTo>
                <a:cubicBezTo>
                  <a:pt x="1222387" y="649338"/>
                  <a:pt x="1227847" y="650725"/>
                  <a:pt x="1234953" y="650725"/>
                </a:cubicBezTo>
                <a:cubicBezTo>
                  <a:pt x="1244484" y="650725"/>
                  <a:pt x="1252139" y="648789"/>
                  <a:pt x="1258985" y="645236"/>
                </a:cubicBezTo>
                <a:lnTo>
                  <a:pt x="1255981" y="631602"/>
                </a:lnTo>
                <a:cubicBezTo>
                  <a:pt x="1252139" y="633567"/>
                  <a:pt x="1248616" y="634375"/>
                  <a:pt x="1242607" y="634375"/>
                </a:cubicBezTo>
                <a:cubicBezTo>
                  <a:pt x="1229232" y="634375"/>
                  <a:pt x="1225131" y="629147"/>
                  <a:pt x="1225131" y="614155"/>
                </a:cubicBezTo>
                <a:lnTo>
                  <a:pt x="1225131" y="526516"/>
                </a:lnTo>
                <a:lnTo>
                  <a:pt x="1253526" y="526516"/>
                </a:lnTo>
                <a:lnTo>
                  <a:pt x="1260083" y="510398"/>
                </a:lnTo>
                <a:lnTo>
                  <a:pt x="1225333" y="510398"/>
                </a:lnTo>
                <a:close/>
                <a:moveTo>
                  <a:pt x="873708" y="466261"/>
                </a:moveTo>
                <a:lnTo>
                  <a:pt x="853574" y="470421"/>
                </a:lnTo>
                <a:lnTo>
                  <a:pt x="853574" y="510398"/>
                </a:lnTo>
                <a:lnTo>
                  <a:pt x="834712" y="510398"/>
                </a:lnTo>
                <a:lnTo>
                  <a:pt x="834712" y="526516"/>
                </a:lnTo>
                <a:lnTo>
                  <a:pt x="852448" y="526516"/>
                </a:lnTo>
                <a:lnTo>
                  <a:pt x="852448" y="619875"/>
                </a:lnTo>
                <a:cubicBezTo>
                  <a:pt x="852448" y="633538"/>
                  <a:pt x="856001" y="642261"/>
                  <a:pt x="865562" y="646883"/>
                </a:cubicBezTo>
                <a:cubicBezTo>
                  <a:pt x="870761" y="649338"/>
                  <a:pt x="876192" y="650725"/>
                  <a:pt x="883298" y="650725"/>
                </a:cubicBezTo>
                <a:cubicBezTo>
                  <a:pt x="892830" y="650725"/>
                  <a:pt x="900485" y="648789"/>
                  <a:pt x="907330" y="645236"/>
                </a:cubicBezTo>
                <a:lnTo>
                  <a:pt x="904297" y="631602"/>
                </a:lnTo>
                <a:cubicBezTo>
                  <a:pt x="900485" y="633567"/>
                  <a:pt x="896903" y="634375"/>
                  <a:pt x="890923" y="634375"/>
                </a:cubicBezTo>
                <a:cubicBezTo>
                  <a:pt x="877521" y="634375"/>
                  <a:pt x="873448" y="629147"/>
                  <a:pt x="873448" y="614155"/>
                </a:cubicBezTo>
                <a:lnTo>
                  <a:pt x="873448" y="526516"/>
                </a:lnTo>
                <a:lnTo>
                  <a:pt x="901842" y="526516"/>
                </a:lnTo>
                <a:lnTo>
                  <a:pt x="908399" y="510398"/>
                </a:lnTo>
                <a:lnTo>
                  <a:pt x="873708" y="510398"/>
                </a:lnTo>
                <a:close/>
                <a:moveTo>
                  <a:pt x="949736" y="453407"/>
                </a:moveTo>
                <a:cubicBezTo>
                  <a:pt x="941359" y="453407"/>
                  <a:pt x="934715" y="460224"/>
                  <a:pt x="934744" y="468601"/>
                </a:cubicBezTo>
                <a:cubicBezTo>
                  <a:pt x="934744" y="476747"/>
                  <a:pt x="941388" y="483390"/>
                  <a:pt x="949736" y="483390"/>
                </a:cubicBezTo>
                <a:cubicBezTo>
                  <a:pt x="958084" y="483390"/>
                  <a:pt x="964699" y="476747"/>
                  <a:pt x="964699" y="468370"/>
                </a:cubicBezTo>
                <a:cubicBezTo>
                  <a:pt x="964699" y="460022"/>
                  <a:pt x="958084" y="453407"/>
                  <a:pt x="949736" y="453407"/>
                </a:cubicBezTo>
                <a:close/>
                <a:moveTo>
                  <a:pt x="1301014" y="453407"/>
                </a:moveTo>
                <a:cubicBezTo>
                  <a:pt x="1292666" y="453407"/>
                  <a:pt x="1286051" y="460224"/>
                  <a:pt x="1286022" y="468601"/>
                </a:cubicBezTo>
                <a:cubicBezTo>
                  <a:pt x="1286022" y="476747"/>
                  <a:pt x="1292666" y="483390"/>
                  <a:pt x="1301014" y="483390"/>
                </a:cubicBezTo>
                <a:cubicBezTo>
                  <a:pt x="1309391" y="483390"/>
                  <a:pt x="1316005" y="476747"/>
                  <a:pt x="1316005" y="468370"/>
                </a:cubicBezTo>
                <a:cubicBezTo>
                  <a:pt x="1316005" y="460022"/>
                  <a:pt x="1309391" y="453407"/>
                  <a:pt x="1301014" y="453407"/>
                </a:cubicBezTo>
                <a:close/>
                <a:moveTo>
                  <a:pt x="1145148" y="453407"/>
                </a:moveTo>
                <a:cubicBezTo>
                  <a:pt x="1136829" y="453407"/>
                  <a:pt x="1130156" y="460224"/>
                  <a:pt x="1130156" y="468601"/>
                </a:cubicBezTo>
                <a:cubicBezTo>
                  <a:pt x="1130156" y="476747"/>
                  <a:pt x="1136829" y="483390"/>
                  <a:pt x="1145148" y="483390"/>
                </a:cubicBezTo>
                <a:cubicBezTo>
                  <a:pt x="1153524" y="483390"/>
                  <a:pt x="1160139" y="476747"/>
                  <a:pt x="1160139" y="468370"/>
                </a:cubicBezTo>
                <a:cubicBezTo>
                  <a:pt x="1160139" y="460022"/>
                  <a:pt x="1153524" y="453407"/>
                  <a:pt x="1145148" y="453407"/>
                </a:cubicBezTo>
                <a:close/>
                <a:moveTo>
                  <a:pt x="0" y="0"/>
                </a:moveTo>
                <a:lnTo>
                  <a:pt x="11277374" y="0"/>
                </a:lnTo>
                <a:lnTo>
                  <a:pt x="11277374" y="2912398"/>
                </a:lnTo>
                <a:lnTo>
                  <a:pt x="0" y="2912398"/>
                </a:lnTo>
                <a:close/>
              </a:path>
            </a:pathLst>
          </a:custGeom>
          <a:solidFill>
            <a:schemeClr val="bg2"/>
          </a:solidFill>
        </p:spPr>
        <p:txBody>
          <a:bodyPr wrap="square">
            <a:noAutofit/>
          </a:bodyPr>
          <a:lstStyle>
            <a:lvl1pPr>
              <a:defRPr sz="1400"/>
            </a:lvl1pPr>
          </a:lstStyle>
          <a:p>
            <a:r>
              <a:rPr lang="en-US"/>
              <a:t>Click icon to add picture</a:t>
            </a:r>
            <a:endParaRPr lang="de-DE"/>
          </a:p>
        </p:txBody>
      </p:sp>
      <p:sp>
        <p:nvSpPr>
          <p:cNvPr id="3" name="Foliennummernplatzhalter 2">
            <a:extLst>
              <a:ext uri="{FF2B5EF4-FFF2-40B4-BE49-F238E27FC236}">
                <a16:creationId xmlns:a16="http://schemas.microsoft.com/office/drawing/2014/main" id="{40B193DB-68EA-BF1C-B9E1-3898228976FE}"/>
              </a:ext>
            </a:extLst>
          </p:cNvPr>
          <p:cNvSpPr>
            <a:spLocks noGrp="1"/>
          </p:cNvSpPr>
          <p:nvPr>
            <p:ph type="sldNum" sz="quarter" idx="10"/>
          </p:nvPr>
        </p:nvSpPr>
        <p:spPr/>
        <p:txBody>
          <a:bodyPr/>
          <a:lstStyle/>
          <a:p>
            <a:fld id="{9678312F-8BDE-4502-9E53-473B40D118CD}" type="slidenum">
              <a:rPr lang="de-DE" smtClean="0"/>
              <a:pPr/>
              <a:t>‹#›</a:t>
            </a:fld>
            <a:endParaRPr lang="de-DE"/>
          </a:p>
        </p:txBody>
      </p:sp>
      <p:sp>
        <p:nvSpPr>
          <p:cNvPr id="5" name="Untertitel 2">
            <a:extLst>
              <a:ext uri="{FF2B5EF4-FFF2-40B4-BE49-F238E27FC236}">
                <a16:creationId xmlns:a16="http://schemas.microsoft.com/office/drawing/2014/main" id="{F5F294C4-DC14-D658-AC08-64956DD6ACE4}"/>
              </a:ext>
            </a:extLst>
          </p:cNvPr>
          <p:cNvSpPr>
            <a:spLocks noGrp="1"/>
          </p:cNvSpPr>
          <p:nvPr>
            <p:ph type="subTitle" idx="1" hasCustomPrompt="1"/>
          </p:nvPr>
        </p:nvSpPr>
        <p:spPr>
          <a:xfrm>
            <a:off x="2057400" y="904458"/>
            <a:ext cx="8861201" cy="756000"/>
          </a:xfrm>
        </p:spPr>
        <p:txBody>
          <a:bodyPr lIns="0" tIns="0" rIns="0" bIns="0"/>
          <a:lstStyle>
            <a:lvl1pPr marL="0" indent="0" algn="r">
              <a:lnSpc>
                <a:spcPct val="85000"/>
              </a:lnSpc>
              <a:buNone/>
              <a:defRPr sz="2600" b="0" i="0" cap="none" baseline="0">
                <a:solidFill>
                  <a:schemeClr val="bg1"/>
                </a:solidFill>
                <a:latin typeface="Barlow Condensed Light"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noProof="0"/>
              <a:t>Untertitel hinzufügen</a:t>
            </a:r>
          </a:p>
        </p:txBody>
      </p:sp>
      <p:sp>
        <p:nvSpPr>
          <p:cNvPr id="4" name="Titel 3">
            <a:extLst>
              <a:ext uri="{FF2B5EF4-FFF2-40B4-BE49-F238E27FC236}">
                <a16:creationId xmlns:a16="http://schemas.microsoft.com/office/drawing/2014/main" id="{59741E92-F94E-9BCF-0862-75E23C47E21F}"/>
              </a:ext>
            </a:extLst>
          </p:cNvPr>
          <p:cNvSpPr>
            <a:spLocks noGrp="1"/>
          </p:cNvSpPr>
          <p:nvPr>
            <p:ph type="title" hasCustomPrompt="1"/>
          </p:nvPr>
        </p:nvSpPr>
        <p:spPr>
          <a:xfrm>
            <a:off x="2057400" y="408728"/>
            <a:ext cx="8861200" cy="373777"/>
          </a:xfrm>
          <a:prstGeom prst="rect">
            <a:avLst/>
          </a:prstGeom>
        </p:spPr>
        <p:txBody>
          <a:bodyPr/>
          <a:lstStyle>
            <a:lvl1pPr>
              <a:defRPr b="0" i="0">
                <a:solidFill>
                  <a:schemeClr val="bg1"/>
                </a:solidFill>
                <a:latin typeface="+mj-lt"/>
              </a:defRPr>
            </a:lvl1pPr>
          </a:lstStyle>
          <a:p>
            <a:r>
              <a:rPr lang="de-DE"/>
              <a:t>Titel hinzufügen</a:t>
            </a:r>
          </a:p>
        </p:txBody>
      </p:sp>
      <p:sp>
        <p:nvSpPr>
          <p:cNvPr id="2" name="Fußzeilenplatzhalter 5">
            <a:extLst>
              <a:ext uri="{FF2B5EF4-FFF2-40B4-BE49-F238E27FC236}">
                <a16:creationId xmlns:a16="http://schemas.microsoft.com/office/drawing/2014/main" id="{A1175CA9-D9E3-A94A-3091-38CF05325A17}"/>
              </a:ext>
            </a:extLst>
          </p:cNvPr>
          <p:cNvSpPr>
            <a:spLocks noGrp="1"/>
          </p:cNvSpPr>
          <p:nvPr>
            <p:ph type="ftr" sz="quarter" idx="3"/>
          </p:nvPr>
        </p:nvSpPr>
        <p:spPr>
          <a:xfrm rot="16200000">
            <a:off x="9687412" y="3627858"/>
            <a:ext cx="4114800" cy="180000"/>
          </a:xfrm>
          <a:prstGeom prst="rect">
            <a:avLst/>
          </a:prstGeom>
        </p:spPr>
        <p:txBody>
          <a:bodyPr vert="horz" lIns="0" tIns="0" rIns="0" bIns="0" rtlCol="0" anchor="b"/>
          <a:lstStyle>
            <a:lvl1pPr algn="l">
              <a:defRPr sz="800" cap="all" spc="50" baseline="0">
                <a:solidFill>
                  <a:schemeClr val="accent3"/>
                </a:solidFill>
                <a:latin typeface="Merriweather" panose="00000500000000000000" pitchFamily="2" charset="0"/>
              </a:defRPr>
            </a:lvl1pPr>
          </a:lstStyle>
          <a:p>
            <a:r>
              <a:rPr lang="de-DE"/>
              <a:t>Corporate Presentation</a:t>
            </a:r>
          </a:p>
        </p:txBody>
      </p:sp>
    </p:spTree>
    <p:extLst>
      <p:ext uri="{BB962C8B-B14F-4D97-AF65-F5344CB8AC3E}">
        <p14:creationId xmlns:p14="http://schemas.microsoft.com/office/powerpoint/2010/main" val="24343101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header-big-two columns">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8EB47609-D9A2-B9BD-3B96-B82807CE7F53}"/>
              </a:ext>
            </a:extLst>
          </p:cNvPr>
          <p:cNvSpPr/>
          <p:nvPr userDrawn="1"/>
        </p:nvSpPr>
        <p:spPr>
          <a:xfrm>
            <a:off x="279083" y="213132"/>
            <a:ext cx="1271081" cy="5693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latin typeface="Barlow Condensed Light" panose="00000406000000000000" pitchFamily="2" charset="0"/>
            </a:endParaRPr>
          </a:p>
        </p:txBody>
      </p:sp>
      <p:sp>
        <p:nvSpPr>
          <p:cNvPr id="7" name="Bildplatzhalter 6">
            <a:extLst>
              <a:ext uri="{FF2B5EF4-FFF2-40B4-BE49-F238E27FC236}">
                <a16:creationId xmlns:a16="http://schemas.microsoft.com/office/drawing/2014/main" id="{D97B56E8-6206-9A3B-6C1B-C7E7262EEC0B}"/>
              </a:ext>
            </a:extLst>
          </p:cNvPr>
          <p:cNvSpPr>
            <a:spLocks noGrp="1"/>
          </p:cNvSpPr>
          <p:nvPr>
            <p:ph type="pic" sz="quarter" idx="19"/>
          </p:nvPr>
        </p:nvSpPr>
        <p:spPr>
          <a:xfrm>
            <a:off x="0" y="1126"/>
            <a:ext cx="11277374" cy="2912398"/>
          </a:xfrm>
          <a:custGeom>
            <a:avLst/>
            <a:gdLst>
              <a:gd name="connsiteX0" fmla="*/ 523847 w 11277374"/>
              <a:gd name="connsiteY0" fmla="*/ 526807 h 2912398"/>
              <a:gd name="connsiteX1" fmla="*/ 548949 w 11277374"/>
              <a:gd name="connsiteY1" fmla="*/ 541828 h 2912398"/>
              <a:gd name="connsiteX2" fmla="*/ 555246 w 11277374"/>
              <a:gd name="connsiteY2" fmla="*/ 580852 h 2912398"/>
              <a:gd name="connsiteX3" fmla="*/ 549498 w 11277374"/>
              <a:gd name="connsiteY3" fmla="*/ 615255 h 2912398"/>
              <a:gd name="connsiteX4" fmla="*/ 520843 w 11277374"/>
              <a:gd name="connsiteY4" fmla="*/ 632182 h 2912398"/>
              <a:gd name="connsiteX5" fmla="*/ 487567 w 11277374"/>
              <a:gd name="connsiteY5" fmla="*/ 614417 h 2912398"/>
              <a:gd name="connsiteX6" fmla="*/ 487567 w 11277374"/>
              <a:gd name="connsiteY6" fmla="*/ 545929 h 2912398"/>
              <a:gd name="connsiteX7" fmla="*/ 523847 w 11277374"/>
              <a:gd name="connsiteY7" fmla="*/ 526807 h 2912398"/>
              <a:gd name="connsiteX8" fmla="*/ 752101 w 11277374"/>
              <a:gd name="connsiteY8" fmla="*/ 523802 h 2912398"/>
              <a:gd name="connsiteX9" fmla="*/ 780986 w 11277374"/>
              <a:gd name="connsiteY9" fmla="*/ 541278 h 2912398"/>
              <a:gd name="connsiteX10" fmla="*/ 787283 w 11277374"/>
              <a:gd name="connsiteY10" fmla="*/ 582209 h 2912398"/>
              <a:gd name="connsiteX11" fmla="*/ 783211 w 11277374"/>
              <a:gd name="connsiteY11" fmla="*/ 611759 h 2912398"/>
              <a:gd name="connsiteX12" fmla="*/ 753718 w 11277374"/>
              <a:gd name="connsiteY12" fmla="*/ 632181 h 2912398"/>
              <a:gd name="connsiteX13" fmla="*/ 726162 w 11277374"/>
              <a:gd name="connsiteY13" fmla="*/ 618547 h 2912398"/>
              <a:gd name="connsiteX14" fmla="*/ 717698 w 11277374"/>
              <a:gd name="connsiteY14" fmla="*/ 574034 h 2912398"/>
              <a:gd name="connsiteX15" fmla="*/ 724255 w 11277374"/>
              <a:gd name="connsiteY15" fmla="*/ 538562 h 2912398"/>
              <a:gd name="connsiteX16" fmla="*/ 752101 w 11277374"/>
              <a:gd name="connsiteY16" fmla="*/ 523802 h 2912398"/>
              <a:gd name="connsiteX17" fmla="*/ 1360633 w 11277374"/>
              <a:gd name="connsiteY17" fmla="*/ 517418 h 2912398"/>
              <a:gd name="connsiteX18" fmla="*/ 1362742 w 11277374"/>
              <a:gd name="connsiteY18" fmla="*/ 517418 h 2912398"/>
              <a:gd name="connsiteX19" fmla="*/ 1365255 w 11277374"/>
              <a:gd name="connsiteY19" fmla="*/ 517822 h 2912398"/>
              <a:gd name="connsiteX20" fmla="*/ 1367162 w 11277374"/>
              <a:gd name="connsiteY20" fmla="*/ 520826 h 2912398"/>
              <a:gd name="connsiteX21" fmla="*/ 1366179 w 11277374"/>
              <a:gd name="connsiteY21" fmla="*/ 523599 h 2912398"/>
              <a:gd name="connsiteX22" fmla="*/ 1362627 w 11277374"/>
              <a:gd name="connsiteY22" fmla="*/ 524553 h 2912398"/>
              <a:gd name="connsiteX23" fmla="*/ 1360633 w 11277374"/>
              <a:gd name="connsiteY23" fmla="*/ 524553 h 2912398"/>
              <a:gd name="connsiteX24" fmla="*/ 1357745 w 11277374"/>
              <a:gd name="connsiteY24" fmla="*/ 515049 h 2912398"/>
              <a:gd name="connsiteX25" fmla="*/ 1357745 w 11277374"/>
              <a:gd name="connsiteY25" fmla="*/ 535500 h 2912398"/>
              <a:gd name="connsiteX26" fmla="*/ 1360604 w 11277374"/>
              <a:gd name="connsiteY26" fmla="*/ 535500 h 2912398"/>
              <a:gd name="connsiteX27" fmla="*/ 1360604 w 11277374"/>
              <a:gd name="connsiteY27" fmla="*/ 526459 h 2912398"/>
              <a:gd name="connsiteX28" fmla="*/ 1362424 w 11277374"/>
              <a:gd name="connsiteY28" fmla="*/ 527412 h 2912398"/>
              <a:gd name="connsiteX29" fmla="*/ 1365977 w 11277374"/>
              <a:gd name="connsiteY29" fmla="*/ 532496 h 2912398"/>
              <a:gd name="connsiteX30" fmla="*/ 1367653 w 11277374"/>
              <a:gd name="connsiteY30" fmla="*/ 535500 h 2912398"/>
              <a:gd name="connsiteX31" fmla="*/ 1371148 w 11277374"/>
              <a:gd name="connsiteY31" fmla="*/ 535500 h 2912398"/>
              <a:gd name="connsiteX32" fmla="*/ 1368201 w 11277374"/>
              <a:gd name="connsiteY32" fmla="*/ 530792 h 2912398"/>
              <a:gd name="connsiteX33" fmla="*/ 1366439 w 11277374"/>
              <a:gd name="connsiteY33" fmla="*/ 528250 h 2912398"/>
              <a:gd name="connsiteX34" fmla="*/ 1364677 w 11277374"/>
              <a:gd name="connsiteY34" fmla="*/ 526401 h 2912398"/>
              <a:gd name="connsiteX35" fmla="*/ 1370166 w 11277374"/>
              <a:gd name="connsiteY35" fmla="*/ 520740 h 2912398"/>
              <a:gd name="connsiteX36" fmla="*/ 1368346 w 11277374"/>
              <a:gd name="connsiteY36" fmla="*/ 516551 h 2912398"/>
              <a:gd name="connsiteX37" fmla="*/ 1363493 w 11277374"/>
              <a:gd name="connsiteY37" fmla="*/ 515049 h 2912398"/>
              <a:gd name="connsiteX38" fmla="*/ 1363435 w 11277374"/>
              <a:gd name="connsiteY38" fmla="*/ 509705 h 2912398"/>
              <a:gd name="connsiteX39" fmla="*/ 1378542 w 11277374"/>
              <a:gd name="connsiteY39" fmla="*/ 525419 h 2912398"/>
              <a:gd name="connsiteX40" fmla="*/ 1363435 w 11277374"/>
              <a:gd name="connsiteY40" fmla="*/ 541133 h 2912398"/>
              <a:gd name="connsiteX41" fmla="*/ 1348328 w 11277374"/>
              <a:gd name="connsiteY41" fmla="*/ 525419 h 2912398"/>
              <a:gd name="connsiteX42" fmla="*/ 1363435 w 11277374"/>
              <a:gd name="connsiteY42" fmla="*/ 509705 h 2912398"/>
              <a:gd name="connsiteX43" fmla="*/ 1155807 w 11277374"/>
              <a:gd name="connsiteY43" fmla="*/ 507452 h 2912398"/>
              <a:gd name="connsiteX44" fmla="*/ 1133710 w 11277374"/>
              <a:gd name="connsiteY44" fmla="*/ 510947 h 2912398"/>
              <a:gd name="connsiteX45" fmla="*/ 1133710 w 11277374"/>
              <a:gd name="connsiteY45" fmla="*/ 568026 h 2912398"/>
              <a:gd name="connsiteX46" fmla="*/ 1133710 w 11277374"/>
              <a:gd name="connsiteY46" fmla="*/ 646364 h 2912398"/>
              <a:gd name="connsiteX47" fmla="*/ 1155807 w 11277374"/>
              <a:gd name="connsiteY47" fmla="*/ 646364 h 2912398"/>
              <a:gd name="connsiteX48" fmla="*/ 1155807 w 11277374"/>
              <a:gd name="connsiteY48" fmla="*/ 543820 h 2912398"/>
              <a:gd name="connsiteX49" fmla="*/ 960338 w 11277374"/>
              <a:gd name="connsiteY49" fmla="*/ 507452 h 2912398"/>
              <a:gd name="connsiteX50" fmla="*/ 938269 w 11277374"/>
              <a:gd name="connsiteY50" fmla="*/ 510947 h 2912398"/>
              <a:gd name="connsiteX51" fmla="*/ 938269 w 11277374"/>
              <a:gd name="connsiteY51" fmla="*/ 570193 h 2912398"/>
              <a:gd name="connsiteX52" fmla="*/ 938269 w 11277374"/>
              <a:gd name="connsiteY52" fmla="*/ 646364 h 2912398"/>
              <a:gd name="connsiteX53" fmla="*/ 960338 w 11277374"/>
              <a:gd name="connsiteY53" fmla="*/ 646364 h 2912398"/>
              <a:gd name="connsiteX54" fmla="*/ 960338 w 11277374"/>
              <a:gd name="connsiteY54" fmla="*/ 585358 h 2912398"/>
              <a:gd name="connsiteX55" fmla="*/ 1311672 w 11277374"/>
              <a:gd name="connsiteY55" fmla="*/ 507452 h 2912398"/>
              <a:gd name="connsiteX56" fmla="*/ 1289546 w 11277374"/>
              <a:gd name="connsiteY56" fmla="*/ 510947 h 2912398"/>
              <a:gd name="connsiteX57" fmla="*/ 1289546 w 11277374"/>
              <a:gd name="connsiteY57" fmla="*/ 568025 h 2912398"/>
              <a:gd name="connsiteX58" fmla="*/ 1289546 w 11277374"/>
              <a:gd name="connsiteY58" fmla="*/ 646363 h 2912398"/>
              <a:gd name="connsiteX59" fmla="*/ 1311672 w 11277374"/>
              <a:gd name="connsiteY59" fmla="*/ 646363 h 2912398"/>
              <a:gd name="connsiteX60" fmla="*/ 1311672 w 11277374"/>
              <a:gd name="connsiteY60" fmla="*/ 581746 h 2912398"/>
              <a:gd name="connsiteX61" fmla="*/ 1363435 w 11277374"/>
              <a:gd name="connsiteY61" fmla="*/ 507048 h 2912398"/>
              <a:gd name="connsiteX62" fmla="*/ 1345064 w 11277374"/>
              <a:gd name="connsiteY62" fmla="*/ 525419 h 2912398"/>
              <a:gd name="connsiteX63" fmla="*/ 1363435 w 11277374"/>
              <a:gd name="connsiteY63" fmla="*/ 543791 h 2912398"/>
              <a:gd name="connsiteX64" fmla="*/ 1381835 w 11277374"/>
              <a:gd name="connsiteY64" fmla="*/ 525419 h 2912398"/>
              <a:gd name="connsiteX65" fmla="*/ 1363435 w 11277374"/>
              <a:gd name="connsiteY65" fmla="*/ 507048 h 2912398"/>
              <a:gd name="connsiteX66" fmla="*/ 485112 w 11277374"/>
              <a:gd name="connsiteY66" fmla="*/ 506905 h 2912398"/>
              <a:gd name="connsiteX67" fmla="*/ 463274 w 11277374"/>
              <a:gd name="connsiteY67" fmla="*/ 510718 h 2912398"/>
              <a:gd name="connsiteX68" fmla="*/ 466278 w 11277374"/>
              <a:gd name="connsiteY68" fmla="*/ 539892 h 2912398"/>
              <a:gd name="connsiteX69" fmla="*/ 466278 w 11277374"/>
              <a:gd name="connsiteY69" fmla="*/ 725511 h 2912398"/>
              <a:gd name="connsiteX70" fmla="*/ 487567 w 11277374"/>
              <a:gd name="connsiteY70" fmla="*/ 721439 h 2912398"/>
              <a:gd name="connsiteX71" fmla="*/ 487567 w 11277374"/>
              <a:gd name="connsiteY71" fmla="*/ 634117 h 2912398"/>
              <a:gd name="connsiteX72" fmla="*/ 524945 w 11277374"/>
              <a:gd name="connsiteY72" fmla="*/ 649947 h 2912398"/>
              <a:gd name="connsiteX73" fmla="*/ 567002 w 11277374"/>
              <a:gd name="connsiteY73" fmla="*/ 625105 h 2912398"/>
              <a:gd name="connsiteX74" fmla="*/ 577921 w 11277374"/>
              <a:gd name="connsiteY74" fmla="*/ 578165 h 2912398"/>
              <a:gd name="connsiteX75" fmla="*/ 562900 w 11277374"/>
              <a:gd name="connsiteY75" fmla="*/ 524641 h 2912398"/>
              <a:gd name="connsiteX76" fmla="*/ 526591 w 11277374"/>
              <a:gd name="connsiteY76" fmla="*/ 507713 h 2912398"/>
              <a:gd name="connsiteX77" fmla="*/ 486469 w 11277374"/>
              <a:gd name="connsiteY77" fmla="*/ 527645 h 2912398"/>
              <a:gd name="connsiteX78" fmla="*/ 485112 w 11277374"/>
              <a:gd name="connsiteY78" fmla="*/ 506905 h 2912398"/>
              <a:gd name="connsiteX79" fmla="*/ 1006757 w 11277374"/>
              <a:gd name="connsiteY79" fmla="*/ 506904 h 2912398"/>
              <a:gd name="connsiteX80" fmla="*/ 984919 w 11277374"/>
              <a:gd name="connsiteY80" fmla="*/ 511497 h 2912398"/>
              <a:gd name="connsiteX81" fmla="*/ 1033793 w 11277374"/>
              <a:gd name="connsiteY81" fmla="*/ 647721 h 2912398"/>
              <a:gd name="connsiteX82" fmla="*/ 1054793 w 11277374"/>
              <a:gd name="connsiteY82" fmla="*/ 647721 h 2912398"/>
              <a:gd name="connsiteX83" fmla="*/ 1105892 w 11277374"/>
              <a:gd name="connsiteY83" fmla="*/ 510428 h 2912398"/>
              <a:gd name="connsiteX84" fmla="*/ 1083217 w 11277374"/>
              <a:gd name="connsiteY84" fmla="*/ 510428 h 2912398"/>
              <a:gd name="connsiteX85" fmla="*/ 1052078 w 11277374"/>
              <a:gd name="connsiteY85" fmla="*/ 600840 h 2912398"/>
              <a:gd name="connsiteX86" fmla="*/ 1045521 w 11277374"/>
              <a:gd name="connsiteY86" fmla="*/ 623717 h 2912398"/>
              <a:gd name="connsiteX87" fmla="*/ 1044972 w 11277374"/>
              <a:gd name="connsiteY87" fmla="*/ 623717 h 2912398"/>
              <a:gd name="connsiteX88" fmla="*/ 1038444 w 11277374"/>
              <a:gd name="connsiteY88" fmla="*/ 600522 h 2912398"/>
              <a:gd name="connsiteX89" fmla="*/ 674515 w 11277374"/>
              <a:gd name="connsiteY89" fmla="*/ 506355 h 2912398"/>
              <a:gd name="connsiteX90" fmla="*/ 636328 w 11277374"/>
              <a:gd name="connsiteY90" fmla="*/ 529002 h 2912398"/>
              <a:gd name="connsiteX91" fmla="*/ 631967 w 11277374"/>
              <a:gd name="connsiteY91" fmla="*/ 506875 h 2912398"/>
              <a:gd name="connsiteX92" fmla="*/ 610678 w 11277374"/>
              <a:gd name="connsiteY92" fmla="*/ 512623 h 2912398"/>
              <a:gd name="connsiteX93" fmla="*/ 615300 w 11277374"/>
              <a:gd name="connsiteY93" fmla="*/ 541538 h 2912398"/>
              <a:gd name="connsiteX94" fmla="*/ 615300 w 11277374"/>
              <a:gd name="connsiteY94" fmla="*/ 646394 h 2912398"/>
              <a:gd name="connsiteX95" fmla="*/ 636588 w 11277374"/>
              <a:gd name="connsiteY95" fmla="*/ 646394 h 2912398"/>
              <a:gd name="connsiteX96" fmla="*/ 636588 w 11277374"/>
              <a:gd name="connsiteY96" fmla="*/ 561239 h 2912398"/>
              <a:gd name="connsiteX97" fmla="*/ 644503 w 11277374"/>
              <a:gd name="connsiteY97" fmla="*/ 539689 h 2912398"/>
              <a:gd name="connsiteX98" fmla="*/ 667149 w 11277374"/>
              <a:gd name="connsiteY98" fmla="*/ 529840 h 2912398"/>
              <a:gd name="connsiteX99" fmla="*/ 673158 w 11277374"/>
              <a:gd name="connsiteY99" fmla="*/ 530938 h 2912398"/>
              <a:gd name="connsiteX100" fmla="*/ 681910 w 11277374"/>
              <a:gd name="connsiteY100" fmla="*/ 507713 h 2912398"/>
              <a:gd name="connsiteX101" fmla="*/ 674515 w 11277374"/>
              <a:gd name="connsiteY101" fmla="*/ 506355 h 2912398"/>
              <a:gd name="connsiteX102" fmla="*/ 752361 w 11277374"/>
              <a:gd name="connsiteY102" fmla="*/ 506355 h 2912398"/>
              <a:gd name="connsiteX103" fmla="*/ 694474 w 11277374"/>
              <a:gd name="connsiteY103" fmla="*/ 577616 h 2912398"/>
              <a:gd name="connsiteX104" fmla="*/ 753170 w 11277374"/>
              <a:gd name="connsiteY104" fmla="*/ 649945 h 2912398"/>
              <a:gd name="connsiteX105" fmla="*/ 811576 w 11277374"/>
              <a:gd name="connsiteY105" fmla="*/ 580591 h 2912398"/>
              <a:gd name="connsiteX106" fmla="*/ 799040 w 11277374"/>
              <a:gd name="connsiteY106" fmla="*/ 530128 h 2912398"/>
              <a:gd name="connsiteX107" fmla="*/ 752361 w 11277374"/>
              <a:gd name="connsiteY107" fmla="*/ 506355 h 2912398"/>
              <a:gd name="connsiteX108" fmla="*/ 1225333 w 11277374"/>
              <a:gd name="connsiteY108" fmla="*/ 466261 h 2912398"/>
              <a:gd name="connsiteX109" fmla="*/ 1205200 w 11277374"/>
              <a:gd name="connsiteY109" fmla="*/ 470421 h 2912398"/>
              <a:gd name="connsiteX110" fmla="*/ 1205200 w 11277374"/>
              <a:gd name="connsiteY110" fmla="*/ 510398 h 2912398"/>
              <a:gd name="connsiteX111" fmla="*/ 1186366 w 11277374"/>
              <a:gd name="connsiteY111" fmla="*/ 510398 h 2912398"/>
              <a:gd name="connsiteX112" fmla="*/ 1186366 w 11277374"/>
              <a:gd name="connsiteY112" fmla="*/ 526516 h 2912398"/>
              <a:gd name="connsiteX113" fmla="*/ 1204103 w 11277374"/>
              <a:gd name="connsiteY113" fmla="*/ 526516 h 2912398"/>
              <a:gd name="connsiteX114" fmla="*/ 1204103 w 11277374"/>
              <a:gd name="connsiteY114" fmla="*/ 619875 h 2912398"/>
              <a:gd name="connsiteX115" fmla="*/ 1217188 w 11277374"/>
              <a:gd name="connsiteY115" fmla="*/ 646883 h 2912398"/>
              <a:gd name="connsiteX116" fmla="*/ 1234953 w 11277374"/>
              <a:gd name="connsiteY116" fmla="*/ 650725 h 2912398"/>
              <a:gd name="connsiteX117" fmla="*/ 1258985 w 11277374"/>
              <a:gd name="connsiteY117" fmla="*/ 645236 h 2912398"/>
              <a:gd name="connsiteX118" fmla="*/ 1255981 w 11277374"/>
              <a:gd name="connsiteY118" fmla="*/ 631602 h 2912398"/>
              <a:gd name="connsiteX119" fmla="*/ 1242607 w 11277374"/>
              <a:gd name="connsiteY119" fmla="*/ 634375 h 2912398"/>
              <a:gd name="connsiteX120" fmla="*/ 1225131 w 11277374"/>
              <a:gd name="connsiteY120" fmla="*/ 614155 h 2912398"/>
              <a:gd name="connsiteX121" fmla="*/ 1225131 w 11277374"/>
              <a:gd name="connsiteY121" fmla="*/ 526516 h 2912398"/>
              <a:gd name="connsiteX122" fmla="*/ 1253526 w 11277374"/>
              <a:gd name="connsiteY122" fmla="*/ 526516 h 2912398"/>
              <a:gd name="connsiteX123" fmla="*/ 1260083 w 11277374"/>
              <a:gd name="connsiteY123" fmla="*/ 510398 h 2912398"/>
              <a:gd name="connsiteX124" fmla="*/ 1225333 w 11277374"/>
              <a:gd name="connsiteY124" fmla="*/ 510398 h 2912398"/>
              <a:gd name="connsiteX125" fmla="*/ 873708 w 11277374"/>
              <a:gd name="connsiteY125" fmla="*/ 466261 h 2912398"/>
              <a:gd name="connsiteX126" fmla="*/ 853574 w 11277374"/>
              <a:gd name="connsiteY126" fmla="*/ 470421 h 2912398"/>
              <a:gd name="connsiteX127" fmla="*/ 853574 w 11277374"/>
              <a:gd name="connsiteY127" fmla="*/ 510398 h 2912398"/>
              <a:gd name="connsiteX128" fmla="*/ 834712 w 11277374"/>
              <a:gd name="connsiteY128" fmla="*/ 510398 h 2912398"/>
              <a:gd name="connsiteX129" fmla="*/ 834712 w 11277374"/>
              <a:gd name="connsiteY129" fmla="*/ 526516 h 2912398"/>
              <a:gd name="connsiteX130" fmla="*/ 852448 w 11277374"/>
              <a:gd name="connsiteY130" fmla="*/ 526516 h 2912398"/>
              <a:gd name="connsiteX131" fmla="*/ 852448 w 11277374"/>
              <a:gd name="connsiteY131" fmla="*/ 619875 h 2912398"/>
              <a:gd name="connsiteX132" fmla="*/ 865562 w 11277374"/>
              <a:gd name="connsiteY132" fmla="*/ 646883 h 2912398"/>
              <a:gd name="connsiteX133" fmla="*/ 883298 w 11277374"/>
              <a:gd name="connsiteY133" fmla="*/ 650725 h 2912398"/>
              <a:gd name="connsiteX134" fmla="*/ 907330 w 11277374"/>
              <a:gd name="connsiteY134" fmla="*/ 645236 h 2912398"/>
              <a:gd name="connsiteX135" fmla="*/ 904297 w 11277374"/>
              <a:gd name="connsiteY135" fmla="*/ 631602 h 2912398"/>
              <a:gd name="connsiteX136" fmla="*/ 890923 w 11277374"/>
              <a:gd name="connsiteY136" fmla="*/ 634375 h 2912398"/>
              <a:gd name="connsiteX137" fmla="*/ 873448 w 11277374"/>
              <a:gd name="connsiteY137" fmla="*/ 614155 h 2912398"/>
              <a:gd name="connsiteX138" fmla="*/ 873448 w 11277374"/>
              <a:gd name="connsiteY138" fmla="*/ 526516 h 2912398"/>
              <a:gd name="connsiteX139" fmla="*/ 901842 w 11277374"/>
              <a:gd name="connsiteY139" fmla="*/ 526516 h 2912398"/>
              <a:gd name="connsiteX140" fmla="*/ 908399 w 11277374"/>
              <a:gd name="connsiteY140" fmla="*/ 510398 h 2912398"/>
              <a:gd name="connsiteX141" fmla="*/ 873708 w 11277374"/>
              <a:gd name="connsiteY141" fmla="*/ 510398 h 2912398"/>
              <a:gd name="connsiteX142" fmla="*/ 949736 w 11277374"/>
              <a:gd name="connsiteY142" fmla="*/ 453407 h 2912398"/>
              <a:gd name="connsiteX143" fmla="*/ 934744 w 11277374"/>
              <a:gd name="connsiteY143" fmla="*/ 468601 h 2912398"/>
              <a:gd name="connsiteX144" fmla="*/ 949736 w 11277374"/>
              <a:gd name="connsiteY144" fmla="*/ 483390 h 2912398"/>
              <a:gd name="connsiteX145" fmla="*/ 964699 w 11277374"/>
              <a:gd name="connsiteY145" fmla="*/ 468370 h 2912398"/>
              <a:gd name="connsiteX146" fmla="*/ 949736 w 11277374"/>
              <a:gd name="connsiteY146" fmla="*/ 453407 h 2912398"/>
              <a:gd name="connsiteX147" fmla="*/ 1301014 w 11277374"/>
              <a:gd name="connsiteY147" fmla="*/ 453407 h 2912398"/>
              <a:gd name="connsiteX148" fmla="*/ 1286022 w 11277374"/>
              <a:gd name="connsiteY148" fmla="*/ 468601 h 2912398"/>
              <a:gd name="connsiteX149" fmla="*/ 1301014 w 11277374"/>
              <a:gd name="connsiteY149" fmla="*/ 483390 h 2912398"/>
              <a:gd name="connsiteX150" fmla="*/ 1316005 w 11277374"/>
              <a:gd name="connsiteY150" fmla="*/ 468370 h 2912398"/>
              <a:gd name="connsiteX151" fmla="*/ 1301014 w 11277374"/>
              <a:gd name="connsiteY151" fmla="*/ 453407 h 2912398"/>
              <a:gd name="connsiteX152" fmla="*/ 1145148 w 11277374"/>
              <a:gd name="connsiteY152" fmla="*/ 453407 h 2912398"/>
              <a:gd name="connsiteX153" fmla="*/ 1130156 w 11277374"/>
              <a:gd name="connsiteY153" fmla="*/ 468601 h 2912398"/>
              <a:gd name="connsiteX154" fmla="*/ 1145148 w 11277374"/>
              <a:gd name="connsiteY154" fmla="*/ 483390 h 2912398"/>
              <a:gd name="connsiteX155" fmla="*/ 1160139 w 11277374"/>
              <a:gd name="connsiteY155" fmla="*/ 468370 h 2912398"/>
              <a:gd name="connsiteX156" fmla="*/ 1145148 w 11277374"/>
              <a:gd name="connsiteY156" fmla="*/ 453407 h 2912398"/>
              <a:gd name="connsiteX157" fmla="*/ 0 w 11277374"/>
              <a:gd name="connsiteY157" fmla="*/ 0 h 2912398"/>
              <a:gd name="connsiteX158" fmla="*/ 11277374 w 11277374"/>
              <a:gd name="connsiteY158" fmla="*/ 0 h 2912398"/>
              <a:gd name="connsiteX159" fmla="*/ 11277374 w 11277374"/>
              <a:gd name="connsiteY159" fmla="*/ 2912398 h 2912398"/>
              <a:gd name="connsiteX160" fmla="*/ 0 w 11277374"/>
              <a:gd name="connsiteY160" fmla="*/ 2912398 h 2912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Lst>
            <a:rect l="l" t="t" r="r" b="b"/>
            <a:pathLst>
              <a:path w="11277374" h="2912398">
                <a:moveTo>
                  <a:pt x="523847" y="526807"/>
                </a:moveTo>
                <a:cubicBezTo>
                  <a:pt x="534766" y="526807"/>
                  <a:pt x="544616" y="532527"/>
                  <a:pt x="548949" y="541828"/>
                </a:cubicBezTo>
                <a:cubicBezTo>
                  <a:pt x="552791" y="550002"/>
                  <a:pt x="555246" y="564473"/>
                  <a:pt x="555246" y="580852"/>
                </a:cubicBezTo>
                <a:cubicBezTo>
                  <a:pt x="555246" y="596133"/>
                  <a:pt x="553599" y="606532"/>
                  <a:pt x="549498" y="615255"/>
                </a:cubicBezTo>
                <a:cubicBezTo>
                  <a:pt x="544876" y="625394"/>
                  <a:pt x="533408" y="632182"/>
                  <a:pt x="520843" y="632182"/>
                </a:cubicBezTo>
                <a:cubicBezTo>
                  <a:pt x="509404" y="632182"/>
                  <a:pt x="497648" y="625914"/>
                  <a:pt x="487567" y="614417"/>
                </a:cubicBezTo>
                <a:lnTo>
                  <a:pt x="487567" y="545929"/>
                </a:lnTo>
                <a:cubicBezTo>
                  <a:pt x="497937" y="533335"/>
                  <a:pt x="510213" y="526807"/>
                  <a:pt x="523847" y="526807"/>
                </a:cubicBezTo>
                <a:close/>
                <a:moveTo>
                  <a:pt x="752101" y="523802"/>
                </a:moveTo>
                <a:cubicBezTo>
                  <a:pt x="763280" y="523802"/>
                  <a:pt x="775267" y="529290"/>
                  <a:pt x="780986" y="541278"/>
                </a:cubicBezTo>
                <a:cubicBezTo>
                  <a:pt x="785377" y="550290"/>
                  <a:pt x="787283" y="563173"/>
                  <a:pt x="787283" y="582209"/>
                </a:cubicBezTo>
                <a:cubicBezTo>
                  <a:pt x="787283" y="595640"/>
                  <a:pt x="786186" y="603266"/>
                  <a:pt x="783211" y="611759"/>
                </a:cubicBezTo>
                <a:cubicBezTo>
                  <a:pt x="778560" y="624815"/>
                  <a:pt x="767930" y="632181"/>
                  <a:pt x="753718" y="632181"/>
                </a:cubicBezTo>
                <a:cubicBezTo>
                  <a:pt x="741991" y="632181"/>
                  <a:pt x="731072" y="626750"/>
                  <a:pt x="726162" y="618547"/>
                </a:cubicBezTo>
                <a:cubicBezTo>
                  <a:pt x="720991" y="610083"/>
                  <a:pt x="717698" y="593156"/>
                  <a:pt x="717698" y="574034"/>
                </a:cubicBezTo>
                <a:cubicBezTo>
                  <a:pt x="717698" y="557887"/>
                  <a:pt x="719893" y="547026"/>
                  <a:pt x="724255" y="538562"/>
                </a:cubicBezTo>
                <a:cubicBezTo>
                  <a:pt x="728877" y="529521"/>
                  <a:pt x="740084" y="523802"/>
                  <a:pt x="752101" y="523802"/>
                </a:cubicBezTo>
                <a:close/>
                <a:moveTo>
                  <a:pt x="1360633" y="517418"/>
                </a:moveTo>
                <a:lnTo>
                  <a:pt x="1362742" y="517418"/>
                </a:lnTo>
                <a:cubicBezTo>
                  <a:pt x="1363811" y="517418"/>
                  <a:pt x="1364677" y="517562"/>
                  <a:pt x="1365255" y="517822"/>
                </a:cubicBezTo>
                <a:cubicBezTo>
                  <a:pt x="1366353" y="518256"/>
                  <a:pt x="1367162" y="519382"/>
                  <a:pt x="1367162" y="520826"/>
                </a:cubicBezTo>
                <a:cubicBezTo>
                  <a:pt x="1367162" y="522040"/>
                  <a:pt x="1366757" y="522993"/>
                  <a:pt x="1366179" y="523599"/>
                </a:cubicBezTo>
                <a:cubicBezTo>
                  <a:pt x="1365457" y="524235"/>
                  <a:pt x="1364446" y="524553"/>
                  <a:pt x="1362627" y="524553"/>
                </a:cubicBezTo>
                <a:lnTo>
                  <a:pt x="1360633" y="524553"/>
                </a:lnTo>
                <a:close/>
                <a:moveTo>
                  <a:pt x="1357745" y="515049"/>
                </a:moveTo>
                <a:lnTo>
                  <a:pt x="1357745" y="535500"/>
                </a:lnTo>
                <a:lnTo>
                  <a:pt x="1360604" y="535500"/>
                </a:lnTo>
                <a:lnTo>
                  <a:pt x="1360604" y="526459"/>
                </a:lnTo>
                <a:cubicBezTo>
                  <a:pt x="1361442" y="526517"/>
                  <a:pt x="1361875" y="526806"/>
                  <a:pt x="1362424" y="527412"/>
                </a:cubicBezTo>
                <a:cubicBezTo>
                  <a:pt x="1363897" y="529030"/>
                  <a:pt x="1364417" y="529897"/>
                  <a:pt x="1365977" y="532496"/>
                </a:cubicBezTo>
                <a:cubicBezTo>
                  <a:pt x="1366786" y="533883"/>
                  <a:pt x="1367075" y="534374"/>
                  <a:pt x="1367653" y="535500"/>
                </a:cubicBezTo>
                <a:lnTo>
                  <a:pt x="1371148" y="535500"/>
                </a:lnTo>
                <a:cubicBezTo>
                  <a:pt x="1370743" y="534865"/>
                  <a:pt x="1369068" y="532178"/>
                  <a:pt x="1368201" y="530792"/>
                </a:cubicBezTo>
                <a:cubicBezTo>
                  <a:pt x="1367508" y="529694"/>
                  <a:pt x="1366902" y="528828"/>
                  <a:pt x="1366439" y="528250"/>
                </a:cubicBezTo>
                <a:cubicBezTo>
                  <a:pt x="1366122" y="527759"/>
                  <a:pt x="1365602" y="527124"/>
                  <a:pt x="1364677" y="526401"/>
                </a:cubicBezTo>
                <a:cubicBezTo>
                  <a:pt x="1368086" y="526488"/>
                  <a:pt x="1370166" y="523917"/>
                  <a:pt x="1370166" y="520740"/>
                </a:cubicBezTo>
                <a:cubicBezTo>
                  <a:pt x="1370166" y="518776"/>
                  <a:pt x="1369299" y="517389"/>
                  <a:pt x="1368346" y="516551"/>
                </a:cubicBezTo>
                <a:cubicBezTo>
                  <a:pt x="1367335" y="515598"/>
                  <a:pt x="1365919" y="515049"/>
                  <a:pt x="1363493" y="515049"/>
                </a:cubicBezTo>
                <a:close/>
                <a:moveTo>
                  <a:pt x="1363435" y="509705"/>
                </a:moveTo>
                <a:cubicBezTo>
                  <a:pt x="1371812" y="509705"/>
                  <a:pt x="1378542" y="516522"/>
                  <a:pt x="1378542" y="525419"/>
                </a:cubicBezTo>
                <a:cubicBezTo>
                  <a:pt x="1378542" y="534287"/>
                  <a:pt x="1371812" y="541133"/>
                  <a:pt x="1363435" y="541133"/>
                </a:cubicBezTo>
                <a:cubicBezTo>
                  <a:pt x="1355001" y="541133"/>
                  <a:pt x="1348328" y="534316"/>
                  <a:pt x="1348328" y="525419"/>
                </a:cubicBezTo>
                <a:cubicBezTo>
                  <a:pt x="1348328" y="516522"/>
                  <a:pt x="1355001" y="509705"/>
                  <a:pt x="1363435" y="509705"/>
                </a:cubicBezTo>
                <a:close/>
                <a:moveTo>
                  <a:pt x="1155807" y="507452"/>
                </a:moveTo>
                <a:lnTo>
                  <a:pt x="1133710" y="510947"/>
                </a:lnTo>
                <a:lnTo>
                  <a:pt x="1133710" y="568026"/>
                </a:lnTo>
                <a:lnTo>
                  <a:pt x="1133710" y="646364"/>
                </a:lnTo>
                <a:lnTo>
                  <a:pt x="1155807" y="646364"/>
                </a:lnTo>
                <a:lnTo>
                  <a:pt x="1155807" y="543820"/>
                </a:lnTo>
                <a:close/>
                <a:moveTo>
                  <a:pt x="960338" y="507452"/>
                </a:moveTo>
                <a:lnTo>
                  <a:pt x="938269" y="510947"/>
                </a:lnTo>
                <a:lnTo>
                  <a:pt x="938269" y="570193"/>
                </a:lnTo>
                <a:lnTo>
                  <a:pt x="938269" y="646364"/>
                </a:lnTo>
                <a:lnTo>
                  <a:pt x="960338" y="646364"/>
                </a:lnTo>
                <a:lnTo>
                  <a:pt x="960338" y="585358"/>
                </a:lnTo>
                <a:close/>
                <a:moveTo>
                  <a:pt x="1311672" y="507452"/>
                </a:moveTo>
                <a:lnTo>
                  <a:pt x="1289546" y="510947"/>
                </a:lnTo>
                <a:lnTo>
                  <a:pt x="1289546" y="568025"/>
                </a:lnTo>
                <a:lnTo>
                  <a:pt x="1289546" y="646363"/>
                </a:lnTo>
                <a:lnTo>
                  <a:pt x="1311672" y="646363"/>
                </a:lnTo>
                <a:lnTo>
                  <a:pt x="1311672" y="581746"/>
                </a:lnTo>
                <a:close/>
                <a:moveTo>
                  <a:pt x="1363435" y="507048"/>
                </a:moveTo>
                <a:cubicBezTo>
                  <a:pt x="1353412" y="507048"/>
                  <a:pt x="1345064" y="514934"/>
                  <a:pt x="1345064" y="525419"/>
                </a:cubicBezTo>
                <a:cubicBezTo>
                  <a:pt x="1345064" y="535876"/>
                  <a:pt x="1353412" y="543791"/>
                  <a:pt x="1363435" y="543791"/>
                </a:cubicBezTo>
                <a:cubicBezTo>
                  <a:pt x="1373430" y="543791"/>
                  <a:pt x="1381835" y="535876"/>
                  <a:pt x="1381835" y="525419"/>
                </a:cubicBezTo>
                <a:cubicBezTo>
                  <a:pt x="1381835" y="514934"/>
                  <a:pt x="1373430" y="507048"/>
                  <a:pt x="1363435" y="507048"/>
                </a:cubicBezTo>
                <a:close/>
                <a:moveTo>
                  <a:pt x="485112" y="506905"/>
                </a:moveTo>
                <a:lnTo>
                  <a:pt x="463274" y="510718"/>
                </a:lnTo>
                <a:cubicBezTo>
                  <a:pt x="463274" y="510718"/>
                  <a:pt x="466307" y="519153"/>
                  <a:pt x="466278" y="539892"/>
                </a:cubicBezTo>
                <a:lnTo>
                  <a:pt x="466278" y="725511"/>
                </a:lnTo>
                <a:lnTo>
                  <a:pt x="487567" y="721439"/>
                </a:lnTo>
                <a:lnTo>
                  <a:pt x="487567" y="634117"/>
                </a:lnTo>
                <a:cubicBezTo>
                  <a:pt x="497099" y="643967"/>
                  <a:pt x="511022" y="649947"/>
                  <a:pt x="524945" y="649947"/>
                </a:cubicBezTo>
                <a:cubicBezTo>
                  <a:pt x="542681" y="649947"/>
                  <a:pt x="557152" y="640905"/>
                  <a:pt x="567002" y="625105"/>
                </a:cubicBezTo>
                <a:cubicBezTo>
                  <a:pt x="574657" y="612511"/>
                  <a:pt x="577921" y="599974"/>
                  <a:pt x="577921" y="578165"/>
                </a:cubicBezTo>
                <a:cubicBezTo>
                  <a:pt x="577921" y="553902"/>
                  <a:pt x="573010" y="537206"/>
                  <a:pt x="562900" y="524641"/>
                </a:cubicBezTo>
                <a:cubicBezTo>
                  <a:pt x="554177" y="513721"/>
                  <a:pt x="540514" y="507713"/>
                  <a:pt x="526591" y="507713"/>
                </a:cubicBezTo>
                <a:cubicBezTo>
                  <a:pt x="511600" y="507713"/>
                  <a:pt x="497648" y="514589"/>
                  <a:pt x="486469" y="527645"/>
                </a:cubicBezTo>
                <a:cubicBezTo>
                  <a:pt x="486469" y="512652"/>
                  <a:pt x="485112" y="506905"/>
                  <a:pt x="485112" y="506905"/>
                </a:cubicBezTo>
                <a:close/>
                <a:moveTo>
                  <a:pt x="1006757" y="506904"/>
                </a:moveTo>
                <a:lnTo>
                  <a:pt x="984919" y="511497"/>
                </a:lnTo>
                <a:lnTo>
                  <a:pt x="1033793" y="647721"/>
                </a:lnTo>
                <a:lnTo>
                  <a:pt x="1054793" y="647721"/>
                </a:lnTo>
                <a:lnTo>
                  <a:pt x="1105892" y="510428"/>
                </a:lnTo>
                <a:lnTo>
                  <a:pt x="1083217" y="510428"/>
                </a:lnTo>
                <a:lnTo>
                  <a:pt x="1052078" y="600840"/>
                </a:lnTo>
                <a:cubicBezTo>
                  <a:pt x="1047716" y="613059"/>
                  <a:pt x="1045521" y="623717"/>
                  <a:pt x="1045521" y="623717"/>
                </a:cubicBezTo>
                <a:lnTo>
                  <a:pt x="1044972" y="623717"/>
                </a:lnTo>
                <a:cubicBezTo>
                  <a:pt x="1044972" y="623717"/>
                  <a:pt x="1042257" y="611730"/>
                  <a:pt x="1038444" y="600522"/>
                </a:cubicBezTo>
                <a:close/>
                <a:moveTo>
                  <a:pt x="674515" y="506355"/>
                </a:moveTo>
                <a:cubicBezTo>
                  <a:pt x="660621" y="506355"/>
                  <a:pt x="646150" y="515078"/>
                  <a:pt x="636328" y="529002"/>
                </a:cubicBezTo>
                <a:cubicBezTo>
                  <a:pt x="637166" y="517505"/>
                  <a:pt x="631967" y="506875"/>
                  <a:pt x="631967" y="506875"/>
                </a:cubicBezTo>
                <a:lnTo>
                  <a:pt x="610678" y="512623"/>
                </a:lnTo>
                <a:cubicBezTo>
                  <a:pt x="610678" y="512623"/>
                  <a:pt x="615300" y="521664"/>
                  <a:pt x="615300" y="541538"/>
                </a:cubicBezTo>
                <a:lnTo>
                  <a:pt x="615300" y="646394"/>
                </a:lnTo>
                <a:lnTo>
                  <a:pt x="636588" y="646394"/>
                </a:lnTo>
                <a:lnTo>
                  <a:pt x="636588" y="561239"/>
                </a:lnTo>
                <a:cubicBezTo>
                  <a:pt x="636588" y="550030"/>
                  <a:pt x="638206" y="545958"/>
                  <a:pt x="644503" y="539689"/>
                </a:cubicBezTo>
                <a:cubicBezTo>
                  <a:pt x="650771" y="533335"/>
                  <a:pt x="658975" y="529840"/>
                  <a:pt x="667149" y="529840"/>
                </a:cubicBezTo>
                <a:cubicBezTo>
                  <a:pt x="669345" y="529840"/>
                  <a:pt x="671800" y="530389"/>
                  <a:pt x="673158" y="530938"/>
                </a:cubicBezTo>
                <a:lnTo>
                  <a:pt x="681910" y="507713"/>
                </a:lnTo>
                <a:cubicBezTo>
                  <a:pt x="681910" y="507713"/>
                  <a:pt x="678068" y="506355"/>
                  <a:pt x="674515" y="506355"/>
                </a:cubicBezTo>
                <a:close/>
                <a:moveTo>
                  <a:pt x="752361" y="506355"/>
                </a:moveTo>
                <a:cubicBezTo>
                  <a:pt x="716600" y="506355"/>
                  <a:pt x="694474" y="533334"/>
                  <a:pt x="694474" y="577616"/>
                </a:cubicBezTo>
                <a:cubicBezTo>
                  <a:pt x="694474" y="622360"/>
                  <a:pt x="715763" y="649945"/>
                  <a:pt x="753170" y="649945"/>
                </a:cubicBezTo>
                <a:cubicBezTo>
                  <a:pt x="787283" y="649945"/>
                  <a:pt x="811576" y="625941"/>
                  <a:pt x="811576" y="580591"/>
                </a:cubicBezTo>
                <a:cubicBezTo>
                  <a:pt x="811576" y="558494"/>
                  <a:pt x="807503" y="542346"/>
                  <a:pt x="799040" y="530128"/>
                </a:cubicBezTo>
                <a:cubicBezTo>
                  <a:pt x="789739" y="516696"/>
                  <a:pt x="775007" y="506355"/>
                  <a:pt x="752361" y="506355"/>
                </a:cubicBezTo>
                <a:close/>
                <a:moveTo>
                  <a:pt x="1225333" y="466261"/>
                </a:moveTo>
                <a:lnTo>
                  <a:pt x="1205200" y="470421"/>
                </a:lnTo>
                <a:lnTo>
                  <a:pt x="1205200" y="510398"/>
                </a:lnTo>
                <a:lnTo>
                  <a:pt x="1186366" y="510398"/>
                </a:lnTo>
                <a:lnTo>
                  <a:pt x="1186366" y="526516"/>
                </a:lnTo>
                <a:lnTo>
                  <a:pt x="1204103" y="526516"/>
                </a:lnTo>
                <a:lnTo>
                  <a:pt x="1204103" y="619875"/>
                </a:lnTo>
                <a:cubicBezTo>
                  <a:pt x="1204103" y="633538"/>
                  <a:pt x="1207656" y="642261"/>
                  <a:pt x="1217188" y="646883"/>
                </a:cubicBezTo>
                <a:cubicBezTo>
                  <a:pt x="1222387" y="649338"/>
                  <a:pt x="1227847" y="650725"/>
                  <a:pt x="1234953" y="650725"/>
                </a:cubicBezTo>
                <a:cubicBezTo>
                  <a:pt x="1244484" y="650725"/>
                  <a:pt x="1252139" y="648789"/>
                  <a:pt x="1258985" y="645236"/>
                </a:cubicBezTo>
                <a:lnTo>
                  <a:pt x="1255981" y="631602"/>
                </a:lnTo>
                <a:cubicBezTo>
                  <a:pt x="1252139" y="633567"/>
                  <a:pt x="1248616" y="634375"/>
                  <a:pt x="1242607" y="634375"/>
                </a:cubicBezTo>
                <a:cubicBezTo>
                  <a:pt x="1229232" y="634375"/>
                  <a:pt x="1225131" y="629147"/>
                  <a:pt x="1225131" y="614155"/>
                </a:cubicBezTo>
                <a:lnTo>
                  <a:pt x="1225131" y="526516"/>
                </a:lnTo>
                <a:lnTo>
                  <a:pt x="1253526" y="526516"/>
                </a:lnTo>
                <a:lnTo>
                  <a:pt x="1260083" y="510398"/>
                </a:lnTo>
                <a:lnTo>
                  <a:pt x="1225333" y="510398"/>
                </a:lnTo>
                <a:close/>
                <a:moveTo>
                  <a:pt x="873708" y="466261"/>
                </a:moveTo>
                <a:lnTo>
                  <a:pt x="853574" y="470421"/>
                </a:lnTo>
                <a:lnTo>
                  <a:pt x="853574" y="510398"/>
                </a:lnTo>
                <a:lnTo>
                  <a:pt x="834712" y="510398"/>
                </a:lnTo>
                <a:lnTo>
                  <a:pt x="834712" y="526516"/>
                </a:lnTo>
                <a:lnTo>
                  <a:pt x="852448" y="526516"/>
                </a:lnTo>
                <a:lnTo>
                  <a:pt x="852448" y="619875"/>
                </a:lnTo>
                <a:cubicBezTo>
                  <a:pt x="852448" y="633538"/>
                  <a:pt x="856001" y="642261"/>
                  <a:pt x="865562" y="646883"/>
                </a:cubicBezTo>
                <a:cubicBezTo>
                  <a:pt x="870761" y="649338"/>
                  <a:pt x="876192" y="650725"/>
                  <a:pt x="883298" y="650725"/>
                </a:cubicBezTo>
                <a:cubicBezTo>
                  <a:pt x="892830" y="650725"/>
                  <a:pt x="900485" y="648789"/>
                  <a:pt x="907330" y="645236"/>
                </a:cubicBezTo>
                <a:lnTo>
                  <a:pt x="904297" y="631602"/>
                </a:lnTo>
                <a:cubicBezTo>
                  <a:pt x="900485" y="633567"/>
                  <a:pt x="896903" y="634375"/>
                  <a:pt x="890923" y="634375"/>
                </a:cubicBezTo>
                <a:cubicBezTo>
                  <a:pt x="877521" y="634375"/>
                  <a:pt x="873448" y="629147"/>
                  <a:pt x="873448" y="614155"/>
                </a:cubicBezTo>
                <a:lnTo>
                  <a:pt x="873448" y="526516"/>
                </a:lnTo>
                <a:lnTo>
                  <a:pt x="901842" y="526516"/>
                </a:lnTo>
                <a:lnTo>
                  <a:pt x="908399" y="510398"/>
                </a:lnTo>
                <a:lnTo>
                  <a:pt x="873708" y="510398"/>
                </a:lnTo>
                <a:close/>
                <a:moveTo>
                  <a:pt x="949736" y="453407"/>
                </a:moveTo>
                <a:cubicBezTo>
                  <a:pt x="941359" y="453407"/>
                  <a:pt x="934715" y="460224"/>
                  <a:pt x="934744" y="468601"/>
                </a:cubicBezTo>
                <a:cubicBezTo>
                  <a:pt x="934744" y="476747"/>
                  <a:pt x="941388" y="483390"/>
                  <a:pt x="949736" y="483390"/>
                </a:cubicBezTo>
                <a:cubicBezTo>
                  <a:pt x="958084" y="483390"/>
                  <a:pt x="964699" y="476747"/>
                  <a:pt x="964699" y="468370"/>
                </a:cubicBezTo>
                <a:cubicBezTo>
                  <a:pt x="964699" y="460022"/>
                  <a:pt x="958084" y="453407"/>
                  <a:pt x="949736" y="453407"/>
                </a:cubicBezTo>
                <a:close/>
                <a:moveTo>
                  <a:pt x="1301014" y="453407"/>
                </a:moveTo>
                <a:cubicBezTo>
                  <a:pt x="1292666" y="453407"/>
                  <a:pt x="1286051" y="460224"/>
                  <a:pt x="1286022" y="468601"/>
                </a:cubicBezTo>
                <a:cubicBezTo>
                  <a:pt x="1286022" y="476747"/>
                  <a:pt x="1292666" y="483390"/>
                  <a:pt x="1301014" y="483390"/>
                </a:cubicBezTo>
                <a:cubicBezTo>
                  <a:pt x="1309391" y="483390"/>
                  <a:pt x="1316005" y="476747"/>
                  <a:pt x="1316005" y="468370"/>
                </a:cubicBezTo>
                <a:cubicBezTo>
                  <a:pt x="1316005" y="460022"/>
                  <a:pt x="1309391" y="453407"/>
                  <a:pt x="1301014" y="453407"/>
                </a:cubicBezTo>
                <a:close/>
                <a:moveTo>
                  <a:pt x="1145148" y="453407"/>
                </a:moveTo>
                <a:cubicBezTo>
                  <a:pt x="1136829" y="453407"/>
                  <a:pt x="1130156" y="460224"/>
                  <a:pt x="1130156" y="468601"/>
                </a:cubicBezTo>
                <a:cubicBezTo>
                  <a:pt x="1130156" y="476747"/>
                  <a:pt x="1136829" y="483390"/>
                  <a:pt x="1145148" y="483390"/>
                </a:cubicBezTo>
                <a:cubicBezTo>
                  <a:pt x="1153524" y="483390"/>
                  <a:pt x="1160139" y="476747"/>
                  <a:pt x="1160139" y="468370"/>
                </a:cubicBezTo>
                <a:cubicBezTo>
                  <a:pt x="1160139" y="460022"/>
                  <a:pt x="1153524" y="453407"/>
                  <a:pt x="1145148" y="453407"/>
                </a:cubicBezTo>
                <a:close/>
                <a:moveTo>
                  <a:pt x="0" y="0"/>
                </a:moveTo>
                <a:lnTo>
                  <a:pt x="11277374" y="0"/>
                </a:lnTo>
                <a:lnTo>
                  <a:pt x="11277374" y="2912398"/>
                </a:lnTo>
                <a:lnTo>
                  <a:pt x="0" y="2912398"/>
                </a:lnTo>
                <a:close/>
              </a:path>
            </a:pathLst>
          </a:custGeom>
          <a:solidFill>
            <a:schemeClr val="bg2"/>
          </a:solidFill>
        </p:spPr>
        <p:txBody>
          <a:bodyPr wrap="square">
            <a:noAutofit/>
          </a:bodyPr>
          <a:lstStyle>
            <a:lvl1pPr>
              <a:defRPr sz="1400"/>
            </a:lvl1pPr>
          </a:lstStyle>
          <a:p>
            <a:r>
              <a:rPr lang="en-US"/>
              <a:t>Click icon to add picture</a:t>
            </a:r>
            <a:endParaRPr lang="de-DE"/>
          </a:p>
        </p:txBody>
      </p:sp>
      <p:sp>
        <p:nvSpPr>
          <p:cNvPr id="3" name="Foliennummernplatzhalter 2">
            <a:extLst>
              <a:ext uri="{FF2B5EF4-FFF2-40B4-BE49-F238E27FC236}">
                <a16:creationId xmlns:a16="http://schemas.microsoft.com/office/drawing/2014/main" id="{40B193DB-68EA-BF1C-B9E1-3898228976FE}"/>
              </a:ext>
            </a:extLst>
          </p:cNvPr>
          <p:cNvSpPr>
            <a:spLocks noGrp="1"/>
          </p:cNvSpPr>
          <p:nvPr>
            <p:ph type="sldNum" sz="quarter" idx="10"/>
          </p:nvPr>
        </p:nvSpPr>
        <p:spPr/>
        <p:txBody>
          <a:bodyPr/>
          <a:lstStyle/>
          <a:p>
            <a:fld id="{9678312F-8BDE-4502-9E53-473B40D118CD}" type="slidenum">
              <a:rPr lang="de-DE" smtClean="0"/>
              <a:pPr/>
              <a:t>‹#›</a:t>
            </a:fld>
            <a:endParaRPr lang="de-DE"/>
          </a:p>
        </p:txBody>
      </p:sp>
      <p:sp>
        <p:nvSpPr>
          <p:cNvPr id="15" name="Textplatzhalter 7">
            <a:extLst>
              <a:ext uri="{FF2B5EF4-FFF2-40B4-BE49-F238E27FC236}">
                <a16:creationId xmlns:a16="http://schemas.microsoft.com/office/drawing/2014/main" id="{22D2C59D-67E2-1520-3D61-B1B8AC6DEB48}"/>
              </a:ext>
            </a:extLst>
          </p:cNvPr>
          <p:cNvSpPr>
            <a:spLocks noGrp="1"/>
          </p:cNvSpPr>
          <p:nvPr>
            <p:ph type="body" sz="quarter" idx="20" hasCustomPrompt="1"/>
          </p:nvPr>
        </p:nvSpPr>
        <p:spPr>
          <a:xfrm>
            <a:off x="468075" y="3254505"/>
            <a:ext cx="5313600" cy="3218400"/>
          </a:xfrm>
        </p:spPr>
        <p:txBody>
          <a:bodyPr/>
          <a:lstStyle>
            <a:lvl1pPr>
              <a:defRPr sz="1400"/>
            </a:lvl1pPr>
            <a:lvl2pPr>
              <a:defRPr/>
            </a:lvl2pPr>
            <a:lvl3pPr>
              <a:lnSpc>
                <a:spcPct val="115000"/>
              </a:lnSpc>
              <a:defRPr sz="850"/>
            </a:lvl3pPr>
            <a:lvl4pPr>
              <a:lnSpc>
                <a:spcPct val="115000"/>
              </a:lnSpc>
              <a:defRPr sz="850"/>
            </a:lvl4pPr>
            <a:lvl5pPr>
              <a:lnSpc>
                <a:spcPct val="115000"/>
              </a:lnSpc>
              <a:defRPr sz="850"/>
            </a:lvl5pPr>
            <a:lvl6pPr>
              <a:defRPr/>
            </a:lvl6pPr>
            <a:lvl7pPr>
              <a:defRPr/>
            </a:lvl7pPr>
          </a:lstStyle>
          <a:p>
            <a:pPr lvl="0"/>
            <a:r>
              <a:rPr lang="de-DE" noProof="0"/>
              <a:t>Text hinzufügen</a:t>
            </a:r>
          </a:p>
          <a:p>
            <a:pPr lvl="1"/>
            <a:r>
              <a:rPr lang="de-DE" noProof="0"/>
              <a:t>Zweite Ebene</a:t>
            </a:r>
          </a:p>
          <a:p>
            <a:pPr lvl="2"/>
            <a:r>
              <a:rPr lang="de-DE" noProof="0"/>
              <a:t>Dritte Ebene</a:t>
            </a:r>
          </a:p>
          <a:p>
            <a:pPr lvl="3"/>
            <a:r>
              <a:rPr lang="de-DE" noProof="0"/>
              <a:t>Vierte Ebene</a:t>
            </a:r>
          </a:p>
          <a:p>
            <a:pPr lvl="4"/>
            <a:r>
              <a:rPr lang="de-DE" noProof="0"/>
              <a:t>Fünfte Ebene</a:t>
            </a:r>
          </a:p>
          <a:p>
            <a:pPr lvl="5"/>
            <a:r>
              <a:rPr lang="de-DE" noProof="0"/>
              <a:t>Sechste Ebene</a:t>
            </a:r>
          </a:p>
          <a:p>
            <a:pPr lvl="6"/>
            <a:r>
              <a:rPr lang="de-DE" noProof="0"/>
              <a:t>Siebte Ebene</a:t>
            </a:r>
          </a:p>
          <a:p>
            <a:pPr lvl="4"/>
            <a:endParaRPr lang="de-DE" noProof="0"/>
          </a:p>
        </p:txBody>
      </p:sp>
      <p:sp>
        <p:nvSpPr>
          <p:cNvPr id="16" name="Textplatzhalter 7">
            <a:extLst>
              <a:ext uri="{FF2B5EF4-FFF2-40B4-BE49-F238E27FC236}">
                <a16:creationId xmlns:a16="http://schemas.microsoft.com/office/drawing/2014/main" id="{6EEF873A-A038-082E-E7B1-045961D033E9}"/>
              </a:ext>
            </a:extLst>
          </p:cNvPr>
          <p:cNvSpPr>
            <a:spLocks noGrp="1"/>
          </p:cNvSpPr>
          <p:nvPr>
            <p:ph type="body" sz="quarter" idx="21" hasCustomPrompt="1"/>
          </p:nvPr>
        </p:nvSpPr>
        <p:spPr>
          <a:xfrm>
            <a:off x="6667500" y="3254505"/>
            <a:ext cx="4248000" cy="3218400"/>
          </a:xfrm>
        </p:spPr>
        <p:txBody>
          <a:bodyPr/>
          <a:lstStyle>
            <a:lvl1pPr>
              <a:defRPr sz="1400"/>
            </a:lvl1pPr>
            <a:lvl2pPr>
              <a:defRPr/>
            </a:lvl2pPr>
            <a:lvl3pPr>
              <a:lnSpc>
                <a:spcPct val="115000"/>
              </a:lnSpc>
              <a:defRPr sz="850"/>
            </a:lvl3pPr>
            <a:lvl4pPr>
              <a:lnSpc>
                <a:spcPct val="115000"/>
              </a:lnSpc>
              <a:defRPr sz="850"/>
            </a:lvl4pPr>
            <a:lvl5pPr>
              <a:lnSpc>
                <a:spcPct val="115000"/>
              </a:lnSpc>
              <a:defRPr sz="850"/>
            </a:lvl5pPr>
            <a:lvl6pPr>
              <a:defRPr/>
            </a:lvl6pPr>
            <a:lvl7pPr>
              <a:defRPr/>
            </a:lvl7pPr>
          </a:lstStyle>
          <a:p>
            <a:pPr lvl="0"/>
            <a:r>
              <a:rPr lang="de-DE" noProof="0"/>
              <a:t>Text hinzufügen</a:t>
            </a:r>
          </a:p>
          <a:p>
            <a:pPr lvl="1"/>
            <a:r>
              <a:rPr lang="de-DE" noProof="0"/>
              <a:t>Zweite Ebene</a:t>
            </a:r>
          </a:p>
          <a:p>
            <a:pPr lvl="2"/>
            <a:r>
              <a:rPr lang="de-DE" noProof="0"/>
              <a:t>Dritte Ebene</a:t>
            </a:r>
          </a:p>
          <a:p>
            <a:pPr lvl="3"/>
            <a:r>
              <a:rPr lang="de-DE" noProof="0"/>
              <a:t>Vierte Ebene</a:t>
            </a:r>
          </a:p>
          <a:p>
            <a:pPr lvl="4"/>
            <a:r>
              <a:rPr lang="de-DE" noProof="0"/>
              <a:t>Fünfte Ebene</a:t>
            </a:r>
          </a:p>
          <a:p>
            <a:pPr lvl="5"/>
            <a:r>
              <a:rPr lang="de-DE" noProof="0"/>
              <a:t>Sechste Ebene</a:t>
            </a:r>
          </a:p>
          <a:p>
            <a:pPr lvl="6"/>
            <a:r>
              <a:rPr lang="de-DE" noProof="0"/>
              <a:t>Siebte Ebene</a:t>
            </a:r>
          </a:p>
          <a:p>
            <a:pPr lvl="4"/>
            <a:endParaRPr lang="de-DE" noProof="0"/>
          </a:p>
        </p:txBody>
      </p:sp>
      <p:sp>
        <p:nvSpPr>
          <p:cNvPr id="4" name="Titel 3">
            <a:extLst>
              <a:ext uri="{FF2B5EF4-FFF2-40B4-BE49-F238E27FC236}">
                <a16:creationId xmlns:a16="http://schemas.microsoft.com/office/drawing/2014/main" id="{37F59082-492D-0274-643D-9608149CE060}"/>
              </a:ext>
            </a:extLst>
          </p:cNvPr>
          <p:cNvSpPr>
            <a:spLocks noGrp="1"/>
          </p:cNvSpPr>
          <p:nvPr>
            <p:ph type="title" hasCustomPrompt="1"/>
          </p:nvPr>
        </p:nvSpPr>
        <p:spPr>
          <a:xfrm>
            <a:off x="2057400" y="408728"/>
            <a:ext cx="8861200" cy="373777"/>
          </a:xfrm>
          <a:prstGeom prst="rect">
            <a:avLst/>
          </a:prstGeom>
        </p:spPr>
        <p:txBody>
          <a:bodyPr/>
          <a:lstStyle>
            <a:lvl1pPr>
              <a:defRPr>
                <a:solidFill>
                  <a:schemeClr val="bg1"/>
                </a:solidFill>
                <a:latin typeface="+mj-lt"/>
              </a:defRPr>
            </a:lvl1pPr>
          </a:lstStyle>
          <a:p>
            <a:r>
              <a:rPr lang="de-DE"/>
              <a:t>Titel hinzufügen</a:t>
            </a:r>
          </a:p>
        </p:txBody>
      </p:sp>
      <p:sp>
        <p:nvSpPr>
          <p:cNvPr id="2" name="Fußzeilenplatzhalter 5">
            <a:extLst>
              <a:ext uri="{FF2B5EF4-FFF2-40B4-BE49-F238E27FC236}">
                <a16:creationId xmlns:a16="http://schemas.microsoft.com/office/drawing/2014/main" id="{BB317B6B-5A3A-7392-2733-047083AB816E}"/>
              </a:ext>
            </a:extLst>
          </p:cNvPr>
          <p:cNvSpPr>
            <a:spLocks noGrp="1"/>
          </p:cNvSpPr>
          <p:nvPr>
            <p:ph type="ftr" sz="quarter" idx="3"/>
          </p:nvPr>
        </p:nvSpPr>
        <p:spPr>
          <a:xfrm rot="16200000">
            <a:off x="9687412" y="3627858"/>
            <a:ext cx="4114800" cy="180000"/>
          </a:xfrm>
          <a:prstGeom prst="rect">
            <a:avLst/>
          </a:prstGeom>
        </p:spPr>
        <p:txBody>
          <a:bodyPr vert="horz" lIns="0" tIns="0" rIns="0" bIns="0" rtlCol="0" anchor="b"/>
          <a:lstStyle>
            <a:lvl1pPr algn="l">
              <a:defRPr sz="800" cap="all" spc="50" baseline="0">
                <a:solidFill>
                  <a:schemeClr val="accent3"/>
                </a:solidFill>
                <a:latin typeface="Merriweather" panose="00000500000000000000" pitchFamily="2" charset="0"/>
              </a:defRPr>
            </a:lvl1pPr>
          </a:lstStyle>
          <a:p>
            <a:r>
              <a:rPr lang="de-DE"/>
              <a:t>Corporate Presentation</a:t>
            </a:r>
          </a:p>
        </p:txBody>
      </p:sp>
      <p:sp>
        <p:nvSpPr>
          <p:cNvPr id="6" name="Untertitel 2">
            <a:extLst>
              <a:ext uri="{FF2B5EF4-FFF2-40B4-BE49-F238E27FC236}">
                <a16:creationId xmlns:a16="http://schemas.microsoft.com/office/drawing/2014/main" id="{BE6531EA-664E-2DDD-7B58-EF84B7B02544}"/>
              </a:ext>
            </a:extLst>
          </p:cNvPr>
          <p:cNvSpPr>
            <a:spLocks noGrp="1"/>
          </p:cNvSpPr>
          <p:nvPr>
            <p:ph type="subTitle" idx="1" hasCustomPrompt="1"/>
          </p:nvPr>
        </p:nvSpPr>
        <p:spPr>
          <a:xfrm>
            <a:off x="2057400" y="904458"/>
            <a:ext cx="8861201" cy="756000"/>
          </a:xfrm>
        </p:spPr>
        <p:txBody>
          <a:bodyPr lIns="0" tIns="0" rIns="0" bIns="0"/>
          <a:lstStyle>
            <a:lvl1pPr marL="0" indent="0" algn="r">
              <a:lnSpc>
                <a:spcPct val="85000"/>
              </a:lnSpc>
              <a:buNone/>
              <a:defRPr sz="2600" b="0" i="0" cap="none" baseline="0">
                <a:solidFill>
                  <a:schemeClr val="bg1"/>
                </a:solidFill>
                <a:latin typeface="Barlow Condensed Light"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noProof="0"/>
              <a:t>Untertitel hinzufügen</a:t>
            </a:r>
          </a:p>
        </p:txBody>
      </p:sp>
    </p:spTree>
    <p:extLst>
      <p:ext uri="{BB962C8B-B14F-4D97-AF65-F5344CB8AC3E}">
        <p14:creationId xmlns:p14="http://schemas.microsoft.com/office/powerpoint/2010/main" val="32306465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Header-medium">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524D4FB4-E1B7-07BE-8F76-9A54F4E91632}"/>
              </a:ext>
            </a:extLst>
          </p:cNvPr>
          <p:cNvSpPr/>
          <p:nvPr userDrawn="1"/>
        </p:nvSpPr>
        <p:spPr>
          <a:xfrm>
            <a:off x="279083" y="213132"/>
            <a:ext cx="1271081" cy="5693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latin typeface="Barlow Condensed Light" panose="00000406000000000000" pitchFamily="2" charset="0"/>
            </a:endParaRPr>
          </a:p>
        </p:txBody>
      </p:sp>
      <p:sp>
        <p:nvSpPr>
          <p:cNvPr id="26" name="Bildplatzhalter 25">
            <a:extLst>
              <a:ext uri="{FF2B5EF4-FFF2-40B4-BE49-F238E27FC236}">
                <a16:creationId xmlns:a16="http://schemas.microsoft.com/office/drawing/2014/main" id="{8E671E16-437F-63FD-B2D3-3C4EAD8C2EA4}"/>
              </a:ext>
            </a:extLst>
          </p:cNvPr>
          <p:cNvSpPr>
            <a:spLocks noGrp="1"/>
          </p:cNvSpPr>
          <p:nvPr>
            <p:ph type="pic" sz="quarter" idx="18"/>
          </p:nvPr>
        </p:nvSpPr>
        <p:spPr>
          <a:xfrm>
            <a:off x="226" y="0"/>
            <a:ext cx="11277374" cy="2066400"/>
          </a:xfrm>
          <a:custGeom>
            <a:avLst/>
            <a:gdLst>
              <a:gd name="connsiteX0" fmla="*/ 523400 w 11277374"/>
              <a:gd name="connsiteY0" fmla="*/ 526807 h 2066400"/>
              <a:gd name="connsiteX1" fmla="*/ 548502 w 11277374"/>
              <a:gd name="connsiteY1" fmla="*/ 541828 h 2066400"/>
              <a:gd name="connsiteX2" fmla="*/ 554799 w 11277374"/>
              <a:gd name="connsiteY2" fmla="*/ 580852 h 2066400"/>
              <a:gd name="connsiteX3" fmla="*/ 549051 w 11277374"/>
              <a:gd name="connsiteY3" fmla="*/ 615255 h 2066400"/>
              <a:gd name="connsiteX4" fmla="*/ 520396 w 11277374"/>
              <a:gd name="connsiteY4" fmla="*/ 632183 h 2066400"/>
              <a:gd name="connsiteX5" fmla="*/ 487120 w 11277374"/>
              <a:gd name="connsiteY5" fmla="*/ 614417 h 2066400"/>
              <a:gd name="connsiteX6" fmla="*/ 487120 w 11277374"/>
              <a:gd name="connsiteY6" fmla="*/ 545929 h 2066400"/>
              <a:gd name="connsiteX7" fmla="*/ 523400 w 11277374"/>
              <a:gd name="connsiteY7" fmla="*/ 526807 h 2066400"/>
              <a:gd name="connsiteX8" fmla="*/ 751654 w 11277374"/>
              <a:gd name="connsiteY8" fmla="*/ 523803 h 2066400"/>
              <a:gd name="connsiteX9" fmla="*/ 780539 w 11277374"/>
              <a:gd name="connsiteY9" fmla="*/ 541279 h 2066400"/>
              <a:gd name="connsiteX10" fmla="*/ 786836 w 11277374"/>
              <a:gd name="connsiteY10" fmla="*/ 582210 h 2066400"/>
              <a:gd name="connsiteX11" fmla="*/ 782764 w 11277374"/>
              <a:gd name="connsiteY11" fmla="*/ 611760 h 2066400"/>
              <a:gd name="connsiteX12" fmla="*/ 753271 w 11277374"/>
              <a:gd name="connsiteY12" fmla="*/ 632182 h 2066400"/>
              <a:gd name="connsiteX13" fmla="*/ 725715 w 11277374"/>
              <a:gd name="connsiteY13" fmla="*/ 618548 h 2066400"/>
              <a:gd name="connsiteX14" fmla="*/ 717251 w 11277374"/>
              <a:gd name="connsiteY14" fmla="*/ 574035 h 2066400"/>
              <a:gd name="connsiteX15" fmla="*/ 723808 w 11277374"/>
              <a:gd name="connsiteY15" fmla="*/ 538563 h 2066400"/>
              <a:gd name="connsiteX16" fmla="*/ 751654 w 11277374"/>
              <a:gd name="connsiteY16" fmla="*/ 523803 h 2066400"/>
              <a:gd name="connsiteX17" fmla="*/ 1360186 w 11277374"/>
              <a:gd name="connsiteY17" fmla="*/ 517419 h 2066400"/>
              <a:gd name="connsiteX18" fmla="*/ 1362295 w 11277374"/>
              <a:gd name="connsiteY18" fmla="*/ 517419 h 2066400"/>
              <a:gd name="connsiteX19" fmla="*/ 1364808 w 11277374"/>
              <a:gd name="connsiteY19" fmla="*/ 517823 h 2066400"/>
              <a:gd name="connsiteX20" fmla="*/ 1366715 w 11277374"/>
              <a:gd name="connsiteY20" fmla="*/ 520827 h 2066400"/>
              <a:gd name="connsiteX21" fmla="*/ 1365732 w 11277374"/>
              <a:gd name="connsiteY21" fmla="*/ 523600 h 2066400"/>
              <a:gd name="connsiteX22" fmla="*/ 1362180 w 11277374"/>
              <a:gd name="connsiteY22" fmla="*/ 524554 h 2066400"/>
              <a:gd name="connsiteX23" fmla="*/ 1360186 w 11277374"/>
              <a:gd name="connsiteY23" fmla="*/ 524554 h 2066400"/>
              <a:gd name="connsiteX24" fmla="*/ 1357298 w 11277374"/>
              <a:gd name="connsiteY24" fmla="*/ 515050 h 2066400"/>
              <a:gd name="connsiteX25" fmla="*/ 1357298 w 11277374"/>
              <a:gd name="connsiteY25" fmla="*/ 535501 h 2066400"/>
              <a:gd name="connsiteX26" fmla="*/ 1360157 w 11277374"/>
              <a:gd name="connsiteY26" fmla="*/ 535501 h 2066400"/>
              <a:gd name="connsiteX27" fmla="*/ 1360157 w 11277374"/>
              <a:gd name="connsiteY27" fmla="*/ 526460 h 2066400"/>
              <a:gd name="connsiteX28" fmla="*/ 1361977 w 11277374"/>
              <a:gd name="connsiteY28" fmla="*/ 527413 h 2066400"/>
              <a:gd name="connsiteX29" fmla="*/ 1365530 w 11277374"/>
              <a:gd name="connsiteY29" fmla="*/ 532497 h 2066400"/>
              <a:gd name="connsiteX30" fmla="*/ 1367206 w 11277374"/>
              <a:gd name="connsiteY30" fmla="*/ 535501 h 2066400"/>
              <a:gd name="connsiteX31" fmla="*/ 1370701 w 11277374"/>
              <a:gd name="connsiteY31" fmla="*/ 535501 h 2066400"/>
              <a:gd name="connsiteX32" fmla="*/ 1367754 w 11277374"/>
              <a:gd name="connsiteY32" fmla="*/ 530793 h 2066400"/>
              <a:gd name="connsiteX33" fmla="*/ 1365992 w 11277374"/>
              <a:gd name="connsiteY33" fmla="*/ 528251 h 2066400"/>
              <a:gd name="connsiteX34" fmla="*/ 1364230 w 11277374"/>
              <a:gd name="connsiteY34" fmla="*/ 526402 h 2066400"/>
              <a:gd name="connsiteX35" fmla="*/ 1369719 w 11277374"/>
              <a:gd name="connsiteY35" fmla="*/ 520741 h 2066400"/>
              <a:gd name="connsiteX36" fmla="*/ 1367899 w 11277374"/>
              <a:gd name="connsiteY36" fmla="*/ 516552 h 2066400"/>
              <a:gd name="connsiteX37" fmla="*/ 1363046 w 11277374"/>
              <a:gd name="connsiteY37" fmla="*/ 515050 h 2066400"/>
              <a:gd name="connsiteX38" fmla="*/ 1362988 w 11277374"/>
              <a:gd name="connsiteY38" fmla="*/ 509706 h 2066400"/>
              <a:gd name="connsiteX39" fmla="*/ 1378095 w 11277374"/>
              <a:gd name="connsiteY39" fmla="*/ 525420 h 2066400"/>
              <a:gd name="connsiteX40" fmla="*/ 1362988 w 11277374"/>
              <a:gd name="connsiteY40" fmla="*/ 541134 h 2066400"/>
              <a:gd name="connsiteX41" fmla="*/ 1347881 w 11277374"/>
              <a:gd name="connsiteY41" fmla="*/ 525420 h 2066400"/>
              <a:gd name="connsiteX42" fmla="*/ 1362988 w 11277374"/>
              <a:gd name="connsiteY42" fmla="*/ 509706 h 2066400"/>
              <a:gd name="connsiteX43" fmla="*/ 1155360 w 11277374"/>
              <a:gd name="connsiteY43" fmla="*/ 507453 h 2066400"/>
              <a:gd name="connsiteX44" fmla="*/ 1133263 w 11277374"/>
              <a:gd name="connsiteY44" fmla="*/ 510948 h 2066400"/>
              <a:gd name="connsiteX45" fmla="*/ 1133263 w 11277374"/>
              <a:gd name="connsiteY45" fmla="*/ 568026 h 2066400"/>
              <a:gd name="connsiteX46" fmla="*/ 1133263 w 11277374"/>
              <a:gd name="connsiteY46" fmla="*/ 646364 h 2066400"/>
              <a:gd name="connsiteX47" fmla="*/ 1155360 w 11277374"/>
              <a:gd name="connsiteY47" fmla="*/ 646364 h 2066400"/>
              <a:gd name="connsiteX48" fmla="*/ 1155360 w 11277374"/>
              <a:gd name="connsiteY48" fmla="*/ 543820 h 2066400"/>
              <a:gd name="connsiteX49" fmla="*/ 959891 w 11277374"/>
              <a:gd name="connsiteY49" fmla="*/ 507453 h 2066400"/>
              <a:gd name="connsiteX50" fmla="*/ 937822 w 11277374"/>
              <a:gd name="connsiteY50" fmla="*/ 510948 h 2066400"/>
              <a:gd name="connsiteX51" fmla="*/ 937822 w 11277374"/>
              <a:gd name="connsiteY51" fmla="*/ 570193 h 2066400"/>
              <a:gd name="connsiteX52" fmla="*/ 937822 w 11277374"/>
              <a:gd name="connsiteY52" fmla="*/ 646364 h 2066400"/>
              <a:gd name="connsiteX53" fmla="*/ 959891 w 11277374"/>
              <a:gd name="connsiteY53" fmla="*/ 646364 h 2066400"/>
              <a:gd name="connsiteX54" fmla="*/ 959891 w 11277374"/>
              <a:gd name="connsiteY54" fmla="*/ 585358 h 2066400"/>
              <a:gd name="connsiteX55" fmla="*/ 1311225 w 11277374"/>
              <a:gd name="connsiteY55" fmla="*/ 507453 h 2066400"/>
              <a:gd name="connsiteX56" fmla="*/ 1289099 w 11277374"/>
              <a:gd name="connsiteY56" fmla="*/ 510948 h 2066400"/>
              <a:gd name="connsiteX57" fmla="*/ 1289099 w 11277374"/>
              <a:gd name="connsiteY57" fmla="*/ 568026 h 2066400"/>
              <a:gd name="connsiteX58" fmla="*/ 1289099 w 11277374"/>
              <a:gd name="connsiteY58" fmla="*/ 646364 h 2066400"/>
              <a:gd name="connsiteX59" fmla="*/ 1311225 w 11277374"/>
              <a:gd name="connsiteY59" fmla="*/ 646364 h 2066400"/>
              <a:gd name="connsiteX60" fmla="*/ 1311225 w 11277374"/>
              <a:gd name="connsiteY60" fmla="*/ 581747 h 2066400"/>
              <a:gd name="connsiteX61" fmla="*/ 1362988 w 11277374"/>
              <a:gd name="connsiteY61" fmla="*/ 507049 h 2066400"/>
              <a:gd name="connsiteX62" fmla="*/ 1344617 w 11277374"/>
              <a:gd name="connsiteY62" fmla="*/ 525420 h 2066400"/>
              <a:gd name="connsiteX63" fmla="*/ 1362988 w 11277374"/>
              <a:gd name="connsiteY63" fmla="*/ 543792 h 2066400"/>
              <a:gd name="connsiteX64" fmla="*/ 1381388 w 11277374"/>
              <a:gd name="connsiteY64" fmla="*/ 525420 h 2066400"/>
              <a:gd name="connsiteX65" fmla="*/ 1362988 w 11277374"/>
              <a:gd name="connsiteY65" fmla="*/ 507049 h 2066400"/>
              <a:gd name="connsiteX66" fmla="*/ 484665 w 11277374"/>
              <a:gd name="connsiteY66" fmla="*/ 506905 h 2066400"/>
              <a:gd name="connsiteX67" fmla="*/ 462827 w 11277374"/>
              <a:gd name="connsiteY67" fmla="*/ 510718 h 2066400"/>
              <a:gd name="connsiteX68" fmla="*/ 465831 w 11277374"/>
              <a:gd name="connsiteY68" fmla="*/ 539892 h 2066400"/>
              <a:gd name="connsiteX69" fmla="*/ 465831 w 11277374"/>
              <a:gd name="connsiteY69" fmla="*/ 725511 h 2066400"/>
              <a:gd name="connsiteX70" fmla="*/ 487120 w 11277374"/>
              <a:gd name="connsiteY70" fmla="*/ 721439 h 2066400"/>
              <a:gd name="connsiteX71" fmla="*/ 487120 w 11277374"/>
              <a:gd name="connsiteY71" fmla="*/ 634117 h 2066400"/>
              <a:gd name="connsiteX72" fmla="*/ 524498 w 11277374"/>
              <a:gd name="connsiteY72" fmla="*/ 649947 h 2066400"/>
              <a:gd name="connsiteX73" fmla="*/ 566555 w 11277374"/>
              <a:gd name="connsiteY73" fmla="*/ 625105 h 2066400"/>
              <a:gd name="connsiteX74" fmla="*/ 577474 w 11277374"/>
              <a:gd name="connsiteY74" fmla="*/ 578166 h 2066400"/>
              <a:gd name="connsiteX75" fmla="*/ 562453 w 11277374"/>
              <a:gd name="connsiteY75" fmla="*/ 524641 h 2066400"/>
              <a:gd name="connsiteX76" fmla="*/ 526144 w 11277374"/>
              <a:gd name="connsiteY76" fmla="*/ 507714 h 2066400"/>
              <a:gd name="connsiteX77" fmla="*/ 486022 w 11277374"/>
              <a:gd name="connsiteY77" fmla="*/ 527645 h 2066400"/>
              <a:gd name="connsiteX78" fmla="*/ 484665 w 11277374"/>
              <a:gd name="connsiteY78" fmla="*/ 506905 h 2066400"/>
              <a:gd name="connsiteX79" fmla="*/ 1006310 w 11277374"/>
              <a:gd name="connsiteY79" fmla="*/ 506905 h 2066400"/>
              <a:gd name="connsiteX80" fmla="*/ 984472 w 11277374"/>
              <a:gd name="connsiteY80" fmla="*/ 511498 h 2066400"/>
              <a:gd name="connsiteX81" fmla="*/ 1033346 w 11277374"/>
              <a:gd name="connsiteY81" fmla="*/ 647722 h 2066400"/>
              <a:gd name="connsiteX82" fmla="*/ 1054346 w 11277374"/>
              <a:gd name="connsiteY82" fmla="*/ 647722 h 2066400"/>
              <a:gd name="connsiteX83" fmla="*/ 1105445 w 11277374"/>
              <a:gd name="connsiteY83" fmla="*/ 510429 h 2066400"/>
              <a:gd name="connsiteX84" fmla="*/ 1082770 w 11277374"/>
              <a:gd name="connsiteY84" fmla="*/ 510429 h 2066400"/>
              <a:gd name="connsiteX85" fmla="*/ 1051631 w 11277374"/>
              <a:gd name="connsiteY85" fmla="*/ 600841 h 2066400"/>
              <a:gd name="connsiteX86" fmla="*/ 1045074 w 11277374"/>
              <a:gd name="connsiteY86" fmla="*/ 623718 h 2066400"/>
              <a:gd name="connsiteX87" fmla="*/ 1044525 w 11277374"/>
              <a:gd name="connsiteY87" fmla="*/ 623718 h 2066400"/>
              <a:gd name="connsiteX88" fmla="*/ 1037997 w 11277374"/>
              <a:gd name="connsiteY88" fmla="*/ 600523 h 2066400"/>
              <a:gd name="connsiteX89" fmla="*/ 674068 w 11277374"/>
              <a:gd name="connsiteY89" fmla="*/ 506356 h 2066400"/>
              <a:gd name="connsiteX90" fmla="*/ 635881 w 11277374"/>
              <a:gd name="connsiteY90" fmla="*/ 529002 h 2066400"/>
              <a:gd name="connsiteX91" fmla="*/ 631520 w 11277374"/>
              <a:gd name="connsiteY91" fmla="*/ 506876 h 2066400"/>
              <a:gd name="connsiteX92" fmla="*/ 610231 w 11277374"/>
              <a:gd name="connsiteY92" fmla="*/ 512624 h 2066400"/>
              <a:gd name="connsiteX93" fmla="*/ 614853 w 11277374"/>
              <a:gd name="connsiteY93" fmla="*/ 541539 h 2066400"/>
              <a:gd name="connsiteX94" fmla="*/ 614853 w 11277374"/>
              <a:gd name="connsiteY94" fmla="*/ 646394 h 2066400"/>
              <a:gd name="connsiteX95" fmla="*/ 636141 w 11277374"/>
              <a:gd name="connsiteY95" fmla="*/ 646394 h 2066400"/>
              <a:gd name="connsiteX96" fmla="*/ 636141 w 11277374"/>
              <a:gd name="connsiteY96" fmla="*/ 561239 h 2066400"/>
              <a:gd name="connsiteX97" fmla="*/ 644056 w 11277374"/>
              <a:gd name="connsiteY97" fmla="*/ 539690 h 2066400"/>
              <a:gd name="connsiteX98" fmla="*/ 666702 w 11277374"/>
              <a:gd name="connsiteY98" fmla="*/ 529840 h 2066400"/>
              <a:gd name="connsiteX99" fmla="*/ 672711 w 11277374"/>
              <a:gd name="connsiteY99" fmla="*/ 530938 h 2066400"/>
              <a:gd name="connsiteX100" fmla="*/ 681463 w 11277374"/>
              <a:gd name="connsiteY100" fmla="*/ 507714 h 2066400"/>
              <a:gd name="connsiteX101" fmla="*/ 674068 w 11277374"/>
              <a:gd name="connsiteY101" fmla="*/ 506356 h 2066400"/>
              <a:gd name="connsiteX102" fmla="*/ 751914 w 11277374"/>
              <a:gd name="connsiteY102" fmla="*/ 506356 h 2066400"/>
              <a:gd name="connsiteX103" fmla="*/ 694027 w 11277374"/>
              <a:gd name="connsiteY103" fmla="*/ 577617 h 2066400"/>
              <a:gd name="connsiteX104" fmla="*/ 752723 w 11277374"/>
              <a:gd name="connsiteY104" fmla="*/ 649946 h 2066400"/>
              <a:gd name="connsiteX105" fmla="*/ 811129 w 11277374"/>
              <a:gd name="connsiteY105" fmla="*/ 580592 h 2066400"/>
              <a:gd name="connsiteX106" fmla="*/ 798593 w 11277374"/>
              <a:gd name="connsiteY106" fmla="*/ 530129 h 2066400"/>
              <a:gd name="connsiteX107" fmla="*/ 751914 w 11277374"/>
              <a:gd name="connsiteY107" fmla="*/ 506356 h 2066400"/>
              <a:gd name="connsiteX108" fmla="*/ 1224886 w 11277374"/>
              <a:gd name="connsiteY108" fmla="*/ 466262 h 2066400"/>
              <a:gd name="connsiteX109" fmla="*/ 1204753 w 11277374"/>
              <a:gd name="connsiteY109" fmla="*/ 470422 h 2066400"/>
              <a:gd name="connsiteX110" fmla="*/ 1204753 w 11277374"/>
              <a:gd name="connsiteY110" fmla="*/ 510399 h 2066400"/>
              <a:gd name="connsiteX111" fmla="*/ 1185919 w 11277374"/>
              <a:gd name="connsiteY111" fmla="*/ 510399 h 2066400"/>
              <a:gd name="connsiteX112" fmla="*/ 1185919 w 11277374"/>
              <a:gd name="connsiteY112" fmla="*/ 526517 h 2066400"/>
              <a:gd name="connsiteX113" fmla="*/ 1203656 w 11277374"/>
              <a:gd name="connsiteY113" fmla="*/ 526517 h 2066400"/>
              <a:gd name="connsiteX114" fmla="*/ 1203656 w 11277374"/>
              <a:gd name="connsiteY114" fmla="*/ 619876 h 2066400"/>
              <a:gd name="connsiteX115" fmla="*/ 1216741 w 11277374"/>
              <a:gd name="connsiteY115" fmla="*/ 646884 h 2066400"/>
              <a:gd name="connsiteX116" fmla="*/ 1234506 w 11277374"/>
              <a:gd name="connsiteY116" fmla="*/ 650726 h 2066400"/>
              <a:gd name="connsiteX117" fmla="*/ 1258538 w 11277374"/>
              <a:gd name="connsiteY117" fmla="*/ 645237 h 2066400"/>
              <a:gd name="connsiteX118" fmla="*/ 1255534 w 11277374"/>
              <a:gd name="connsiteY118" fmla="*/ 631603 h 2066400"/>
              <a:gd name="connsiteX119" fmla="*/ 1242160 w 11277374"/>
              <a:gd name="connsiteY119" fmla="*/ 634376 h 2066400"/>
              <a:gd name="connsiteX120" fmla="*/ 1224684 w 11277374"/>
              <a:gd name="connsiteY120" fmla="*/ 614156 h 2066400"/>
              <a:gd name="connsiteX121" fmla="*/ 1224684 w 11277374"/>
              <a:gd name="connsiteY121" fmla="*/ 526517 h 2066400"/>
              <a:gd name="connsiteX122" fmla="*/ 1253079 w 11277374"/>
              <a:gd name="connsiteY122" fmla="*/ 526517 h 2066400"/>
              <a:gd name="connsiteX123" fmla="*/ 1259636 w 11277374"/>
              <a:gd name="connsiteY123" fmla="*/ 510399 h 2066400"/>
              <a:gd name="connsiteX124" fmla="*/ 1224886 w 11277374"/>
              <a:gd name="connsiteY124" fmla="*/ 510399 h 2066400"/>
              <a:gd name="connsiteX125" fmla="*/ 873261 w 11277374"/>
              <a:gd name="connsiteY125" fmla="*/ 466262 h 2066400"/>
              <a:gd name="connsiteX126" fmla="*/ 853127 w 11277374"/>
              <a:gd name="connsiteY126" fmla="*/ 470422 h 2066400"/>
              <a:gd name="connsiteX127" fmla="*/ 853127 w 11277374"/>
              <a:gd name="connsiteY127" fmla="*/ 510399 h 2066400"/>
              <a:gd name="connsiteX128" fmla="*/ 834265 w 11277374"/>
              <a:gd name="connsiteY128" fmla="*/ 510399 h 2066400"/>
              <a:gd name="connsiteX129" fmla="*/ 834265 w 11277374"/>
              <a:gd name="connsiteY129" fmla="*/ 526517 h 2066400"/>
              <a:gd name="connsiteX130" fmla="*/ 852001 w 11277374"/>
              <a:gd name="connsiteY130" fmla="*/ 526517 h 2066400"/>
              <a:gd name="connsiteX131" fmla="*/ 852001 w 11277374"/>
              <a:gd name="connsiteY131" fmla="*/ 619876 h 2066400"/>
              <a:gd name="connsiteX132" fmla="*/ 865115 w 11277374"/>
              <a:gd name="connsiteY132" fmla="*/ 646884 h 2066400"/>
              <a:gd name="connsiteX133" fmla="*/ 882851 w 11277374"/>
              <a:gd name="connsiteY133" fmla="*/ 650726 h 2066400"/>
              <a:gd name="connsiteX134" fmla="*/ 906883 w 11277374"/>
              <a:gd name="connsiteY134" fmla="*/ 645237 h 2066400"/>
              <a:gd name="connsiteX135" fmla="*/ 903850 w 11277374"/>
              <a:gd name="connsiteY135" fmla="*/ 631603 h 2066400"/>
              <a:gd name="connsiteX136" fmla="*/ 890476 w 11277374"/>
              <a:gd name="connsiteY136" fmla="*/ 634376 h 2066400"/>
              <a:gd name="connsiteX137" fmla="*/ 873001 w 11277374"/>
              <a:gd name="connsiteY137" fmla="*/ 614156 h 2066400"/>
              <a:gd name="connsiteX138" fmla="*/ 873001 w 11277374"/>
              <a:gd name="connsiteY138" fmla="*/ 526517 h 2066400"/>
              <a:gd name="connsiteX139" fmla="*/ 901395 w 11277374"/>
              <a:gd name="connsiteY139" fmla="*/ 526517 h 2066400"/>
              <a:gd name="connsiteX140" fmla="*/ 907952 w 11277374"/>
              <a:gd name="connsiteY140" fmla="*/ 510399 h 2066400"/>
              <a:gd name="connsiteX141" fmla="*/ 873261 w 11277374"/>
              <a:gd name="connsiteY141" fmla="*/ 510399 h 2066400"/>
              <a:gd name="connsiteX142" fmla="*/ 949289 w 11277374"/>
              <a:gd name="connsiteY142" fmla="*/ 453408 h 2066400"/>
              <a:gd name="connsiteX143" fmla="*/ 934297 w 11277374"/>
              <a:gd name="connsiteY143" fmla="*/ 468602 h 2066400"/>
              <a:gd name="connsiteX144" fmla="*/ 949289 w 11277374"/>
              <a:gd name="connsiteY144" fmla="*/ 483391 h 2066400"/>
              <a:gd name="connsiteX145" fmla="*/ 964252 w 11277374"/>
              <a:gd name="connsiteY145" fmla="*/ 468371 h 2066400"/>
              <a:gd name="connsiteX146" fmla="*/ 949289 w 11277374"/>
              <a:gd name="connsiteY146" fmla="*/ 453408 h 2066400"/>
              <a:gd name="connsiteX147" fmla="*/ 1144701 w 11277374"/>
              <a:gd name="connsiteY147" fmla="*/ 453408 h 2066400"/>
              <a:gd name="connsiteX148" fmla="*/ 1129709 w 11277374"/>
              <a:gd name="connsiteY148" fmla="*/ 468602 h 2066400"/>
              <a:gd name="connsiteX149" fmla="*/ 1144701 w 11277374"/>
              <a:gd name="connsiteY149" fmla="*/ 483391 h 2066400"/>
              <a:gd name="connsiteX150" fmla="*/ 1159692 w 11277374"/>
              <a:gd name="connsiteY150" fmla="*/ 468371 h 2066400"/>
              <a:gd name="connsiteX151" fmla="*/ 1144701 w 11277374"/>
              <a:gd name="connsiteY151" fmla="*/ 453408 h 2066400"/>
              <a:gd name="connsiteX152" fmla="*/ 1300567 w 11277374"/>
              <a:gd name="connsiteY152" fmla="*/ 453408 h 2066400"/>
              <a:gd name="connsiteX153" fmla="*/ 1285575 w 11277374"/>
              <a:gd name="connsiteY153" fmla="*/ 468602 h 2066400"/>
              <a:gd name="connsiteX154" fmla="*/ 1300567 w 11277374"/>
              <a:gd name="connsiteY154" fmla="*/ 483391 h 2066400"/>
              <a:gd name="connsiteX155" fmla="*/ 1315558 w 11277374"/>
              <a:gd name="connsiteY155" fmla="*/ 468371 h 2066400"/>
              <a:gd name="connsiteX156" fmla="*/ 1300567 w 11277374"/>
              <a:gd name="connsiteY156" fmla="*/ 453408 h 2066400"/>
              <a:gd name="connsiteX157" fmla="*/ 0 w 11277374"/>
              <a:gd name="connsiteY157" fmla="*/ 0 h 2066400"/>
              <a:gd name="connsiteX158" fmla="*/ 11277374 w 11277374"/>
              <a:gd name="connsiteY158" fmla="*/ 0 h 2066400"/>
              <a:gd name="connsiteX159" fmla="*/ 11277374 w 11277374"/>
              <a:gd name="connsiteY159" fmla="*/ 2066400 h 2066400"/>
              <a:gd name="connsiteX160" fmla="*/ 0 w 11277374"/>
              <a:gd name="connsiteY160" fmla="*/ 2066400 h 206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Lst>
            <a:rect l="l" t="t" r="r" b="b"/>
            <a:pathLst>
              <a:path w="11277374" h="2066400">
                <a:moveTo>
                  <a:pt x="523400" y="526807"/>
                </a:moveTo>
                <a:cubicBezTo>
                  <a:pt x="534319" y="526807"/>
                  <a:pt x="544169" y="532527"/>
                  <a:pt x="548502" y="541828"/>
                </a:cubicBezTo>
                <a:cubicBezTo>
                  <a:pt x="552344" y="550002"/>
                  <a:pt x="554799" y="564475"/>
                  <a:pt x="554799" y="580852"/>
                </a:cubicBezTo>
                <a:cubicBezTo>
                  <a:pt x="554799" y="596133"/>
                  <a:pt x="553152" y="606532"/>
                  <a:pt x="549051" y="615255"/>
                </a:cubicBezTo>
                <a:cubicBezTo>
                  <a:pt x="544429" y="625395"/>
                  <a:pt x="532961" y="632183"/>
                  <a:pt x="520396" y="632183"/>
                </a:cubicBezTo>
                <a:cubicBezTo>
                  <a:pt x="508957" y="632183"/>
                  <a:pt x="497201" y="625915"/>
                  <a:pt x="487120" y="614417"/>
                </a:cubicBezTo>
                <a:lnTo>
                  <a:pt x="487120" y="545929"/>
                </a:lnTo>
                <a:cubicBezTo>
                  <a:pt x="497490" y="533335"/>
                  <a:pt x="509766" y="526807"/>
                  <a:pt x="523400" y="526807"/>
                </a:cubicBezTo>
                <a:close/>
                <a:moveTo>
                  <a:pt x="751654" y="523803"/>
                </a:moveTo>
                <a:cubicBezTo>
                  <a:pt x="762833" y="523803"/>
                  <a:pt x="774820" y="529291"/>
                  <a:pt x="780539" y="541279"/>
                </a:cubicBezTo>
                <a:cubicBezTo>
                  <a:pt x="784930" y="550291"/>
                  <a:pt x="786836" y="563174"/>
                  <a:pt x="786836" y="582210"/>
                </a:cubicBezTo>
                <a:cubicBezTo>
                  <a:pt x="786836" y="595641"/>
                  <a:pt x="785739" y="603267"/>
                  <a:pt x="782764" y="611760"/>
                </a:cubicBezTo>
                <a:cubicBezTo>
                  <a:pt x="778113" y="624816"/>
                  <a:pt x="767483" y="632182"/>
                  <a:pt x="753271" y="632182"/>
                </a:cubicBezTo>
                <a:cubicBezTo>
                  <a:pt x="741544" y="632182"/>
                  <a:pt x="730625" y="626751"/>
                  <a:pt x="725715" y="618548"/>
                </a:cubicBezTo>
                <a:cubicBezTo>
                  <a:pt x="720544" y="610084"/>
                  <a:pt x="717251" y="593157"/>
                  <a:pt x="717251" y="574035"/>
                </a:cubicBezTo>
                <a:cubicBezTo>
                  <a:pt x="717251" y="557888"/>
                  <a:pt x="719446" y="547027"/>
                  <a:pt x="723808" y="538563"/>
                </a:cubicBezTo>
                <a:cubicBezTo>
                  <a:pt x="728430" y="529522"/>
                  <a:pt x="739637" y="523803"/>
                  <a:pt x="751654" y="523803"/>
                </a:cubicBezTo>
                <a:close/>
                <a:moveTo>
                  <a:pt x="1360186" y="517419"/>
                </a:moveTo>
                <a:lnTo>
                  <a:pt x="1362295" y="517419"/>
                </a:lnTo>
                <a:cubicBezTo>
                  <a:pt x="1363364" y="517419"/>
                  <a:pt x="1364230" y="517563"/>
                  <a:pt x="1364808" y="517823"/>
                </a:cubicBezTo>
                <a:cubicBezTo>
                  <a:pt x="1365906" y="518257"/>
                  <a:pt x="1366715" y="519383"/>
                  <a:pt x="1366715" y="520827"/>
                </a:cubicBezTo>
                <a:cubicBezTo>
                  <a:pt x="1366715" y="522041"/>
                  <a:pt x="1366310" y="522994"/>
                  <a:pt x="1365732" y="523600"/>
                </a:cubicBezTo>
                <a:cubicBezTo>
                  <a:pt x="1365010" y="524236"/>
                  <a:pt x="1363999" y="524554"/>
                  <a:pt x="1362180" y="524554"/>
                </a:cubicBezTo>
                <a:lnTo>
                  <a:pt x="1360186" y="524554"/>
                </a:lnTo>
                <a:close/>
                <a:moveTo>
                  <a:pt x="1357298" y="515050"/>
                </a:moveTo>
                <a:lnTo>
                  <a:pt x="1357298" y="535501"/>
                </a:lnTo>
                <a:lnTo>
                  <a:pt x="1360157" y="535501"/>
                </a:lnTo>
                <a:lnTo>
                  <a:pt x="1360157" y="526460"/>
                </a:lnTo>
                <a:cubicBezTo>
                  <a:pt x="1360995" y="526518"/>
                  <a:pt x="1361428" y="526807"/>
                  <a:pt x="1361977" y="527413"/>
                </a:cubicBezTo>
                <a:cubicBezTo>
                  <a:pt x="1363450" y="529031"/>
                  <a:pt x="1363970" y="529898"/>
                  <a:pt x="1365530" y="532497"/>
                </a:cubicBezTo>
                <a:cubicBezTo>
                  <a:pt x="1366339" y="533884"/>
                  <a:pt x="1366628" y="534375"/>
                  <a:pt x="1367206" y="535501"/>
                </a:cubicBezTo>
                <a:lnTo>
                  <a:pt x="1370701" y="535501"/>
                </a:lnTo>
                <a:cubicBezTo>
                  <a:pt x="1370296" y="534866"/>
                  <a:pt x="1368621" y="532179"/>
                  <a:pt x="1367754" y="530793"/>
                </a:cubicBezTo>
                <a:cubicBezTo>
                  <a:pt x="1367061" y="529695"/>
                  <a:pt x="1366455" y="528829"/>
                  <a:pt x="1365992" y="528251"/>
                </a:cubicBezTo>
                <a:cubicBezTo>
                  <a:pt x="1365675" y="527760"/>
                  <a:pt x="1365155" y="527125"/>
                  <a:pt x="1364230" y="526402"/>
                </a:cubicBezTo>
                <a:cubicBezTo>
                  <a:pt x="1367639" y="526489"/>
                  <a:pt x="1369719" y="523918"/>
                  <a:pt x="1369719" y="520741"/>
                </a:cubicBezTo>
                <a:cubicBezTo>
                  <a:pt x="1369719" y="518777"/>
                  <a:pt x="1368852" y="517390"/>
                  <a:pt x="1367899" y="516552"/>
                </a:cubicBezTo>
                <a:cubicBezTo>
                  <a:pt x="1366888" y="515599"/>
                  <a:pt x="1365472" y="515050"/>
                  <a:pt x="1363046" y="515050"/>
                </a:cubicBezTo>
                <a:close/>
                <a:moveTo>
                  <a:pt x="1362988" y="509706"/>
                </a:moveTo>
                <a:cubicBezTo>
                  <a:pt x="1371365" y="509706"/>
                  <a:pt x="1378095" y="516523"/>
                  <a:pt x="1378095" y="525420"/>
                </a:cubicBezTo>
                <a:cubicBezTo>
                  <a:pt x="1378095" y="534288"/>
                  <a:pt x="1371365" y="541134"/>
                  <a:pt x="1362988" y="541134"/>
                </a:cubicBezTo>
                <a:cubicBezTo>
                  <a:pt x="1354554" y="541134"/>
                  <a:pt x="1347881" y="534317"/>
                  <a:pt x="1347881" y="525420"/>
                </a:cubicBezTo>
                <a:cubicBezTo>
                  <a:pt x="1347881" y="516523"/>
                  <a:pt x="1354554" y="509706"/>
                  <a:pt x="1362988" y="509706"/>
                </a:cubicBezTo>
                <a:close/>
                <a:moveTo>
                  <a:pt x="1155360" y="507453"/>
                </a:moveTo>
                <a:lnTo>
                  <a:pt x="1133263" y="510948"/>
                </a:lnTo>
                <a:lnTo>
                  <a:pt x="1133263" y="568026"/>
                </a:lnTo>
                <a:lnTo>
                  <a:pt x="1133263" y="646364"/>
                </a:lnTo>
                <a:lnTo>
                  <a:pt x="1155360" y="646364"/>
                </a:lnTo>
                <a:lnTo>
                  <a:pt x="1155360" y="543820"/>
                </a:lnTo>
                <a:close/>
                <a:moveTo>
                  <a:pt x="959891" y="507453"/>
                </a:moveTo>
                <a:lnTo>
                  <a:pt x="937822" y="510948"/>
                </a:lnTo>
                <a:lnTo>
                  <a:pt x="937822" y="570193"/>
                </a:lnTo>
                <a:lnTo>
                  <a:pt x="937822" y="646364"/>
                </a:lnTo>
                <a:lnTo>
                  <a:pt x="959891" y="646364"/>
                </a:lnTo>
                <a:lnTo>
                  <a:pt x="959891" y="585358"/>
                </a:lnTo>
                <a:close/>
                <a:moveTo>
                  <a:pt x="1311225" y="507453"/>
                </a:moveTo>
                <a:lnTo>
                  <a:pt x="1289099" y="510948"/>
                </a:lnTo>
                <a:lnTo>
                  <a:pt x="1289099" y="568026"/>
                </a:lnTo>
                <a:lnTo>
                  <a:pt x="1289099" y="646364"/>
                </a:lnTo>
                <a:lnTo>
                  <a:pt x="1311225" y="646364"/>
                </a:lnTo>
                <a:lnTo>
                  <a:pt x="1311225" y="581747"/>
                </a:lnTo>
                <a:close/>
                <a:moveTo>
                  <a:pt x="1362988" y="507049"/>
                </a:moveTo>
                <a:cubicBezTo>
                  <a:pt x="1352965" y="507049"/>
                  <a:pt x="1344617" y="514935"/>
                  <a:pt x="1344617" y="525420"/>
                </a:cubicBezTo>
                <a:cubicBezTo>
                  <a:pt x="1344617" y="535877"/>
                  <a:pt x="1352965" y="543792"/>
                  <a:pt x="1362988" y="543792"/>
                </a:cubicBezTo>
                <a:cubicBezTo>
                  <a:pt x="1372983" y="543792"/>
                  <a:pt x="1381388" y="535877"/>
                  <a:pt x="1381388" y="525420"/>
                </a:cubicBezTo>
                <a:cubicBezTo>
                  <a:pt x="1381388" y="514935"/>
                  <a:pt x="1372983" y="507049"/>
                  <a:pt x="1362988" y="507049"/>
                </a:cubicBezTo>
                <a:close/>
                <a:moveTo>
                  <a:pt x="484665" y="506905"/>
                </a:moveTo>
                <a:lnTo>
                  <a:pt x="462827" y="510718"/>
                </a:lnTo>
                <a:cubicBezTo>
                  <a:pt x="462827" y="510718"/>
                  <a:pt x="465860" y="519153"/>
                  <a:pt x="465831" y="539892"/>
                </a:cubicBezTo>
                <a:lnTo>
                  <a:pt x="465831" y="725511"/>
                </a:lnTo>
                <a:lnTo>
                  <a:pt x="487120" y="721439"/>
                </a:lnTo>
                <a:lnTo>
                  <a:pt x="487120" y="634117"/>
                </a:lnTo>
                <a:cubicBezTo>
                  <a:pt x="496652" y="643968"/>
                  <a:pt x="510575" y="649947"/>
                  <a:pt x="524498" y="649947"/>
                </a:cubicBezTo>
                <a:cubicBezTo>
                  <a:pt x="542234" y="649947"/>
                  <a:pt x="556705" y="640905"/>
                  <a:pt x="566555" y="625105"/>
                </a:cubicBezTo>
                <a:cubicBezTo>
                  <a:pt x="574210" y="612511"/>
                  <a:pt x="577474" y="599974"/>
                  <a:pt x="577474" y="578166"/>
                </a:cubicBezTo>
                <a:cubicBezTo>
                  <a:pt x="577474" y="553902"/>
                  <a:pt x="572563" y="537206"/>
                  <a:pt x="562453" y="524641"/>
                </a:cubicBezTo>
                <a:cubicBezTo>
                  <a:pt x="553730" y="513722"/>
                  <a:pt x="540067" y="507714"/>
                  <a:pt x="526144" y="507714"/>
                </a:cubicBezTo>
                <a:cubicBezTo>
                  <a:pt x="511153" y="507714"/>
                  <a:pt x="497201" y="514589"/>
                  <a:pt x="486022" y="527645"/>
                </a:cubicBezTo>
                <a:cubicBezTo>
                  <a:pt x="486022" y="512653"/>
                  <a:pt x="484665" y="506905"/>
                  <a:pt x="484665" y="506905"/>
                </a:cubicBezTo>
                <a:close/>
                <a:moveTo>
                  <a:pt x="1006310" y="506905"/>
                </a:moveTo>
                <a:lnTo>
                  <a:pt x="984472" y="511498"/>
                </a:lnTo>
                <a:lnTo>
                  <a:pt x="1033346" y="647722"/>
                </a:lnTo>
                <a:lnTo>
                  <a:pt x="1054346" y="647722"/>
                </a:lnTo>
                <a:lnTo>
                  <a:pt x="1105445" y="510429"/>
                </a:lnTo>
                <a:lnTo>
                  <a:pt x="1082770" y="510429"/>
                </a:lnTo>
                <a:lnTo>
                  <a:pt x="1051631" y="600841"/>
                </a:lnTo>
                <a:cubicBezTo>
                  <a:pt x="1047269" y="613060"/>
                  <a:pt x="1045074" y="623718"/>
                  <a:pt x="1045074" y="623718"/>
                </a:cubicBezTo>
                <a:lnTo>
                  <a:pt x="1044525" y="623718"/>
                </a:lnTo>
                <a:cubicBezTo>
                  <a:pt x="1044525" y="623718"/>
                  <a:pt x="1041810" y="611731"/>
                  <a:pt x="1037997" y="600523"/>
                </a:cubicBezTo>
                <a:close/>
                <a:moveTo>
                  <a:pt x="674068" y="506356"/>
                </a:moveTo>
                <a:cubicBezTo>
                  <a:pt x="660174" y="506356"/>
                  <a:pt x="645703" y="515079"/>
                  <a:pt x="635881" y="529002"/>
                </a:cubicBezTo>
                <a:cubicBezTo>
                  <a:pt x="636719" y="517506"/>
                  <a:pt x="631520" y="506876"/>
                  <a:pt x="631520" y="506876"/>
                </a:cubicBezTo>
                <a:lnTo>
                  <a:pt x="610231" y="512624"/>
                </a:lnTo>
                <a:cubicBezTo>
                  <a:pt x="610231" y="512624"/>
                  <a:pt x="614853" y="521665"/>
                  <a:pt x="614853" y="541539"/>
                </a:cubicBezTo>
                <a:lnTo>
                  <a:pt x="614853" y="646394"/>
                </a:lnTo>
                <a:lnTo>
                  <a:pt x="636141" y="646394"/>
                </a:lnTo>
                <a:lnTo>
                  <a:pt x="636141" y="561239"/>
                </a:lnTo>
                <a:cubicBezTo>
                  <a:pt x="636141" y="550031"/>
                  <a:pt x="637759" y="545958"/>
                  <a:pt x="644056" y="539690"/>
                </a:cubicBezTo>
                <a:cubicBezTo>
                  <a:pt x="650324" y="533335"/>
                  <a:pt x="658528" y="529840"/>
                  <a:pt x="666702" y="529840"/>
                </a:cubicBezTo>
                <a:cubicBezTo>
                  <a:pt x="668898" y="529840"/>
                  <a:pt x="671353" y="530389"/>
                  <a:pt x="672711" y="530938"/>
                </a:cubicBezTo>
                <a:lnTo>
                  <a:pt x="681463" y="507714"/>
                </a:lnTo>
                <a:cubicBezTo>
                  <a:pt x="681463" y="507714"/>
                  <a:pt x="677621" y="506356"/>
                  <a:pt x="674068" y="506356"/>
                </a:cubicBezTo>
                <a:close/>
                <a:moveTo>
                  <a:pt x="751914" y="506356"/>
                </a:moveTo>
                <a:cubicBezTo>
                  <a:pt x="716153" y="506356"/>
                  <a:pt x="694027" y="533335"/>
                  <a:pt x="694027" y="577617"/>
                </a:cubicBezTo>
                <a:cubicBezTo>
                  <a:pt x="694027" y="622361"/>
                  <a:pt x="715316" y="649946"/>
                  <a:pt x="752723" y="649946"/>
                </a:cubicBezTo>
                <a:cubicBezTo>
                  <a:pt x="786836" y="649946"/>
                  <a:pt x="811129" y="625942"/>
                  <a:pt x="811129" y="580592"/>
                </a:cubicBezTo>
                <a:cubicBezTo>
                  <a:pt x="811129" y="558495"/>
                  <a:pt x="807056" y="542347"/>
                  <a:pt x="798593" y="530129"/>
                </a:cubicBezTo>
                <a:cubicBezTo>
                  <a:pt x="789292" y="516697"/>
                  <a:pt x="774560" y="506356"/>
                  <a:pt x="751914" y="506356"/>
                </a:cubicBezTo>
                <a:close/>
                <a:moveTo>
                  <a:pt x="1224886" y="466262"/>
                </a:moveTo>
                <a:lnTo>
                  <a:pt x="1204753" y="470422"/>
                </a:lnTo>
                <a:lnTo>
                  <a:pt x="1204753" y="510399"/>
                </a:lnTo>
                <a:lnTo>
                  <a:pt x="1185919" y="510399"/>
                </a:lnTo>
                <a:lnTo>
                  <a:pt x="1185919" y="526517"/>
                </a:lnTo>
                <a:lnTo>
                  <a:pt x="1203656" y="526517"/>
                </a:lnTo>
                <a:lnTo>
                  <a:pt x="1203656" y="619876"/>
                </a:lnTo>
                <a:cubicBezTo>
                  <a:pt x="1203656" y="633539"/>
                  <a:pt x="1207209" y="642262"/>
                  <a:pt x="1216741" y="646884"/>
                </a:cubicBezTo>
                <a:cubicBezTo>
                  <a:pt x="1221939" y="649339"/>
                  <a:pt x="1227400" y="650726"/>
                  <a:pt x="1234506" y="650726"/>
                </a:cubicBezTo>
                <a:cubicBezTo>
                  <a:pt x="1244037" y="650726"/>
                  <a:pt x="1251692" y="648790"/>
                  <a:pt x="1258538" y="645237"/>
                </a:cubicBezTo>
                <a:lnTo>
                  <a:pt x="1255534" y="631603"/>
                </a:lnTo>
                <a:cubicBezTo>
                  <a:pt x="1251692" y="633568"/>
                  <a:pt x="1248169" y="634376"/>
                  <a:pt x="1242160" y="634376"/>
                </a:cubicBezTo>
                <a:cubicBezTo>
                  <a:pt x="1228785" y="634376"/>
                  <a:pt x="1224684" y="629148"/>
                  <a:pt x="1224684" y="614156"/>
                </a:cubicBezTo>
                <a:lnTo>
                  <a:pt x="1224684" y="526517"/>
                </a:lnTo>
                <a:lnTo>
                  <a:pt x="1253079" y="526517"/>
                </a:lnTo>
                <a:lnTo>
                  <a:pt x="1259636" y="510399"/>
                </a:lnTo>
                <a:lnTo>
                  <a:pt x="1224886" y="510399"/>
                </a:lnTo>
                <a:close/>
                <a:moveTo>
                  <a:pt x="873261" y="466262"/>
                </a:moveTo>
                <a:lnTo>
                  <a:pt x="853127" y="470422"/>
                </a:lnTo>
                <a:lnTo>
                  <a:pt x="853127" y="510399"/>
                </a:lnTo>
                <a:lnTo>
                  <a:pt x="834265" y="510399"/>
                </a:lnTo>
                <a:lnTo>
                  <a:pt x="834265" y="526517"/>
                </a:lnTo>
                <a:lnTo>
                  <a:pt x="852001" y="526517"/>
                </a:lnTo>
                <a:lnTo>
                  <a:pt x="852001" y="619876"/>
                </a:lnTo>
                <a:cubicBezTo>
                  <a:pt x="852001" y="633539"/>
                  <a:pt x="855554" y="642262"/>
                  <a:pt x="865115" y="646884"/>
                </a:cubicBezTo>
                <a:cubicBezTo>
                  <a:pt x="870314" y="649339"/>
                  <a:pt x="875745" y="650726"/>
                  <a:pt x="882851" y="650726"/>
                </a:cubicBezTo>
                <a:cubicBezTo>
                  <a:pt x="892383" y="650726"/>
                  <a:pt x="900038" y="648790"/>
                  <a:pt x="906883" y="645237"/>
                </a:cubicBezTo>
                <a:lnTo>
                  <a:pt x="903850" y="631603"/>
                </a:lnTo>
                <a:cubicBezTo>
                  <a:pt x="900038" y="633568"/>
                  <a:pt x="896456" y="634376"/>
                  <a:pt x="890476" y="634376"/>
                </a:cubicBezTo>
                <a:cubicBezTo>
                  <a:pt x="877074" y="634376"/>
                  <a:pt x="873001" y="629148"/>
                  <a:pt x="873001" y="614156"/>
                </a:cubicBezTo>
                <a:lnTo>
                  <a:pt x="873001" y="526517"/>
                </a:lnTo>
                <a:lnTo>
                  <a:pt x="901395" y="526517"/>
                </a:lnTo>
                <a:lnTo>
                  <a:pt x="907952" y="510399"/>
                </a:lnTo>
                <a:lnTo>
                  <a:pt x="873261" y="510399"/>
                </a:lnTo>
                <a:close/>
                <a:moveTo>
                  <a:pt x="949289" y="453408"/>
                </a:moveTo>
                <a:cubicBezTo>
                  <a:pt x="940912" y="453408"/>
                  <a:pt x="934268" y="460225"/>
                  <a:pt x="934297" y="468602"/>
                </a:cubicBezTo>
                <a:cubicBezTo>
                  <a:pt x="934297" y="476748"/>
                  <a:pt x="940941" y="483391"/>
                  <a:pt x="949289" y="483391"/>
                </a:cubicBezTo>
                <a:cubicBezTo>
                  <a:pt x="957637" y="483391"/>
                  <a:pt x="964252" y="476748"/>
                  <a:pt x="964252" y="468371"/>
                </a:cubicBezTo>
                <a:cubicBezTo>
                  <a:pt x="964252" y="460023"/>
                  <a:pt x="957637" y="453408"/>
                  <a:pt x="949289" y="453408"/>
                </a:cubicBezTo>
                <a:close/>
                <a:moveTo>
                  <a:pt x="1144701" y="453408"/>
                </a:moveTo>
                <a:cubicBezTo>
                  <a:pt x="1136382" y="453408"/>
                  <a:pt x="1129709" y="460225"/>
                  <a:pt x="1129709" y="468602"/>
                </a:cubicBezTo>
                <a:cubicBezTo>
                  <a:pt x="1129709" y="476748"/>
                  <a:pt x="1136382" y="483391"/>
                  <a:pt x="1144701" y="483391"/>
                </a:cubicBezTo>
                <a:cubicBezTo>
                  <a:pt x="1153077" y="483391"/>
                  <a:pt x="1159692" y="476748"/>
                  <a:pt x="1159692" y="468371"/>
                </a:cubicBezTo>
                <a:cubicBezTo>
                  <a:pt x="1159692" y="460023"/>
                  <a:pt x="1153077" y="453408"/>
                  <a:pt x="1144701" y="453408"/>
                </a:cubicBezTo>
                <a:close/>
                <a:moveTo>
                  <a:pt x="1300567" y="453408"/>
                </a:moveTo>
                <a:cubicBezTo>
                  <a:pt x="1292219" y="453408"/>
                  <a:pt x="1285604" y="460225"/>
                  <a:pt x="1285575" y="468602"/>
                </a:cubicBezTo>
                <a:cubicBezTo>
                  <a:pt x="1285575" y="476748"/>
                  <a:pt x="1292219" y="483391"/>
                  <a:pt x="1300567" y="483391"/>
                </a:cubicBezTo>
                <a:cubicBezTo>
                  <a:pt x="1308944" y="483391"/>
                  <a:pt x="1315558" y="476748"/>
                  <a:pt x="1315558" y="468371"/>
                </a:cubicBezTo>
                <a:cubicBezTo>
                  <a:pt x="1315558" y="460023"/>
                  <a:pt x="1308944" y="453408"/>
                  <a:pt x="1300567" y="453408"/>
                </a:cubicBezTo>
                <a:close/>
                <a:moveTo>
                  <a:pt x="0" y="0"/>
                </a:moveTo>
                <a:lnTo>
                  <a:pt x="11277374" y="0"/>
                </a:lnTo>
                <a:lnTo>
                  <a:pt x="11277374" y="2066400"/>
                </a:lnTo>
                <a:lnTo>
                  <a:pt x="0" y="2066400"/>
                </a:lnTo>
                <a:close/>
              </a:path>
            </a:pathLst>
          </a:custGeom>
          <a:solidFill>
            <a:schemeClr val="bg2"/>
          </a:solidFill>
        </p:spPr>
        <p:txBody>
          <a:bodyPr wrap="square">
            <a:noAutofit/>
          </a:bodyPr>
          <a:lstStyle>
            <a:lvl1pPr>
              <a:defRPr sz="1400"/>
            </a:lvl1pPr>
          </a:lstStyle>
          <a:p>
            <a:r>
              <a:rPr lang="en-US"/>
              <a:t>Click icon to add picture</a:t>
            </a:r>
            <a:endParaRPr lang="de-DE"/>
          </a:p>
        </p:txBody>
      </p:sp>
      <p:sp>
        <p:nvSpPr>
          <p:cNvPr id="2" name="Titel 1">
            <a:extLst>
              <a:ext uri="{FF2B5EF4-FFF2-40B4-BE49-F238E27FC236}">
                <a16:creationId xmlns:a16="http://schemas.microsoft.com/office/drawing/2014/main" id="{3440C9CA-FF86-BA4A-B9EB-0C68B866228F}"/>
              </a:ext>
            </a:extLst>
          </p:cNvPr>
          <p:cNvSpPr>
            <a:spLocks noGrp="1"/>
          </p:cNvSpPr>
          <p:nvPr>
            <p:ph type="title" hasCustomPrompt="1"/>
          </p:nvPr>
        </p:nvSpPr>
        <p:spPr>
          <a:xfrm>
            <a:off x="2057400" y="408728"/>
            <a:ext cx="8861200" cy="373777"/>
          </a:xfrm>
          <a:prstGeom prst="rect">
            <a:avLst/>
          </a:prstGeom>
        </p:spPr>
        <p:txBody>
          <a:bodyPr/>
          <a:lstStyle>
            <a:lvl1pPr>
              <a:defRPr>
                <a:solidFill>
                  <a:schemeClr val="bg1"/>
                </a:solidFill>
                <a:latin typeface="+mj-lt"/>
              </a:defRPr>
            </a:lvl1pPr>
          </a:lstStyle>
          <a:p>
            <a:r>
              <a:rPr lang="de-DE"/>
              <a:t>Titel hinzufügen</a:t>
            </a:r>
          </a:p>
        </p:txBody>
      </p:sp>
      <p:sp>
        <p:nvSpPr>
          <p:cNvPr id="3" name="Foliennummernplatzhalter 2">
            <a:extLst>
              <a:ext uri="{FF2B5EF4-FFF2-40B4-BE49-F238E27FC236}">
                <a16:creationId xmlns:a16="http://schemas.microsoft.com/office/drawing/2014/main" id="{0AE270A5-00BC-44E7-A9FD-82E51545CF58}"/>
              </a:ext>
            </a:extLst>
          </p:cNvPr>
          <p:cNvSpPr>
            <a:spLocks noGrp="1"/>
          </p:cNvSpPr>
          <p:nvPr>
            <p:ph type="sldNum" sz="quarter" idx="10"/>
          </p:nvPr>
        </p:nvSpPr>
        <p:spPr/>
        <p:txBody>
          <a:bodyPr/>
          <a:lstStyle/>
          <a:p>
            <a:fld id="{9678312F-8BDE-4502-9E53-473B40D118CD}" type="slidenum">
              <a:rPr lang="de-DE" smtClean="0"/>
              <a:pPr/>
              <a:t>‹#›</a:t>
            </a:fld>
            <a:endParaRPr lang="de-DE"/>
          </a:p>
        </p:txBody>
      </p:sp>
      <p:sp>
        <p:nvSpPr>
          <p:cNvPr id="7" name="Fußzeilenplatzhalter 5">
            <a:extLst>
              <a:ext uri="{FF2B5EF4-FFF2-40B4-BE49-F238E27FC236}">
                <a16:creationId xmlns:a16="http://schemas.microsoft.com/office/drawing/2014/main" id="{0D11B606-A8D5-6D44-7F59-5B20D33630BC}"/>
              </a:ext>
            </a:extLst>
          </p:cNvPr>
          <p:cNvSpPr>
            <a:spLocks noGrp="1"/>
          </p:cNvSpPr>
          <p:nvPr>
            <p:ph type="ftr" sz="quarter" idx="3"/>
          </p:nvPr>
        </p:nvSpPr>
        <p:spPr>
          <a:xfrm rot="16200000">
            <a:off x="9687412" y="3627858"/>
            <a:ext cx="4114800" cy="180000"/>
          </a:xfrm>
          <a:prstGeom prst="rect">
            <a:avLst/>
          </a:prstGeom>
        </p:spPr>
        <p:txBody>
          <a:bodyPr vert="horz" lIns="0" tIns="0" rIns="0" bIns="0" rtlCol="0" anchor="b"/>
          <a:lstStyle>
            <a:lvl1pPr algn="l">
              <a:defRPr sz="800" cap="all" spc="50" baseline="0">
                <a:solidFill>
                  <a:schemeClr val="accent3"/>
                </a:solidFill>
                <a:latin typeface="Merriweather" panose="00000500000000000000" pitchFamily="2" charset="0"/>
              </a:defRPr>
            </a:lvl1pPr>
          </a:lstStyle>
          <a:p>
            <a:r>
              <a:rPr lang="de-DE"/>
              <a:t>Corporate Presentation</a:t>
            </a:r>
          </a:p>
        </p:txBody>
      </p:sp>
      <p:sp>
        <p:nvSpPr>
          <p:cNvPr id="8" name="Untertitel 2">
            <a:extLst>
              <a:ext uri="{FF2B5EF4-FFF2-40B4-BE49-F238E27FC236}">
                <a16:creationId xmlns:a16="http://schemas.microsoft.com/office/drawing/2014/main" id="{6173C7C3-D3CE-A13B-26EF-B7FA5D87BE46}"/>
              </a:ext>
            </a:extLst>
          </p:cNvPr>
          <p:cNvSpPr>
            <a:spLocks noGrp="1"/>
          </p:cNvSpPr>
          <p:nvPr>
            <p:ph type="subTitle" idx="1" hasCustomPrompt="1"/>
          </p:nvPr>
        </p:nvSpPr>
        <p:spPr>
          <a:xfrm>
            <a:off x="2057400" y="904458"/>
            <a:ext cx="8861201" cy="756000"/>
          </a:xfrm>
        </p:spPr>
        <p:txBody>
          <a:bodyPr lIns="0" tIns="0" rIns="0" bIns="0"/>
          <a:lstStyle>
            <a:lvl1pPr marL="0" indent="0" algn="r">
              <a:lnSpc>
                <a:spcPct val="85000"/>
              </a:lnSpc>
              <a:buNone/>
              <a:defRPr sz="2600" b="0" i="0" cap="none" baseline="0">
                <a:solidFill>
                  <a:schemeClr val="bg1"/>
                </a:solidFill>
                <a:latin typeface="Barlow Condensed Light"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noProof="0"/>
              <a:t>Untertitel hinzufügen</a:t>
            </a:r>
          </a:p>
        </p:txBody>
      </p:sp>
    </p:spTree>
    <p:extLst>
      <p:ext uri="{BB962C8B-B14F-4D97-AF65-F5344CB8AC3E}">
        <p14:creationId xmlns:p14="http://schemas.microsoft.com/office/powerpoint/2010/main" val="35583412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5-header-small">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B446AB0A-88F2-9455-88F4-78692E54988A}"/>
              </a:ext>
            </a:extLst>
          </p:cNvPr>
          <p:cNvSpPr/>
          <p:nvPr userDrawn="1"/>
        </p:nvSpPr>
        <p:spPr>
          <a:xfrm>
            <a:off x="279083" y="213132"/>
            <a:ext cx="1271081" cy="5693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latin typeface="Barlow Condensed Light" panose="00000406000000000000" pitchFamily="2" charset="0"/>
            </a:endParaRPr>
          </a:p>
        </p:txBody>
      </p:sp>
      <p:sp>
        <p:nvSpPr>
          <p:cNvPr id="26" name="Bildplatzhalter 25">
            <a:extLst>
              <a:ext uri="{FF2B5EF4-FFF2-40B4-BE49-F238E27FC236}">
                <a16:creationId xmlns:a16="http://schemas.microsoft.com/office/drawing/2014/main" id="{0E2C6458-FC80-0577-E433-185E6800023D}"/>
              </a:ext>
            </a:extLst>
          </p:cNvPr>
          <p:cNvSpPr>
            <a:spLocks noGrp="1"/>
          </p:cNvSpPr>
          <p:nvPr>
            <p:ph type="pic" sz="quarter" idx="18"/>
          </p:nvPr>
        </p:nvSpPr>
        <p:spPr>
          <a:xfrm>
            <a:off x="229" y="1"/>
            <a:ext cx="11277371" cy="1457324"/>
          </a:xfrm>
          <a:custGeom>
            <a:avLst/>
            <a:gdLst>
              <a:gd name="connsiteX0" fmla="*/ 523397 w 11277371"/>
              <a:gd name="connsiteY0" fmla="*/ 526806 h 1457324"/>
              <a:gd name="connsiteX1" fmla="*/ 548499 w 11277371"/>
              <a:gd name="connsiteY1" fmla="*/ 541827 h 1457324"/>
              <a:gd name="connsiteX2" fmla="*/ 554796 w 11277371"/>
              <a:gd name="connsiteY2" fmla="*/ 580851 h 1457324"/>
              <a:gd name="connsiteX3" fmla="*/ 549048 w 11277371"/>
              <a:gd name="connsiteY3" fmla="*/ 615254 h 1457324"/>
              <a:gd name="connsiteX4" fmla="*/ 520393 w 11277371"/>
              <a:gd name="connsiteY4" fmla="*/ 632181 h 1457324"/>
              <a:gd name="connsiteX5" fmla="*/ 487117 w 11277371"/>
              <a:gd name="connsiteY5" fmla="*/ 614416 h 1457324"/>
              <a:gd name="connsiteX6" fmla="*/ 487117 w 11277371"/>
              <a:gd name="connsiteY6" fmla="*/ 545928 h 1457324"/>
              <a:gd name="connsiteX7" fmla="*/ 523397 w 11277371"/>
              <a:gd name="connsiteY7" fmla="*/ 526806 h 1457324"/>
              <a:gd name="connsiteX8" fmla="*/ 751651 w 11277371"/>
              <a:gd name="connsiteY8" fmla="*/ 523802 h 1457324"/>
              <a:gd name="connsiteX9" fmla="*/ 780536 w 11277371"/>
              <a:gd name="connsiteY9" fmla="*/ 541278 h 1457324"/>
              <a:gd name="connsiteX10" fmla="*/ 786833 w 11277371"/>
              <a:gd name="connsiteY10" fmla="*/ 582209 h 1457324"/>
              <a:gd name="connsiteX11" fmla="*/ 782761 w 11277371"/>
              <a:gd name="connsiteY11" fmla="*/ 611759 h 1457324"/>
              <a:gd name="connsiteX12" fmla="*/ 753268 w 11277371"/>
              <a:gd name="connsiteY12" fmla="*/ 632181 h 1457324"/>
              <a:gd name="connsiteX13" fmla="*/ 725712 w 11277371"/>
              <a:gd name="connsiteY13" fmla="*/ 618547 h 1457324"/>
              <a:gd name="connsiteX14" fmla="*/ 717248 w 11277371"/>
              <a:gd name="connsiteY14" fmla="*/ 574034 h 1457324"/>
              <a:gd name="connsiteX15" fmla="*/ 723805 w 11277371"/>
              <a:gd name="connsiteY15" fmla="*/ 538562 h 1457324"/>
              <a:gd name="connsiteX16" fmla="*/ 751651 w 11277371"/>
              <a:gd name="connsiteY16" fmla="*/ 523802 h 1457324"/>
              <a:gd name="connsiteX17" fmla="*/ 1360183 w 11277371"/>
              <a:gd name="connsiteY17" fmla="*/ 517418 h 1457324"/>
              <a:gd name="connsiteX18" fmla="*/ 1362292 w 11277371"/>
              <a:gd name="connsiteY18" fmla="*/ 517418 h 1457324"/>
              <a:gd name="connsiteX19" fmla="*/ 1364805 w 11277371"/>
              <a:gd name="connsiteY19" fmla="*/ 517822 h 1457324"/>
              <a:gd name="connsiteX20" fmla="*/ 1366712 w 11277371"/>
              <a:gd name="connsiteY20" fmla="*/ 520826 h 1457324"/>
              <a:gd name="connsiteX21" fmla="*/ 1365729 w 11277371"/>
              <a:gd name="connsiteY21" fmla="*/ 523599 h 1457324"/>
              <a:gd name="connsiteX22" fmla="*/ 1362177 w 11277371"/>
              <a:gd name="connsiteY22" fmla="*/ 524553 h 1457324"/>
              <a:gd name="connsiteX23" fmla="*/ 1360183 w 11277371"/>
              <a:gd name="connsiteY23" fmla="*/ 524553 h 1457324"/>
              <a:gd name="connsiteX24" fmla="*/ 1357295 w 11277371"/>
              <a:gd name="connsiteY24" fmla="*/ 515049 h 1457324"/>
              <a:gd name="connsiteX25" fmla="*/ 1357295 w 11277371"/>
              <a:gd name="connsiteY25" fmla="*/ 535500 h 1457324"/>
              <a:gd name="connsiteX26" fmla="*/ 1360154 w 11277371"/>
              <a:gd name="connsiteY26" fmla="*/ 535500 h 1457324"/>
              <a:gd name="connsiteX27" fmla="*/ 1360154 w 11277371"/>
              <a:gd name="connsiteY27" fmla="*/ 526459 h 1457324"/>
              <a:gd name="connsiteX28" fmla="*/ 1361974 w 11277371"/>
              <a:gd name="connsiteY28" fmla="*/ 527412 h 1457324"/>
              <a:gd name="connsiteX29" fmla="*/ 1365527 w 11277371"/>
              <a:gd name="connsiteY29" fmla="*/ 532496 h 1457324"/>
              <a:gd name="connsiteX30" fmla="*/ 1367203 w 11277371"/>
              <a:gd name="connsiteY30" fmla="*/ 535500 h 1457324"/>
              <a:gd name="connsiteX31" fmla="*/ 1370698 w 11277371"/>
              <a:gd name="connsiteY31" fmla="*/ 535500 h 1457324"/>
              <a:gd name="connsiteX32" fmla="*/ 1367751 w 11277371"/>
              <a:gd name="connsiteY32" fmla="*/ 530792 h 1457324"/>
              <a:gd name="connsiteX33" fmla="*/ 1365989 w 11277371"/>
              <a:gd name="connsiteY33" fmla="*/ 528250 h 1457324"/>
              <a:gd name="connsiteX34" fmla="*/ 1364227 w 11277371"/>
              <a:gd name="connsiteY34" fmla="*/ 526401 h 1457324"/>
              <a:gd name="connsiteX35" fmla="*/ 1369716 w 11277371"/>
              <a:gd name="connsiteY35" fmla="*/ 520740 h 1457324"/>
              <a:gd name="connsiteX36" fmla="*/ 1367896 w 11277371"/>
              <a:gd name="connsiteY36" fmla="*/ 516551 h 1457324"/>
              <a:gd name="connsiteX37" fmla="*/ 1363043 w 11277371"/>
              <a:gd name="connsiteY37" fmla="*/ 515049 h 1457324"/>
              <a:gd name="connsiteX38" fmla="*/ 1362985 w 11277371"/>
              <a:gd name="connsiteY38" fmla="*/ 509705 h 1457324"/>
              <a:gd name="connsiteX39" fmla="*/ 1378092 w 11277371"/>
              <a:gd name="connsiteY39" fmla="*/ 525419 h 1457324"/>
              <a:gd name="connsiteX40" fmla="*/ 1362985 w 11277371"/>
              <a:gd name="connsiteY40" fmla="*/ 541133 h 1457324"/>
              <a:gd name="connsiteX41" fmla="*/ 1347878 w 11277371"/>
              <a:gd name="connsiteY41" fmla="*/ 525419 h 1457324"/>
              <a:gd name="connsiteX42" fmla="*/ 1362985 w 11277371"/>
              <a:gd name="connsiteY42" fmla="*/ 509705 h 1457324"/>
              <a:gd name="connsiteX43" fmla="*/ 1155357 w 11277371"/>
              <a:gd name="connsiteY43" fmla="*/ 507452 h 1457324"/>
              <a:gd name="connsiteX44" fmla="*/ 1133260 w 11277371"/>
              <a:gd name="connsiteY44" fmla="*/ 510947 h 1457324"/>
              <a:gd name="connsiteX45" fmla="*/ 1133260 w 11277371"/>
              <a:gd name="connsiteY45" fmla="*/ 568025 h 1457324"/>
              <a:gd name="connsiteX46" fmla="*/ 1133260 w 11277371"/>
              <a:gd name="connsiteY46" fmla="*/ 646363 h 1457324"/>
              <a:gd name="connsiteX47" fmla="*/ 1155357 w 11277371"/>
              <a:gd name="connsiteY47" fmla="*/ 646363 h 1457324"/>
              <a:gd name="connsiteX48" fmla="*/ 1155357 w 11277371"/>
              <a:gd name="connsiteY48" fmla="*/ 543819 h 1457324"/>
              <a:gd name="connsiteX49" fmla="*/ 959888 w 11277371"/>
              <a:gd name="connsiteY49" fmla="*/ 507452 h 1457324"/>
              <a:gd name="connsiteX50" fmla="*/ 937819 w 11277371"/>
              <a:gd name="connsiteY50" fmla="*/ 510947 h 1457324"/>
              <a:gd name="connsiteX51" fmla="*/ 937819 w 11277371"/>
              <a:gd name="connsiteY51" fmla="*/ 570192 h 1457324"/>
              <a:gd name="connsiteX52" fmla="*/ 937819 w 11277371"/>
              <a:gd name="connsiteY52" fmla="*/ 646363 h 1457324"/>
              <a:gd name="connsiteX53" fmla="*/ 959888 w 11277371"/>
              <a:gd name="connsiteY53" fmla="*/ 646363 h 1457324"/>
              <a:gd name="connsiteX54" fmla="*/ 959888 w 11277371"/>
              <a:gd name="connsiteY54" fmla="*/ 585357 h 1457324"/>
              <a:gd name="connsiteX55" fmla="*/ 1311222 w 11277371"/>
              <a:gd name="connsiteY55" fmla="*/ 507452 h 1457324"/>
              <a:gd name="connsiteX56" fmla="*/ 1289096 w 11277371"/>
              <a:gd name="connsiteY56" fmla="*/ 510947 h 1457324"/>
              <a:gd name="connsiteX57" fmla="*/ 1289096 w 11277371"/>
              <a:gd name="connsiteY57" fmla="*/ 568025 h 1457324"/>
              <a:gd name="connsiteX58" fmla="*/ 1289096 w 11277371"/>
              <a:gd name="connsiteY58" fmla="*/ 646363 h 1457324"/>
              <a:gd name="connsiteX59" fmla="*/ 1311222 w 11277371"/>
              <a:gd name="connsiteY59" fmla="*/ 646363 h 1457324"/>
              <a:gd name="connsiteX60" fmla="*/ 1311222 w 11277371"/>
              <a:gd name="connsiteY60" fmla="*/ 581746 h 1457324"/>
              <a:gd name="connsiteX61" fmla="*/ 1362985 w 11277371"/>
              <a:gd name="connsiteY61" fmla="*/ 507048 h 1457324"/>
              <a:gd name="connsiteX62" fmla="*/ 1344614 w 11277371"/>
              <a:gd name="connsiteY62" fmla="*/ 525419 h 1457324"/>
              <a:gd name="connsiteX63" fmla="*/ 1362985 w 11277371"/>
              <a:gd name="connsiteY63" fmla="*/ 543791 h 1457324"/>
              <a:gd name="connsiteX64" fmla="*/ 1381385 w 11277371"/>
              <a:gd name="connsiteY64" fmla="*/ 525419 h 1457324"/>
              <a:gd name="connsiteX65" fmla="*/ 1362985 w 11277371"/>
              <a:gd name="connsiteY65" fmla="*/ 507048 h 1457324"/>
              <a:gd name="connsiteX66" fmla="*/ 484662 w 11277371"/>
              <a:gd name="connsiteY66" fmla="*/ 506904 h 1457324"/>
              <a:gd name="connsiteX67" fmla="*/ 462824 w 11277371"/>
              <a:gd name="connsiteY67" fmla="*/ 510717 h 1457324"/>
              <a:gd name="connsiteX68" fmla="*/ 465828 w 11277371"/>
              <a:gd name="connsiteY68" fmla="*/ 539891 h 1457324"/>
              <a:gd name="connsiteX69" fmla="*/ 465828 w 11277371"/>
              <a:gd name="connsiteY69" fmla="*/ 725510 h 1457324"/>
              <a:gd name="connsiteX70" fmla="*/ 487117 w 11277371"/>
              <a:gd name="connsiteY70" fmla="*/ 721438 h 1457324"/>
              <a:gd name="connsiteX71" fmla="*/ 487117 w 11277371"/>
              <a:gd name="connsiteY71" fmla="*/ 634116 h 1457324"/>
              <a:gd name="connsiteX72" fmla="*/ 524495 w 11277371"/>
              <a:gd name="connsiteY72" fmla="*/ 649946 h 1457324"/>
              <a:gd name="connsiteX73" fmla="*/ 566552 w 11277371"/>
              <a:gd name="connsiteY73" fmla="*/ 625104 h 1457324"/>
              <a:gd name="connsiteX74" fmla="*/ 577471 w 11277371"/>
              <a:gd name="connsiteY74" fmla="*/ 578165 h 1457324"/>
              <a:gd name="connsiteX75" fmla="*/ 562450 w 11277371"/>
              <a:gd name="connsiteY75" fmla="*/ 524640 h 1457324"/>
              <a:gd name="connsiteX76" fmla="*/ 526141 w 11277371"/>
              <a:gd name="connsiteY76" fmla="*/ 507713 h 1457324"/>
              <a:gd name="connsiteX77" fmla="*/ 486019 w 11277371"/>
              <a:gd name="connsiteY77" fmla="*/ 527644 h 1457324"/>
              <a:gd name="connsiteX78" fmla="*/ 484662 w 11277371"/>
              <a:gd name="connsiteY78" fmla="*/ 506904 h 1457324"/>
              <a:gd name="connsiteX79" fmla="*/ 1006307 w 11277371"/>
              <a:gd name="connsiteY79" fmla="*/ 506904 h 1457324"/>
              <a:gd name="connsiteX80" fmla="*/ 984469 w 11277371"/>
              <a:gd name="connsiteY80" fmla="*/ 511497 h 1457324"/>
              <a:gd name="connsiteX81" fmla="*/ 1033343 w 11277371"/>
              <a:gd name="connsiteY81" fmla="*/ 647721 h 1457324"/>
              <a:gd name="connsiteX82" fmla="*/ 1054343 w 11277371"/>
              <a:gd name="connsiteY82" fmla="*/ 647721 h 1457324"/>
              <a:gd name="connsiteX83" fmla="*/ 1105442 w 11277371"/>
              <a:gd name="connsiteY83" fmla="*/ 510428 h 1457324"/>
              <a:gd name="connsiteX84" fmla="*/ 1082767 w 11277371"/>
              <a:gd name="connsiteY84" fmla="*/ 510428 h 1457324"/>
              <a:gd name="connsiteX85" fmla="*/ 1051628 w 11277371"/>
              <a:gd name="connsiteY85" fmla="*/ 600840 h 1457324"/>
              <a:gd name="connsiteX86" fmla="*/ 1045071 w 11277371"/>
              <a:gd name="connsiteY86" fmla="*/ 623717 h 1457324"/>
              <a:gd name="connsiteX87" fmla="*/ 1044522 w 11277371"/>
              <a:gd name="connsiteY87" fmla="*/ 623717 h 1457324"/>
              <a:gd name="connsiteX88" fmla="*/ 1037994 w 11277371"/>
              <a:gd name="connsiteY88" fmla="*/ 600522 h 1457324"/>
              <a:gd name="connsiteX89" fmla="*/ 674065 w 11277371"/>
              <a:gd name="connsiteY89" fmla="*/ 506355 h 1457324"/>
              <a:gd name="connsiteX90" fmla="*/ 635878 w 11277371"/>
              <a:gd name="connsiteY90" fmla="*/ 529001 h 1457324"/>
              <a:gd name="connsiteX91" fmla="*/ 631517 w 11277371"/>
              <a:gd name="connsiteY91" fmla="*/ 506875 h 1457324"/>
              <a:gd name="connsiteX92" fmla="*/ 610228 w 11277371"/>
              <a:gd name="connsiteY92" fmla="*/ 512623 h 1457324"/>
              <a:gd name="connsiteX93" fmla="*/ 614850 w 11277371"/>
              <a:gd name="connsiteY93" fmla="*/ 541538 h 1457324"/>
              <a:gd name="connsiteX94" fmla="*/ 614850 w 11277371"/>
              <a:gd name="connsiteY94" fmla="*/ 646393 h 1457324"/>
              <a:gd name="connsiteX95" fmla="*/ 636138 w 11277371"/>
              <a:gd name="connsiteY95" fmla="*/ 646393 h 1457324"/>
              <a:gd name="connsiteX96" fmla="*/ 636138 w 11277371"/>
              <a:gd name="connsiteY96" fmla="*/ 561238 h 1457324"/>
              <a:gd name="connsiteX97" fmla="*/ 644053 w 11277371"/>
              <a:gd name="connsiteY97" fmla="*/ 539689 h 1457324"/>
              <a:gd name="connsiteX98" fmla="*/ 666699 w 11277371"/>
              <a:gd name="connsiteY98" fmla="*/ 529839 h 1457324"/>
              <a:gd name="connsiteX99" fmla="*/ 672708 w 11277371"/>
              <a:gd name="connsiteY99" fmla="*/ 530937 h 1457324"/>
              <a:gd name="connsiteX100" fmla="*/ 681460 w 11277371"/>
              <a:gd name="connsiteY100" fmla="*/ 507713 h 1457324"/>
              <a:gd name="connsiteX101" fmla="*/ 674065 w 11277371"/>
              <a:gd name="connsiteY101" fmla="*/ 506355 h 1457324"/>
              <a:gd name="connsiteX102" fmla="*/ 751911 w 11277371"/>
              <a:gd name="connsiteY102" fmla="*/ 506355 h 1457324"/>
              <a:gd name="connsiteX103" fmla="*/ 694024 w 11277371"/>
              <a:gd name="connsiteY103" fmla="*/ 577616 h 1457324"/>
              <a:gd name="connsiteX104" fmla="*/ 752720 w 11277371"/>
              <a:gd name="connsiteY104" fmla="*/ 649945 h 1457324"/>
              <a:gd name="connsiteX105" fmla="*/ 811126 w 11277371"/>
              <a:gd name="connsiteY105" fmla="*/ 580591 h 1457324"/>
              <a:gd name="connsiteX106" fmla="*/ 798590 w 11277371"/>
              <a:gd name="connsiteY106" fmla="*/ 530128 h 1457324"/>
              <a:gd name="connsiteX107" fmla="*/ 751911 w 11277371"/>
              <a:gd name="connsiteY107" fmla="*/ 506355 h 1457324"/>
              <a:gd name="connsiteX108" fmla="*/ 1224883 w 11277371"/>
              <a:gd name="connsiteY108" fmla="*/ 466261 h 1457324"/>
              <a:gd name="connsiteX109" fmla="*/ 1204750 w 11277371"/>
              <a:gd name="connsiteY109" fmla="*/ 470421 h 1457324"/>
              <a:gd name="connsiteX110" fmla="*/ 1204750 w 11277371"/>
              <a:gd name="connsiteY110" fmla="*/ 510398 h 1457324"/>
              <a:gd name="connsiteX111" fmla="*/ 1185916 w 11277371"/>
              <a:gd name="connsiteY111" fmla="*/ 510398 h 1457324"/>
              <a:gd name="connsiteX112" fmla="*/ 1185916 w 11277371"/>
              <a:gd name="connsiteY112" fmla="*/ 526516 h 1457324"/>
              <a:gd name="connsiteX113" fmla="*/ 1203653 w 11277371"/>
              <a:gd name="connsiteY113" fmla="*/ 526516 h 1457324"/>
              <a:gd name="connsiteX114" fmla="*/ 1203653 w 11277371"/>
              <a:gd name="connsiteY114" fmla="*/ 619875 h 1457324"/>
              <a:gd name="connsiteX115" fmla="*/ 1216737 w 11277371"/>
              <a:gd name="connsiteY115" fmla="*/ 646883 h 1457324"/>
              <a:gd name="connsiteX116" fmla="*/ 1234503 w 11277371"/>
              <a:gd name="connsiteY116" fmla="*/ 650725 h 1457324"/>
              <a:gd name="connsiteX117" fmla="*/ 1258535 w 11277371"/>
              <a:gd name="connsiteY117" fmla="*/ 645236 h 1457324"/>
              <a:gd name="connsiteX118" fmla="*/ 1255531 w 11277371"/>
              <a:gd name="connsiteY118" fmla="*/ 631602 h 1457324"/>
              <a:gd name="connsiteX119" fmla="*/ 1242157 w 11277371"/>
              <a:gd name="connsiteY119" fmla="*/ 634375 h 1457324"/>
              <a:gd name="connsiteX120" fmla="*/ 1224681 w 11277371"/>
              <a:gd name="connsiteY120" fmla="*/ 614155 h 1457324"/>
              <a:gd name="connsiteX121" fmla="*/ 1224681 w 11277371"/>
              <a:gd name="connsiteY121" fmla="*/ 526516 h 1457324"/>
              <a:gd name="connsiteX122" fmla="*/ 1253076 w 11277371"/>
              <a:gd name="connsiteY122" fmla="*/ 526516 h 1457324"/>
              <a:gd name="connsiteX123" fmla="*/ 1259633 w 11277371"/>
              <a:gd name="connsiteY123" fmla="*/ 510398 h 1457324"/>
              <a:gd name="connsiteX124" fmla="*/ 1224883 w 11277371"/>
              <a:gd name="connsiteY124" fmla="*/ 510398 h 1457324"/>
              <a:gd name="connsiteX125" fmla="*/ 873258 w 11277371"/>
              <a:gd name="connsiteY125" fmla="*/ 466261 h 1457324"/>
              <a:gd name="connsiteX126" fmla="*/ 853124 w 11277371"/>
              <a:gd name="connsiteY126" fmla="*/ 470421 h 1457324"/>
              <a:gd name="connsiteX127" fmla="*/ 853124 w 11277371"/>
              <a:gd name="connsiteY127" fmla="*/ 510398 h 1457324"/>
              <a:gd name="connsiteX128" fmla="*/ 834262 w 11277371"/>
              <a:gd name="connsiteY128" fmla="*/ 510398 h 1457324"/>
              <a:gd name="connsiteX129" fmla="*/ 834262 w 11277371"/>
              <a:gd name="connsiteY129" fmla="*/ 526516 h 1457324"/>
              <a:gd name="connsiteX130" fmla="*/ 851998 w 11277371"/>
              <a:gd name="connsiteY130" fmla="*/ 526516 h 1457324"/>
              <a:gd name="connsiteX131" fmla="*/ 851998 w 11277371"/>
              <a:gd name="connsiteY131" fmla="*/ 619875 h 1457324"/>
              <a:gd name="connsiteX132" fmla="*/ 865112 w 11277371"/>
              <a:gd name="connsiteY132" fmla="*/ 646883 h 1457324"/>
              <a:gd name="connsiteX133" fmla="*/ 882848 w 11277371"/>
              <a:gd name="connsiteY133" fmla="*/ 650725 h 1457324"/>
              <a:gd name="connsiteX134" fmla="*/ 906880 w 11277371"/>
              <a:gd name="connsiteY134" fmla="*/ 645236 h 1457324"/>
              <a:gd name="connsiteX135" fmla="*/ 903847 w 11277371"/>
              <a:gd name="connsiteY135" fmla="*/ 631602 h 1457324"/>
              <a:gd name="connsiteX136" fmla="*/ 890473 w 11277371"/>
              <a:gd name="connsiteY136" fmla="*/ 634375 h 1457324"/>
              <a:gd name="connsiteX137" fmla="*/ 872998 w 11277371"/>
              <a:gd name="connsiteY137" fmla="*/ 614155 h 1457324"/>
              <a:gd name="connsiteX138" fmla="*/ 872998 w 11277371"/>
              <a:gd name="connsiteY138" fmla="*/ 526516 h 1457324"/>
              <a:gd name="connsiteX139" fmla="*/ 901392 w 11277371"/>
              <a:gd name="connsiteY139" fmla="*/ 526516 h 1457324"/>
              <a:gd name="connsiteX140" fmla="*/ 907949 w 11277371"/>
              <a:gd name="connsiteY140" fmla="*/ 510398 h 1457324"/>
              <a:gd name="connsiteX141" fmla="*/ 873258 w 11277371"/>
              <a:gd name="connsiteY141" fmla="*/ 510398 h 1457324"/>
              <a:gd name="connsiteX142" fmla="*/ 1144698 w 11277371"/>
              <a:gd name="connsiteY142" fmla="*/ 453407 h 1457324"/>
              <a:gd name="connsiteX143" fmla="*/ 1129706 w 11277371"/>
              <a:gd name="connsiteY143" fmla="*/ 468601 h 1457324"/>
              <a:gd name="connsiteX144" fmla="*/ 1144698 w 11277371"/>
              <a:gd name="connsiteY144" fmla="*/ 483390 h 1457324"/>
              <a:gd name="connsiteX145" fmla="*/ 1159689 w 11277371"/>
              <a:gd name="connsiteY145" fmla="*/ 468370 h 1457324"/>
              <a:gd name="connsiteX146" fmla="*/ 1144698 w 11277371"/>
              <a:gd name="connsiteY146" fmla="*/ 453407 h 1457324"/>
              <a:gd name="connsiteX147" fmla="*/ 949286 w 11277371"/>
              <a:gd name="connsiteY147" fmla="*/ 453407 h 1457324"/>
              <a:gd name="connsiteX148" fmla="*/ 934294 w 11277371"/>
              <a:gd name="connsiteY148" fmla="*/ 468601 h 1457324"/>
              <a:gd name="connsiteX149" fmla="*/ 949286 w 11277371"/>
              <a:gd name="connsiteY149" fmla="*/ 483390 h 1457324"/>
              <a:gd name="connsiteX150" fmla="*/ 964248 w 11277371"/>
              <a:gd name="connsiteY150" fmla="*/ 468370 h 1457324"/>
              <a:gd name="connsiteX151" fmla="*/ 949286 w 11277371"/>
              <a:gd name="connsiteY151" fmla="*/ 453407 h 1457324"/>
              <a:gd name="connsiteX152" fmla="*/ 1300564 w 11277371"/>
              <a:gd name="connsiteY152" fmla="*/ 453407 h 1457324"/>
              <a:gd name="connsiteX153" fmla="*/ 1285572 w 11277371"/>
              <a:gd name="connsiteY153" fmla="*/ 468601 h 1457324"/>
              <a:gd name="connsiteX154" fmla="*/ 1300564 w 11277371"/>
              <a:gd name="connsiteY154" fmla="*/ 483390 h 1457324"/>
              <a:gd name="connsiteX155" fmla="*/ 1315555 w 11277371"/>
              <a:gd name="connsiteY155" fmla="*/ 468370 h 1457324"/>
              <a:gd name="connsiteX156" fmla="*/ 1300564 w 11277371"/>
              <a:gd name="connsiteY156" fmla="*/ 453407 h 1457324"/>
              <a:gd name="connsiteX157" fmla="*/ 0 w 11277371"/>
              <a:gd name="connsiteY157" fmla="*/ 0 h 1457324"/>
              <a:gd name="connsiteX158" fmla="*/ 11277371 w 11277371"/>
              <a:gd name="connsiteY158" fmla="*/ 0 h 1457324"/>
              <a:gd name="connsiteX159" fmla="*/ 11277371 w 11277371"/>
              <a:gd name="connsiteY159" fmla="*/ 1457324 h 1457324"/>
              <a:gd name="connsiteX160" fmla="*/ 0 w 11277371"/>
              <a:gd name="connsiteY160" fmla="*/ 1457324 h 1457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Lst>
            <a:rect l="l" t="t" r="r" b="b"/>
            <a:pathLst>
              <a:path w="11277371" h="1457324">
                <a:moveTo>
                  <a:pt x="523397" y="526806"/>
                </a:moveTo>
                <a:cubicBezTo>
                  <a:pt x="534316" y="526806"/>
                  <a:pt x="544166" y="532526"/>
                  <a:pt x="548499" y="541827"/>
                </a:cubicBezTo>
                <a:cubicBezTo>
                  <a:pt x="552341" y="550001"/>
                  <a:pt x="554796" y="564473"/>
                  <a:pt x="554796" y="580851"/>
                </a:cubicBezTo>
                <a:cubicBezTo>
                  <a:pt x="554796" y="596132"/>
                  <a:pt x="553149" y="606531"/>
                  <a:pt x="549048" y="615254"/>
                </a:cubicBezTo>
                <a:cubicBezTo>
                  <a:pt x="544426" y="625393"/>
                  <a:pt x="532958" y="632181"/>
                  <a:pt x="520393" y="632181"/>
                </a:cubicBezTo>
                <a:cubicBezTo>
                  <a:pt x="508954" y="632181"/>
                  <a:pt x="497198" y="625913"/>
                  <a:pt x="487117" y="614416"/>
                </a:cubicBezTo>
                <a:lnTo>
                  <a:pt x="487117" y="545928"/>
                </a:lnTo>
                <a:cubicBezTo>
                  <a:pt x="497487" y="533334"/>
                  <a:pt x="509763" y="526806"/>
                  <a:pt x="523397" y="526806"/>
                </a:cubicBezTo>
                <a:close/>
                <a:moveTo>
                  <a:pt x="751651" y="523802"/>
                </a:moveTo>
                <a:cubicBezTo>
                  <a:pt x="762830" y="523802"/>
                  <a:pt x="774817" y="529290"/>
                  <a:pt x="780536" y="541278"/>
                </a:cubicBezTo>
                <a:cubicBezTo>
                  <a:pt x="784927" y="550290"/>
                  <a:pt x="786833" y="563173"/>
                  <a:pt x="786833" y="582209"/>
                </a:cubicBezTo>
                <a:cubicBezTo>
                  <a:pt x="786833" y="595640"/>
                  <a:pt x="785736" y="603266"/>
                  <a:pt x="782761" y="611759"/>
                </a:cubicBezTo>
                <a:cubicBezTo>
                  <a:pt x="778110" y="624815"/>
                  <a:pt x="767480" y="632181"/>
                  <a:pt x="753268" y="632181"/>
                </a:cubicBezTo>
                <a:cubicBezTo>
                  <a:pt x="741541" y="632181"/>
                  <a:pt x="730622" y="626750"/>
                  <a:pt x="725712" y="618547"/>
                </a:cubicBezTo>
                <a:cubicBezTo>
                  <a:pt x="720541" y="610083"/>
                  <a:pt x="717248" y="593156"/>
                  <a:pt x="717248" y="574034"/>
                </a:cubicBezTo>
                <a:cubicBezTo>
                  <a:pt x="717248" y="557887"/>
                  <a:pt x="719443" y="547026"/>
                  <a:pt x="723805" y="538562"/>
                </a:cubicBezTo>
                <a:cubicBezTo>
                  <a:pt x="728427" y="529521"/>
                  <a:pt x="739634" y="523802"/>
                  <a:pt x="751651" y="523802"/>
                </a:cubicBezTo>
                <a:close/>
                <a:moveTo>
                  <a:pt x="1360183" y="517418"/>
                </a:moveTo>
                <a:lnTo>
                  <a:pt x="1362292" y="517418"/>
                </a:lnTo>
                <a:cubicBezTo>
                  <a:pt x="1363361" y="517418"/>
                  <a:pt x="1364227" y="517562"/>
                  <a:pt x="1364805" y="517822"/>
                </a:cubicBezTo>
                <a:cubicBezTo>
                  <a:pt x="1365903" y="518256"/>
                  <a:pt x="1366712" y="519382"/>
                  <a:pt x="1366712" y="520826"/>
                </a:cubicBezTo>
                <a:cubicBezTo>
                  <a:pt x="1366712" y="522040"/>
                  <a:pt x="1366307" y="522993"/>
                  <a:pt x="1365729" y="523599"/>
                </a:cubicBezTo>
                <a:cubicBezTo>
                  <a:pt x="1365007" y="524235"/>
                  <a:pt x="1363996" y="524553"/>
                  <a:pt x="1362177" y="524553"/>
                </a:cubicBezTo>
                <a:lnTo>
                  <a:pt x="1360183" y="524553"/>
                </a:lnTo>
                <a:close/>
                <a:moveTo>
                  <a:pt x="1357295" y="515049"/>
                </a:moveTo>
                <a:lnTo>
                  <a:pt x="1357295" y="535500"/>
                </a:lnTo>
                <a:lnTo>
                  <a:pt x="1360154" y="535500"/>
                </a:lnTo>
                <a:lnTo>
                  <a:pt x="1360154" y="526459"/>
                </a:lnTo>
                <a:cubicBezTo>
                  <a:pt x="1360992" y="526517"/>
                  <a:pt x="1361425" y="526806"/>
                  <a:pt x="1361974" y="527412"/>
                </a:cubicBezTo>
                <a:cubicBezTo>
                  <a:pt x="1363447" y="529030"/>
                  <a:pt x="1363967" y="529897"/>
                  <a:pt x="1365527" y="532496"/>
                </a:cubicBezTo>
                <a:cubicBezTo>
                  <a:pt x="1366336" y="533883"/>
                  <a:pt x="1366625" y="534374"/>
                  <a:pt x="1367203" y="535500"/>
                </a:cubicBezTo>
                <a:lnTo>
                  <a:pt x="1370698" y="535500"/>
                </a:lnTo>
                <a:cubicBezTo>
                  <a:pt x="1370293" y="534865"/>
                  <a:pt x="1368618" y="532178"/>
                  <a:pt x="1367751" y="530792"/>
                </a:cubicBezTo>
                <a:cubicBezTo>
                  <a:pt x="1367058" y="529694"/>
                  <a:pt x="1366452" y="528828"/>
                  <a:pt x="1365989" y="528250"/>
                </a:cubicBezTo>
                <a:cubicBezTo>
                  <a:pt x="1365672" y="527759"/>
                  <a:pt x="1365152" y="527124"/>
                  <a:pt x="1364227" y="526401"/>
                </a:cubicBezTo>
                <a:cubicBezTo>
                  <a:pt x="1367636" y="526488"/>
                  <a:pt x="1369716" y="523917"/>
                  <a:pt x="1369716" y="520740"/>
                </a:cubicBezTo>
                <a:cubicBezTo>
                  <a:pt x="1369716" y="518776"/>
                  <a:pt x="1368849" y="517389"/>
                  <a:pt x="1367896" y="516551"/>
                </a:cubicBezTo>
                <a:cubicBezTo>
                  <a:pt x="1366885" y="515598"/>
                  <a:pt x="1365469" y="515049"/>
                  <a:pt x="1363043" y="515049"/>
                </a:cubicBezTo>
                <a:close/>
                <a:moveTo>
                  <a:pt x="1362985" y="509705"/>
                </a:moveTo>
                <a:cubicBezTo>
                  <a:pt x="1371362" y="509705"/>
                  <a:pt x="1378092" y="516522"/>
                  <a:pt x="1378092" y="525419"/>
                </a:cubicBezTo>
                <a:cubicBezTo>
                  <a:pt x="1378092" y="534287"/>
                  <a:pt x="1371362" y="541133"/>
                  <a:pt x="1362985" y="541133"/>
                </a:cubicBezTo>
                <a:cubicBezTo>
                  <a:pt x="1354551" y="541133"/>
                  <a:pt x="1347878" y="534316"/>
                  <a:pt x="1347878" y="525419"/>
                </a:cubicBezTo>
                <a:cubicBezTo>
                  <a:pt x="1347878" y="516522"/>
                  <a:pt x="1354551" y="509705"/>
                  <a:pt x="1362985" y="509705"/>
                </a:cubicBezTo>
                <a:close/>
                <a:moveTo>
                  <a:pt x="1155357" y="507452"/>
                </a:moveTo>
                <a:lnTo>
                  <a:pt x="1133260" y="510947"/>
                </a:lnTo>
                <a:lnTo>
                  <a:pt x="1133260" y="568025"/>
                </a:lnTo>
                <a:lnTo>
                  <a:pt x="1133260" y="646363"/>
                </a:lnTo>
                <a:lnTo>
                  <a:pt x="1155357" y="646363"/>
                </a:lnTo>
                <a:lnTo>
                  <a:pt x="1155357" y="543819"/>
                </a:lnTo>
                <a:close/>
                <a:moveTo>
                  <a:pt x="959888" y="507452"/>
                </a:moveTo>
                <a:lnTo>
                  <a:pt x="937819" y="510947"/>
                </a:lnTo>
                <a:lnTo>
                  <a:pt x="937819" y="570192"/>
                </a:lnTo>
                <a:lnTo>
                  <a:pt x="937819" y="646363"/>
                </a:lnTo>
                <a:lnTo>
                  <a:pt x="959888" y="646363"/>
                </a:lnTo>
                <a:lnTo>
                  <a:pt x="959888" y="585357"/>
                </a:lnTo>
                <a:close/>
                <a:moveTo>
                  <a:pt x="1311222" y="507452"/>
                </a:moveTo>
                <a:lnTo>
                  <a:pt x="1289096" y="510947"/>
                </a:lnTo>
                <a:lnTo>
                  <a:pt x="1289096" y="568025"/>
                </a:lnTo>
                <a:lnTo>
                  <a:pt x="1289096" y="646363"/>
                </a:lnTo>
                <a:lnTo>
                  <a:pt x="1311222" y="646363"/>
                </a:lnTo>
                <a:lnTo>
                  <a:pt x="1311222" y="581746"/>
                </a:lnTo>
                <a:close/>
                <a:moveTo>
                  <a:pt x="1362985" y="507048"/>
                </a:moveTo>
                <a:cubicBezTo>
                  <a:pt x="1352962" y="507048"/>
                  <a:pt x="1344614" y="514934"/>
                  <a:pt x="1344614" y="525419"/>
                </a:cubicBezTo>
                <a:cubicBezTo>
                  <a:pt x="1344614" y="535876"/>
                  <a:pt x="1352962" y="543791"/>
                  <a:pt x="1362985" y="543791"/>
                </a:cubicBezTo>
                <a:cubicBezTo>
                  <a:pt x="1372980" y="543791"/>
                  <a:pt x="1381385" y="535876"/>
                  <a:pt x="1381385" y="525419"/>
                </a:cubicBezTo>
                <a:cubicBezTo>
                  <a:pt x="1381385" y="514934"/>
                  <a:pt x="1372980" y="507048"/>
                  <a:pt x="1362985" y="507048"/>
                </a:cubicBezTo>
                <a:close/>
                <a:moveTo>
                  <a:pt x="484662" y="506904"/>
                </a:moveTo>
                <a:lnTo>
                  <a:pt x="462824" y="510717"/>
                </a:lnTo>
                <a:cubicBezTo>
                  <a:pt x="462824" y="510717"/>
                  <a:pt x="465857" y="519152"/>
                  <a:pt x="465828" y="539891"/>
                </a:cubicBezTo>
                <a:lnTo>
                  <a:pt x="465828" y="725510"/>
                </a:lnTo>
                <a:lnTo>
                  <a:pt x="487117" y="721438"/>
                </a:lnTo>
                <a:lnTo>
                  <a:pt x="487117" y="634116"/>
                </a:lnTo>
                <a:cubicBezTo>
                  <a:pt x="496649" y="643966"/>
                  <a:pt x="510572" y="649946"/>
                  <a:pt x="524495" y="649946"/>
                </a:cubicBezTo>
                <a:cubicBezTo>
                  <a:pt x="542231" y="649946"/>
                  <a:pt x="556702" y="640904"/>
                  <a:pt x="566552" y="625104"/>
                </a:cubicBezTo>
                <a:cubicBezTo>
                  <a:pt x="574207" y="612510"/>
                  <a:pt x="577471" y="599973"/>
                  <a:pt x="577471" y="578165"/>
                </a:cubicBezTo>
                <a:cubicBezTo>
                  <a:pt x="577471" y="553901"/>
                  <a:pt x="572560" y="537205"/>
                  <a:pt x="562450" y="524640"/>
                </a:cubicBezTo>
                <a:cubicBezTo>
                  <a:pt x="553727" y="513721"/>
                  <a:pt x="540064" y="507713"/>
                  <a:pt x="526141" y="507713"/>
                </a:cubicBezTo>
                <a:cubicBezTo>
                  <a:pt x="511150" y="507713"/>
                  <a:pt x="497198" y="514588"/>
                  <a:pt x="486019" y="527644"/>
                </a:cubicBezTo>
                <a:cubicBezTo>
                  <a:pt x="486019" y="512652"/>
                  <a:pt x="484662" y="506904"/>
                  <a:pt x="484662" y="506904"/>
                </a:cubicBezTo>
                <a:close/>
                <a:moveTo>
                  <a:pt x="1006307" y="506904"/>
                </a:moveTo>
                <a:lnTo>
                  <a:pt x="984469" y="511497"/>
                </a:lnTo>
                <a:lnTo>
                  <a:pt x="1033343" y="647721"/>
                </a:lnTo>
                <a:lnTo>
                  <a:pt x="1054343" y="647721"/>
                </a:lnTo>
                <a:lnTo>
                  <a:pt x="1105442" y="510428"/>
                </a:lnTo>
                <a:lnTo>
                  <a:pt x="1082767" y="510428"/>
                </a:lnTo>
                <a:lnTo>
                  <a:pt x="1051628" y="600840"/>
                </a:lnTo>
                <a:cubicBezTo>
                  <a:pt x="1047266" y="613059"/>
                  <a:pt x="1045071" y="623717"/>
                  <a:pt x="1045071" y="623717"/>
                </a:cubicBezTo>
                <a:lnTo>
                  <a:pt x="1044522" y="623717"/>
                </a:lnTo>
                <a:cubicBezTo>
                  <a:pt x="1044522" y="623717"/>
                  <a:pt x="1041807" y="611730"/>
                  <a:pt x="1037994" y="600522"/>
                </a:cubicBezTo>
                <a:close/>
                <a:moveTo>
                  <a:pt x="674065" y="506355"/>
                </a:moveTo>
                <a:cubicBezTo>
                  <a:pt x="660171" y="506355"/>
                  <a:pt x="645700" y="515078"/>
                  <a:pt x="635878" y="529001"/>
                </a:cubicBezTo>
                <a:cubicBezTo>
                  <a:pt x="636716" y="517505"/>
                  <a:pt x="631517" y="506875"/>
                  <a:pt x="631517" y="506875"/>
                </a:cubicBezTo>
                <a:lnTo>
                  <a:pt x="610228" y="512623"/>
                </a:lnTo>
                <a:cubicBezTo>
                  <a:pt x="610228" y="512623"/>
                  <a:pt x="614850" y="521664"/>
                  <a:pt x="614850" y="541538"/>
                </a:cubicBezTo>
                <a:lnTo>
                  <a:pt x="614850" y="646393"/>
                </a:lnTo>
                <a:lnTo>
                  <a:pt x="636138" y="646393"/>
                </a:lnTo>
                <a:lnTo>
                  <a:pt x="636138" y="561238"/>
                </a:lnTo>
                <a:cubicBezTo>
                  <a:pt x="636138" y="550030"/>
                  <a:pt x="637756" y="545957"/>
                  <a:pt x="644053" y="539689"/>
                </a:cubicBezTo>
                <a:cubicBezTo>
                  <a:pt x="650321" y="533334"/>
                  <a:pt x="658525" y="529839"/>
                  <a:pt x="666699" y="529839"/>
                </a:cubicBezTo>
                <a:cubicBezTo>
                  <a:pt x="668895" y="529839"/>
                  <a:pt x="671350" y="530388"/>
                  <a:pt x="672708" y="530937"/>
                </a:cubicBezTo>
                <a:lnTo>
                  <a:pt x="681460" y="507713"/>
                </a:lnTo>
                <a:cubicBezTo>
                  <a:pt x="681460" y="507713"/>
                  <a:pt x="677618" y="506355"/>
                  <a:pt x="674065" y="506355"/>
                </a:cubicBezTo>
                <a:close/>
                <a:moveTo>
                  <a:pt x="751911" y="506355"/>
                </a:moveTo>
                <a:cubicBezTo>
                  <a:pt x="716150" y="506355"/>
                  <a:pt x="694024" y="533334"/>
                  <a:pt x="694024" y="577616"/>
                </a:cubicBezTo>
                <a:cubicBezTo>
                  <a:pt x="694024" y="622360"/>
                  <a:pt x="715313" y="649945"/>
                  <a:pt x="752720" y="649945"/>
                </a:cubicBezTo>
                <a:cubicBezTo>
                  <a:pt x="786833" y="649945"/>
                  <a:pt x="811126" y="625941"/>
                  <a:pt x="811126" y="580591"/>
                </a:cubicBezTo>
                <a:cubicBezTo>
                  <a:pt x="811126" y="558494"/>
                  <a:pt x="807053" y="542346"/>
                  <a:pt x="798590" y="530128"/>
                </a:cubicBezTo>
                <a:cubicBezTo>
                  <a:pt x="789289" y="516696"/>
                  <a:pt x="774557" y="506355"/>
                  <a:pt x="751911" y="506355"/>
                </a:cubicBezTo>
                <a:close/>
                <a:moveTo>
                  <a:pt x="1224883" y="466261"/>
                </a:moveTo>
                <a:lnTo>
                  <a:pt x="1204750" y="470421"/>
                </a:lnTo>
                <a:lnTo>
                  <a:pt x="1204750" y="510398"/>
                </a:lnTo>
                <a:lnTo>
                  <a:pt x="1185916" y="510398"/>
                </a:lnTo>
                <a:lnTo>
                  <a:pt x="1185916" y="526516"/>
                </a:lnTo>
                <a:lnTo>
                  <a:pt x="1203653" y="526516"/>
                </a:lnTo>
                <a:lnTo>
                  <a:pt x="1203653" y="619875"/>
                </a:lnTo>
                <a:cubicBezTo>
                  <a:pt x="1203653" y="633538"/>
                  <a:pt x="1207206" y="642261"/>
                  <a:pt x="1216737" y="646883"/>
                </a:cubicBezTo>
                <a:cubicBezTo>
                  <a:pt x="1221936" y="649338"/>
                  <a:pt x="1227397" y="650725"/>
                  <a:pt x="1234503" y="650725"/>
                </a:cubicBezTo>
                <a:cubicBezTo>
                  <a:pt x="1244034" y="650725"/>
                  <a:pt x="1251689" y="648789"/>
                  <a:pt x="1258535" y="645236"/>
                </a:cubicBezTo>
                <a:lnTo>
                  <a:pt x="1255531" y="631602"/>
                </a:lnTo>
                <a:cubicBezTo>
                  <a:pt x="1251689" y="633567"/>
                  <a:pt x="1248166" y="634375"/>
                  <a:pt x="1242157" y="634375"/>
                </a:cubicBezTo>
                <a:cubicBezTo>
                  <a:pt x="1228782" y="634375"/>
                  <a:pt x="1224681" y="629147"/>
                  <a:pt x="1224681" y="614155"/>
                </a:cubicBezTo>
                <a:lnTo>
                  <a:pt x="1224681" y="526516"/>
                </a:lnTo>
                <a:lnTo>
                  <a:pt x="1253076" y="526516"/>
                </a:lnTo>
                <a:lnTo>
                  <a:pt x="1259633" y="510398"/>
                </a:lnTo>
                <a:lnTo>
                  <a:pt x="1224883" y="510398"/>
                </a:lnTo>
                <a:close/>
                <a:moveTo>
                  <a:pt x="873258" y="466261"/>
                </a:moveTo>
                <a:lnTo>
                  <a:pt x="853124" y="470421"/>
                </a:lnTo>
                <a:lnTo>
                  <a:pt x="853124" y="510398"/>
                </a:lnTo>
                <a:lnTo>
                  <a:pt x="834262" y="510398"/>
                </a:lnTo>
                <a:lnTo>
                  <a:pt x="834262" y="526516"/>
                </a:lnTo>
                <a:lnTo>
                  <a:pt x="851998" y="526516"/>
                </a:lnTo>
                <a:lnTo>
                  <a:pt x="851998" y="619875"/>
                </a:lnTo>
                <a:cubicBezTo>
                  <a:pt x="851998" y="633538"/>
                  <a:pt x="855551" y="642261"/>
                  <a:pt x="865112" y="646883"/>
                </a:cubicBezTo>
                <a:cubicBezTo>
                  <a:pt x="870311" y="649338"/>
                  <a:pt x="875742" y="650725"/>
                  <a:pt x="882848" y="650725"/>
                </a:cubicBezTo>
                <a:cubicBezTo>
                  <a:pt x="892380" y="650725"/>
                  <a:pt x="900035" y="648789"/>
                  <a:pt x="906880" y="645236"/>
                </a:cubicBezTo>
                <a:lnTo>
                  <a:pt x="903847" y="631602"/>
                </a:lnTo>
                <a:cubicBezTo>
                  <a:pt x="900035" y="633567"/>
                  <a:pt x="896453" y="634375"/>
                  <a:pt x="890473" y="634375"/>
                </a:cubicBezTo>
                <a:cubicBezTo>
                  <a:pt x="877071" y="634375"/>
                  <a:pt x="872998" y="629147"/>
                  <a:pt x="872998" y="614155"/>
                </a:cubicBezTo>
                <a:lnTo>
                  <a:pt x="872998" y="526516"/>
                </a:lnTo>
                <a:lnTo>
                  <a:pt x="901392" y="526516"/>
                </a:lnTo>
                <a:lnTo>
                  <a:pt x="907949" y="510398"/>
                </a:lnTo>
                <a:lnTo>
                  <a:pt x="873258" y="510398"/>
                </a:lnTo>
                <a:close/>
                <a:moveTo>
                  <a:pt x="1144698" y="453407"/>
                </a:moveTo>
                <a:cubicBezTo>
                  <a:pt x="1136379" y="453407"/>
                  <a:pt x="1129706" y="460224"/>
                  <a:pt x="1129706" y="468601"/>
                </a:cubicBezTo>
                <a:cubicBezTo>
                  <a:pt x="1129706" y="476747"/>
                  <a:pt x="1136379" y="483390"/>
                  <a:pt x="1144698" y="483390"/>
                </a:cubicBezTo>
                <a:cubicBezTo>
                  <a:pt x="1153074" y="483390"/>
                  <a:pt x="1159689" y="476747"/>
                  <a:pt x="1159689" y="468370"/>
                </a:cubicBezTo>
                <a:cubicBezTo>
                  <a:pt x="1159689" y="460022"/>
                  <a:pt x="1153074" y="453407"/>
                  <a:pt x="1144698" y="453407"/>
                </a:cubicBezTo>
                <a:close/>
                <a:moveTo>
                  <a:pt x="949286" y="453407"/>
                </a:moveTo>
                <a:cubicBezTo>
                  <a:pt x="940909" y="453407"/>
                  <a:pt x="934265" y="460224"/>
                  <a:pt x="934294" y="468601"/>
                </a:cubicBezTo>
                <a:cubicBezTo>
                  <a:pt x="934294" y="476747"/>
                  <a:pt x="940938" y="483390"/>
                  <a:pt x="949286" y="483390"/>
                </a:cubicBezTo>
                <a:cubicBezTo>
                  <a:pt x="957634" y="483390"/>
                  <a:pt x="964248" y="476747"/>
                  <a:pt x="964248" y="468370"/>
                </a:cubicBezTo>
                <a:cubicBezTo>
                  <a:pt x="964248" y="460022"/>
                  <a:pt x="957634" y="453407"/>
                  <a:pt x="949286" y="453407"/>
                </a:cubicBezTo>
                <a:close/>
                <a:moveTo>
                  <a:pt x="1300564" y="453407"/>
                </a:moveTo>
                <a:cubicBezTo>
                  <a:pt x="1292216" y="453407"/>
                  <a:pt x="1285601" y="460224"/>
                  <a:pt x="1285572" y="468601"/>
                </a:cubicBezTo>
                <a:cubicBezTo>
                  <a:pt x="1285572" y="476747"/>
                  <a:pt x="1292216" y="483390"/>
                  <a:pt x="1300564" y="483390"/>
                </a:cubicBezTo>
                <a:cubicBezTo>
                  <a:pt x="1308941" y="483390"/>
                  <a:pt x="1315555" y="476747"/>
                  <a:pt x="1315555" y="468370"/>
                </a:cubicBezTo>
                <a:cubicBezTo>
                  <a:pt x="1315555" y="460022"/>
                  <a:pt x="1308941" y="453407"/>
                  <a:pt x="1300564" y="453407"/>
                </a:cubicBezTo>
                <a:close/>
                <a:moveTo>
                  <a:pt x="0" y="0"/>
                </a:moveTo>
                <a:lnTo>
                  <a:pt x="11277371" y="0"/>
                </a:lnTo>
                <a:lnTo>
                  <a:pt x="11277371" y="1457324"/>
                </a:lnTo>
                <a:lnTo>
                  <a:pt x="0" y="1457324"/>
                </a:lnTo>
                <a:close/>
              </a:path>
            </a:pathLst>
          </a:custGeom>
          <a:solidFill>
            <a:schemeClr val="bg2"/>
          </a:solidFill>
        </p:spPr>
        <p:txBody>
          <a:bodyPr wrap="square">
            <a:noAutofit/>
          </a:bodyPr>
          <a:lstStyle>
            <a:lvl1pPr>
              <a:defRPr sz="1400"/>
            </a:lvl1pPr>
          </a:lstStyle>
          <a:p>
            <a:r>
              <a:rPr lang="en-US"/>
              <a:t>Click icon to add picture</a:t>
            </a:r>
            <a:endParaRPr lang="de-DE"/>
          </a:p>
        </p:txBody>
      </p:sp>
      <p:sp>
        <p:nvSpPr>
          <p:cNvPr id="3" name="Foliennummernplatzhalter 2">
            <a:extLst>
              <a:ext uri="{FF2B5EF4-FFF2-40B4-BE49-F238E27FC236}">
                <a16:creationId xmlns:a16="http://schemas.microsoft.com/office/drawing/2014/main" id="{40B193DB-68EA-BF1C-B9E1-3898228976FE}"/>
              </a:ext>
            </a:extLst>
          </p:cNvPr>
          <p:cNvSpPr>
            <a:spLocks noGrp="1"/>
          </p:cNvSpPr>
          <p:nvPr>
            <p:ph type="sldNum" sz="quarter" idx="10"/>
          </p:nvPr>
        </p:nvSpPr>
        <p:spPr/>
        <p:txBody>
          <a:bodyPr/>
          <a:lstStyle/>
          <a:p>
            <a:fld id="{9678312F-8BDE-4502-9E53-473B40D118CD}" type="slidenum">
              <a:rPr lang="de-DE" smtClean="0"/>
              <a:pPr/>
              <a:t>‹#›</a:t>
            </a:fld>
            <a:endParaRPr lang="de-DE"/>
          </a:p>
        </p:txBody>
      </p:sp>
      <p:sp>
        <p:nvSpPr>
          <p:cNvPr id="4" name="Titel 3">
            <a:extLst>
              <a:ext uri="{FF2B5EF4-FFF2-40B4-BE49-F238E27FC236}">
                <a16:creationId xmlns:a16="http://schemas.microsoft.com/office/drawing/2014/main" id="{37F59082-492D-0274-643D-9608149CE060}"/>
              </a:ext>
            </a:extLst>
          </p:cNvPr>
          <p:cNvSpPr>
            <a:spLocks noGrp="1"/>
          </p:cNvSpPr>
          <p:nvPr>
            <p:ph type="title" hasCustomPrompt="1"/>
          </p:nvPr>
        </p:nvSpPr>
        <p:spPr>
          <a:xfrm>
            <a:off x="2057400" y="408728"/>
            <a:ext cx="8861200" cy="373777"/>
          </a:xfrm>
          <a:prstGeom prst="rect">
            <a:avLst/>
          </a:prstGeom>
        </p:spPr>
        <p:txBody>
          <a:bodyPr/>
          <a:lstStyle>
            <a:lvl1pPr>
              <a:defRPr>
                <a:solidFill>
                  <a:schemeClr val="bg1"/>
                </a:solidFill>
                <a:latin typeface="+mj-lt"/>
              </a:defRPr>
            </a:lvl1pPr>
          </a:lstStyle>
          <a:p>
            <a:r>
              <a:rPr lang="de-DE"/>
              <a:t>Titel hinzufügen</a:t>
            </a:r>
          </a:p>
        </p:txBody>
      </p:sp>
      <p:sp>
        <p:nvSpPr>
          <p:cNvPr id="2" name="Fußzeilenplatzhalter 5">
            <a:extLst>
              <a:ext uri="{FF2B5EF4-FFF2-40B4-BE49-F238E27FC236}">
                <a16:creationId xmlns:a16="http://schemas.microsoft.com/office/drawing/2014/main" id="{5BE91C4A-5611-5E6D-432B-43FE5FF4E909}"/>
              </a:ext>
            </a:extLst>
          </p:cNvPr>
          <p:cNvSpPr>
            <a:spLocks noGrp="1"/>
          </p:cNvSpPr>
          <p:nvPr>
            <p:ph type="ftr" sz="quarter" idx="3"/>
          </p:nvPr>
        </p:nvSpPr>
        <p:spPr>
          <a:xfrm rot="16200000">
            <a:off x="9687412" y="3627858"/>
            <a:ext cx="4114800" cy="180000"/>
          </a:xfrm>
          <a:prstGeom prst="rect">
            <a:avLst/>
          </a:prstGeom>
        </p:spPr>
        <p:txBody>
          <a:bodyPr vert="horz" lIns="0" tIns="0" rIns="0" bIns="0" rtlCol="0" anchor="b"/>
          <a:lstStyle>
            <a:lvl1pPr algn="l">
              <a:defRPr sz="800" cap="all" spc="50" baseline="0">
                <a:solidFill>
                  <a:schemeClr val="accent3"/>
                </a:solidFill>
                <a:latin typeface="Merriweather" panose="00000500000000000000" pitchFamily="2" charset="0"/>
              </a:defRPr>
            </a:lvl1pPr>
          </a:lstStyle>
          <a:p>
            <a:r>
              <a:rPr lang="de-DE"/>
              <a:t>Corporate Presentation</a:t>
            </a:r>
          </a:p>
        </p:txBody>
      </p:sp>
      <p:sp>
        <p:nvSpPr>
          <p:cNvPr id="6" name="Untertitel 2">
            <a:extLst>
              <a:ext uri="{FF2B5EF4-FFF2-40B4-BE49-F238E27FC236}">
                <a16:creationId xmlns:a16="http://schemas.microsoft.com/office/drawing/2014/main" id="{B1555F3E-8416-E28E-0A71-94B336828A55}"/>
              </a:ext>
            </a:extLst>
          </p:cNvPr>
          <p:cNvSpPr>
            <a:spLocks noGrp="1"/>
          </p:cNvSpPr>
          <p:nvPr>
            <p:ph type="subTitle" idx="1" hasCustomPrompt="1"/>
          </p:nvPr>
        </p:nvSpPr>
        <p:spPr>
          <a:xfrm>
            <a:off x="2057400" y="904458"/>
            <a:ext cx="8861201" cy="552867"/>
          </a:xfrm>
        </p:spPr>
        <p:txBody>
          <a:bodyPr lIns="0" tIns="0" rIns="0" bIns="0"/>
          <a:lstStyle>
            <a:lvl1pPr marL="0" indent="0" algn="r">
              <a:lnSpc>
                <a:spcPct val="85000"/>
              </a:lnSpc>
              <a:buNone/>
              <a:defRPr sz="2600" b="0" i="0" cap="none" baseline="0">
                <a:solidFill>
                  <a:schemeClr val="bg1"/>
                </a:solidFill>
                <a:latin typeface="Barlow Condensed Light"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noProof="0"/>
              <a:t>Untertitel hinzufügen</a:t>
            </a:r>
          </a:p>
        </p:txBody>
      </p:sp>
    </p:spTree>
    <p:extLst>
      <p:ext uri="{BB962C8B-B14F-4D97-AF65-F5344CB8AC3E}">
        <p14:creationId xmlns:p14="http://schemas.microsoft.com/office/powerpoint/2010/main" val="13023214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6-header-left">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B411651D-9B66-75C7-5C1B-921CF35C0E87}"/>
              </a:ext>
            </a:extLst>
          </p:cNvPr>
          <p:cNvSpPr/>
          <p:nvPr userDrawn="1"/>
        </p:nvSpPr>
        <p:spPr>
          <a:xfrm>
            <a:off x="279083" y="213132"/>
            <a:ext cx="1271081" cy="5693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latin typeface="Barlow Condensed Light" panose="00000406000000000000" pitchFamily="2" charset="0"/>
            </a:endParaRPr>
          </a:p>
        </p:txBody>
      </p:sp>
      <p:sp>
        <p:nvSpPr>
          <p:cNvPr id="3" name="Foliennummernplatzhalter 2">
            <a:extLst>
              <a:ext uri="{FF2B5EF4-FFF2-40B4-BE49-F238E27FC236}">
                <a16:creationId xmlns:a16="http://schemas.microsoft.com/office/drawing/2014/main" id="{0C5678A0-77D0-1377-6034-8F679319B8DE}"/>
              </a:ext>
            </a:extLst>
          </p:cNvPr>
          <p:cNvSpPr>
            <a:spLocks noGrp="1"/>
          </p:cNvSpPr>
          <p:nvPr>
            <p:ph type="sldNum" sz="quarter" idx="10"/>
          </p:nvPr>
        </p:nvSpPr>
        <p:spPr/>
        <p:txBody>
          <a:bodyPr/>
          <a:lstStyle/>
          <a:p>
            <a:fld id="{9678312F-8BDE-4502-9E53-473B40D118CD}" type="slidenum">
              <a:rPr lang="de-DE" smtClean="0"/>
              <a:pPr/>
              <a:t>‹#›</a:t>
            </a:fld>
            <a:endParaRPr lang="de-DE"/>
          </a:p>
        </p:txBody>
      </p:sp>
      <p:sp>
        <p:nvSpPr>
          <p:cNvPr id="26" name="Bildplatzhalter 25">
            <a:extLst>
              <a:ext uri="{FF2B5EF4-FFF2-40B4-BE49-F238E27FC236}">
                <a16:creationId xmlns:a16="http://schemas.microsoft.com/office/drawing/2014/main" id="{E30EE0E7-FB82-FEA7-5C8B-6F23844DAC61}"/>
              </a:ext>
            </a:extLst>
          </p:cNvPr>
          <p:cNvSpPr>
            <a:spLocks noGrp="1"/>
          </p:cNvSpPr>
          <p:nvPr>
            <p:ph type="pic" sz="quarter" idx="19" hasCustomPrompt="1"/>
          </p:nvPr>
        </p:nvSpPr>
        <p:spPr>
          <a:xfrm>
            <a:off x="1" y="2"/>
            <a:ext cx="2960194" cy="6857999"/>
          </a:xfrm>
          <a:custGeom>
            <a:avLst/>
            <a:gdLst>
              <a:gd name="connsiteX0" fmla="*/ 523624 w 2960194"/>
              <a:gd name="connsiteY0" fmla="*/ 526807 h 6857999"/>
              <a:gd name="connsiteX1" fmla="*/ 548726 w 2960194"/>
              <a:gd name="connsiteY1" fmla="*/ 541828 h 6857999"/>
              <a:gd name="connsiteX2" fmla="*/ 555023 w 2960194"/>
              <a:gd name="connsiteY2" fmla="*/ 580852 h 6857999"/>
              <a:gd name="connsiteX3" fmla="*/ 549275 w 2960194"/>
              <a:gd name="connsiteY3" fmla="*/ 615255 h 6857999"/>
              <a:gd name="connsiteX4" fmla="*/ 520619 w 2960194"/>
              <a:gd name="connsiteY4" fmla="*/ 632182 h 6857999"/>
              <a:gd name="connsiteX5" fmla="*/ 487344 w 2960194"/>
              <a:gd name="connsiteY5" fmla="*/ 614417 h 6857999"/>
              <a:gd name="connsiteX6" fmla="*/ 487344 w 2960194"/>
              <a:gd name="connsiteY6" fmla="*/ 545929 h 6857999"/>
              <a:gd name="connsiteX7" fmla="*/ 523624 w 2960194"/>
              <a:gd name="connsiteY7" fmla="*/ 526807 h 6857999"/>
              <a:gd name="connsiteX8" fmla="*/ 751878 w 2960194"/>
              <a:gd name="connsiteY8" fmla="*/ 523803 h 6857999"/>
              <a:gd name="connsiteX9" fmla="*/ 780763 w 2960194"/>
              <a:gd name="connsiteY9" fmla="*/ 541279 h 6857999"/>
              <a:gd name="connsiteX10" fmla="*/ 787060 w 2960194"/>
              <a:gd name="connsiteY10" fmla="*/ 582210 h 6857999"/>
              <a:gd name="connsiteX11" fmla="*/ 782988 w 2960194"/>
              <a:gd name="connsiteY11" fmla="*/ 611760 h 6857999"/>
              <a:gd name="connsiteX12" fmla="*/ 753495 w 2960194"/>
              <a:gd name="connsiteY12" fmla="*/ 632182 h 6857999"/>
              <a:gd name="connsiteX13" fmla="*/ 725939 w 2960194"/>
              <a:gd name="connsiteY13" fmla="*/ 618548 h 6857999"/>
              <a:gd name="connsiteX14" fmla="*/ 717475 w 2960194"/>
              <a:gd name="connsiteY14" fmla="*/ 574034 h 6857999"/>
              <a:gd name="connsiteX15" fmla="*/ 724032 w 2960194"/>
              <a:gd name="connsiteY15" fmla="*/ 538562 h 6857999"/>
              <a:gd name="connsiteX16" fmla="*/ 751878 w 2960194"/>
              <a:gd name="connsiteY16" fmla="*/ 523803 h 6857999"/>
              <a:gd name="connsiteX17" fmla="*/ 1360411 w 2960194"/>
              <a:gd name="connsiteY17" fmla="*/ 517418 h 6857999"/>
              <a:gd name="connsiteX18" fmla="*/ 1362520 w 2960194"/>
              <a:gd name="connsiteY18" fmla="*/ 517418 h 6857999"/>
              <a:gd name="connsiteX19" fmla="*/ 1365033 w 2960194"/>
              <a:gd name="connsiteY19" fmla="*/ 517822 h 6857999"/>
              <a:gd name="connsiteX20" fmla="*/ 1366940 w 2960194"/>
              <a:gd name="connsiteY20" fmla="*/ 520826 h 6857999"/>
              <a:gd name="connsiteX21" fmla="*/ 1365957 w 2960194"/>
              <a:gd name="connsiteY21" fmla="*/ 523599 h 6857999"/>
              <a:gd name="connsiteX22" fmla="*/ 1362405 w 2960194"/>
              <a:gd name="connsiteY22" fmla="*/ 524553 h 6857999"/>
              <a:gd name="connsiteX23" fmla="*/ 1360411 w 2960194"/>
              <a:gd name="connsiteY23" fmla="*/ 524553 h 6857999"/>
              <a:gd name="connsiteX24" fmla="*/ 1357523 w 2960194"/>
              <a:gd name="connsiteY24" fmla="*/ 515049 h 6857999"/>
              <a:gd name="connsiteX25" fmla="*/ 1357523 w 2960194"/>
              <a:gd name="connsiteY25" fmla="*/ 535500 h 6857999"/>
              <a:gd name="connsiteX26" fmla="*/ 1360382 w 2960194"/>
              <a:gd name="connsiteY26" fmla="*/ 535500 h 6857999"/>
              <a:gd name="connsiteX27" fmla="*/ 1360382 w 2960194"/>
              <a:gd name="connsiteY27" fmla="*/ 526459 h 6857999"/>
              <a:gd name="connsiteX28" fmla="*/ 1362202 w 2960194"/>
              <a:gd name="connsiteY28" fmla="*/ 527412 h 6857999"/>
              <a:gd name="connsiteX29" fmla="*/ 1365755 w 2960194"/>
              <a:gd name="connsiteY29" fmla="*/ 532496 h 6857999"/>
              <a:gd name="connsiteX30" fmla="*/ 1367431 w 2960194"/>
              <a:gd name="connsiteY30" fmla="*/ 535500 h 6857999"/>
              <a:gd name="connsiteX31" fmla="*/ 1370926 w 2960194"/>
              <a:gd name="connsiteY31" fmla="*/ 535500 h 6857999"/>
              <a:gd name="connsiteX32" fmla="*/ 1367979 w 2960194"/>
              <a:gd name="connsiteY32" fmla="*/ 530792 h 6857999"/>
              <a:gd name="connsiteX33" fmla="*/ 1366217 w 2960194"/>
              <a:gd name="connsiteY33" fmla="*/ 528250 h 6857999"/>
              <a:gd name="connsiteX34" fmla="*/ 1364455 w 2960194"/>
              <a:gd name="connsiteY34" fmla="*/ 526401 h 6857999"/>
              <a:gd name="connsiteX35" fmla="*/ 1369944 w 2960194"/>
              <a:gd name="connsiteY35" fmla="*/ 520740 h 6857999"/>
              <a:gd name="connsiteX36" fmla="*/ 1368124 w 2960194"/>
              <a:gd name="connsiteY36" fmla="*/ 516551 h 6857999"/>
              <a:gd name="connsiteX37" fmla="*/ 1363271 w 2960194"/>
              <a:gd name="connsiteY37" fmla="*/ 515049 h 6857999"/>
              <a:gd name="connsiteX38" fmla="*/ 1363213 w 2960194"/>
              <a:gd name="connsiteY38" fmla="*/ 509705 h 6857999"/>
              <a:gd name="connsiteX39" fmla="*/ 1378320 w 2960194"/>
              <a:gd name="connsiteY39" fmla="*/ 525419 h 6857999"/>
              <a:gd name="connsiteX40" fmla="*/ 1363213 w 2960194"/>
              <a:gd name="connsiteY40" fmla="*/ 541133 h 6857999"/>
              <a:gd name="connsiteX41" fmla="*/ 1348106 w 2960194"/>
              <a:gd name="connsiteY41" fmla="*/ 525419 h 6857999"/>
              <a:gd name="connsiteX42" fmla="*/ 1363213 w 2960194"/>
              <a:gd name="connsiteY42" fmla="*/ 509705 h 6857999"/>
              <a:gd name="connsiteX43" fmla="*/ 1155583 w 2960194"/>
              <a:gd name="connsiteY43" fmla="*/ 507453 h 6857999"/>
              <a:gd name="connsiteX44" fmla="*/ 1133486 w 2960194"/>
              <a:gd name="connsiteY44" fmla="*/ 510948 h 6857999"/>
              <a:gd name="connsiteX45" fmla="*/ 1133486 w 2960194"/>
              <a:gd name="connsiteY45" fmla="*/ 568026 h 6857999"/>
              <a:gd name="connsiteX46" fmla="*/ 1133486 w 2960194"/>
              <a:gd name="connsiteY46" fmla="*/ 646364 h 6857999"/>
              <a:gd name="connsiteX47" fmla="*/ 1155583 w 2960194"/>
              <a:gd name="connsiteY47" fmla="*/ 646364 h 6857999"/>
              <a:gd name="connsiteX48" fmla="*/ 1155583 w 2960194"/>
              <a:gd name="connsiteY48" fmla="*/ 543820 h 6857999"/>
              <a:gd name="connsiteX49" fmla="*/ 960115 w 2960194"/>
              <a:gd name="connsiteY49" fmla="*/ 507453 h 6857999"/>
              <a:gd name="connsiteX50" fmla="*/ 938046 w 2960194"/>
              <a:gd name="connsiteY50" fmla="*/ 510948 h 6857999"/>
              <a:gd name="connsiteX51" fmla="*/ 938046 w 2960194"/>
              <a:gd name="connsiteY51" fmla="*/ 570193 h 6857999"/>
              <a:gd name="connsiteX52" fmla="*/ 938046 w 2960194"/>
              <a:gd name="connsiteY52" fmla="*/ 646364 h 6857999"/>
              <a:gd name="connsiteX53" fmla="*/ 960115 w 2960194"/>
              <a:gd name="connsiteY53" fmla="*/ 646364 h 6857999"/>
              <a:gd name="connsiteX54" fmla="*/ 960115 w 2960194"/>
              <a:gd name="connsiteY54" fmla="*/ 585358 h 6857999"/>
              <a:gd name="connsiteX55" fmla="*/ 1311449 w 2960194"/>
              <a:gd name="connsiteY55" fmla="*/ 507453 h 6857999"/>
              <a:gd name="connsiteX56" fmla="*/ 1289323 w 2960194"/>
              <a:gd name="connsiteY56" fmla="*/ 510948 h 6857999"/>
              <a:gd name="connsiteX57" fmla="*/ 1289323 w 2960194"/>
              <a:gd name="connsiteY57" fmla="*/ 568026 h 6857999"/>
              <a:gd name="connsiteX58" fmla="*/ 1289323 w 2960194"/>
              <a:gd name="connsiteY58" fmla="*/ 646364 h 6857999"/>
              <a:gd name="connsiteX59" fmla="*/ 1311449 w 2960194"/>
              <a:gd name="connsiteY59" fmla="*/ 646364 h 6857999"/>
              <a:gd name="connsiteX60" fmla="*/ 1311449 w 2960194"/>
              <a:gd name="connsiteY60" fmla="*/ 581747 h 6857999"/>
              <a:gd name="connsiteX61" fmla="*/ 1363213 w 2960194"/>
              <a:gd name="connsiteY61" fmla="*/ 507048 h 6857999"/>
              <a:gd name="connsiteX62" fmla="*/ 1344842 w 2960194"/>
              <a:gd name="connsiteY62" fmla="*/ 525419 h 6857999"/>
              <a:gd name="connsiteX63" fmla="*/ 1363213 w 2960194"/>
              <a:gd name="connsiteY63" fmla="*/ 543791 h 6857999"/>
              <a:gd name="connsiteX64" fmla="*/ 1381613 w 2960194"/>
              <a:gd name="connsiteY64" fmla="*/ 525419 h 6857999"/>
              <a:gd name="connsiteX65" fmla="*/ 1363213 w 2960194"/>
              <a:gd name="connsiteY65" fmla="*/ 507048 h 6857999"/>
              <a:gd name="connsiteX66" fmla="*/ 484888 w 2960194"/>
              <a:gd name="connsiteY66" fmla="*/ 506905 h 6857999"/>
              <a:gd name="connsiteX67" fmla="*/ 463051 w 2960194"/>
              <a:gd name="connsiteY67" fmla="*/ 510718 h 6857999"/>
              <a:gd name="connsiteX68" fmla="*/ 466055 w 2960194"/>
              <a:gd name="connsiteY68" fmla="*/ 539892 h 6857999"/>
              <a:gd name="connsiteX69" fmla="*/ 466055 w 2960194"/>
              <a:gd name="connsiteY69" fmla="*/ 725511 h 6857999"/>
              <a:gd name="connsiteX70" fmla="*/ 487344 w 2960194"/>
              <a:gd name="connsiteY70" fmla="*/ 721439 h 6857999"/>
              <a:gd name="connsiteX71" fmla="*/ 487344 w 2960194"/>
              <a:gd name="connsiteY71" fmla="*/ 634117 h 6857999"/>
              <a:gd name="connsiteX72" fmla="*/ 524722 w 2960194"/>
              <a:gd name="connsiteY72" fmla="*/ 649947 h 6857999"/>
              <a:gd name="connsiteX73" fmla="*/ 566779 w 2960194"/>
              <a:gd name="connsiteY73" fmla="*/ 625105 h 6857999"/>
              <a:gd name="connsiteX74" fmla="*/ 577698 w 2960194"/>
              <a:gd name="connsiteY74" fmla="*/ 578166 h 6857999"/>
              <a:gd name="connsiteX75" fmla="*/ 562677 w 2960194"/>
              <a:gd name="connsiteY75" fmla="*/ 524641 h 6857999"/>
              <a:gd name="connsiteX76" fmla="*/ 526368 w 2960194"/>
              <a:gd name="connsiteY76" fmla="*/ 507714 h 6857999"/>
              <a:gd name="connsiteX77" fmla="*/ 486246 w 2960194"/>
              <a:gd name="connsiteY77" fmla="*/ 527645 h 6857999"/>
              <a:gd name="connsiteX78" fmla="*/ 484888 w 2960194"/>
              <a:gd name="connsiteY78" fmla="*/ 506905 h 6857999"/>
              <a:gd name="connsiteX79" fmla="*/ 1006534 w 2960194"/>
              <a:gd name="connsiteY79" fmla="*/ 506904 h 6857999"/>
              <a:gd name="connsiteX80" fmla="*/ 984696 w 2960194"/>
              <a:gd name="connsiteY80" fmla="*/ 511497 h 6857999"/>
              <a:gd name="connsiteX81" fmla="*/ 1033570 w 2960194"/>
              <a:gd name="connsiteY81" fmla="*/ 647721 h 6857999"/>
              <a:gd name="connsiteX82" fmla="*/ 1054570 w 2960194"/>
              <a:gd name="connsiteY82" fmla="*/ 647721 h 6857999"/>
              <a:gd name="connsiteX83" fmla="*/ 1105669 w 2960194"/>
              <a:gd name="connsiteY83" fmla="*/ 510428 h 6857999"/>
              <a:gd name="connsiteX84" fmla="*/ 1082994 w 2960194"/>
              <a:gd name="connsiteY84" fmla="*/ 510428 h 6857999"/>
              <a:gd name="connsiteX85" fmla="*/ 1051855 w 2960194"/>
              <a:gd name="connsiteY85" fmla="*/ 600840 h 6857999"/>
              <a:gd name="connsiteX86" fmla="*/ 1045298 w 2960194"/>
              <a:gd name="connsiteY86" fmla="*/ 623717 h 6857999"/>
              <a:gd name="connsiteX87" fmla="*/ 1044749 w 2960194"/>
              <a:gd name="connsiteY87" fmla="*/ 623717 h 6857999"/>
              <a:gd name="connsiteX88" fmla="*/ 1038221 w 2960194"/>
              <a:gd name="connsiteY88" fmla="*/ 600522 h 6857999"/>
              <a:gd name="connsiteX89" fmla="*/ 674292 w 2960194"/>
              <a:gd name="connsiteY89" fmla="*/ 506356 h 6857999"/>
              <a:gd name="connsiteX90" fmla="*/ 636105 w 2960194"/>
              <a:gd name="connsiteY90" fmla="*/ 529002 h 6857999"/>
              <a:gd name="connsiteX91" fmla="*/ 631744 w 2960194"/>
              <a:gd name="connsiteY91" fmla="*/ 506876 h 6857999"/>
              <a:gd name="connsiteX92" fmla="*/ 610455 w 2960194"/>
              <a:gd name="connsiteY92" fmla="*/ 512624 h 6857999"/>
              <a:gd name="connsiteX93" fmla="*/ 615077 w 2960194"/>
              <a:gd name="connsiteY93" fmla="*/ 541539 h 6857999"/>
              <a:gd name="connsiteX94" fmla="*/ 615077 w 2960194"/>
              <a:gd name="connsiteY94" fmla="*/ 646394 h 6857999"/>
              <a:gd name="connsiteX95" fmla="*/ 636365 w 2960194"/>
              <a:gd name="connsiteY95" fmla="*/ 646394 h 6857999"/>
              <a:gd name="connsiteX96" fmla="*/ 636365 w 2960194"/>
              <a:gd name="connsiteY96" fmla="*/ 561239 h 6857999"/>
              <a:gd name="connsiteX97" fmla="*/ 644280 w 2960194"/>
              <a:gd name="connsiteY97" fmla="*/ 539690 h 6857999"/>
              <a:gd name="connsiteX98" fmla="*/ 666926 w 2960194"/>
              <a:gd name="connsiteY98" fmla="*/ 529840 h 6857999"/>
              <a:gd name="connsiteX99" fmla="*/ 672935 w 2960194"/>
              <a:gd name="connsiteY99" fmla="*/ 530938 h 6857999"/>
              <a:gd name="connsiteX100" fmla="*/ 681687 w 2960194"/>
              <a:gd name="connsiteY100" fmla="*/ 507714 h 6857999"/>
              <a:gd name="connsiteX101" fmla="*/ 674292 w 2960194"/>
              <a:gd name="connsiteY101" fmla="*/ 506356 h 6857999"/>
              <a:gd name="connsiteX102" fmla="*/ 752138 w 2960194"/>
              <a:gd name="connsiteY102" fmla="*/ 506355 h 6857999"/>
              <a:gd name="connsiteX103" fmla="*/ 694251 w 2960194"/>
              <a:gd name="connsiteY103" fmla="*/ 577617 h 6857999"/>
              <a:gd name="connsiteX104" fmla="*/ 752947 w 2960194"/>
              <a:gd name="connsiteY104" fmla="*/ 649945 h 6857999"/>
              <a:gd name="connsiteX105" fmla="*/ 811353 w 2960194"/>
              <a:gd name="connsiteY105" fmla="*/ 580592 h 6857999"/>
              <a:gd name="connsiteX106" fmla="*/ 798817 w 2960194"/>
              <a:gd name="connsiteY106" fmla="*/ 530129 h 6857999"/>
              <a:gd name="connsiteX107" fmla="*/ 752138 w 2960194"/>
              <a:gd name="connsiteY107" fmla="*/ 506355 h 6857999"/>
              <a:gd name="connsiteX108" fmla="*/ 1225111 w 2960194"/>
              <a:gd name="connsiteY108" fmla="*/ 466261 h 6857999"/>
              <a:gd name="connsiteX109" fmla="*/ 1204977 w 2960194"/>
              <a:gd name="connsiteY109" fmla="*/ 470421 h 6857999"/>
              <a:gd name="connsiteX110" fmla="*/ 1204977 w 2960194"/>
              <a:gd name="connsiteY110" fmla="*/ 510398 h 6857999"/>
              <a:gd name="connsiteX111" fmla="*/ 1186144 w 2960194"/>
              <a:gd name="connsiteY111" fmla="*/ 510398 h 6857999"/>
              <a:gd name="connsiteX112" fmla="*/ 1186144 w 2960194"/>
              <a:gd name="connsiteY112" fmla="*/ 526516 h 6857999"/>
              <a:gd name="connsiteX113" fmla="*/ 1203880 w 2960194"/>
              <a:gd name="connsiteY113" fmla="*/ 526516 h 6857999"/>
              <a:gd name="connsiteX114" fmla="*/ 1203880 w 2960194"/>
              <a:gd name="connsiteY114" fmla="*/ 619875 h 6857999"/>
              <a:gd name="connsiteX115" fmla="*/ 1216965 w 2960194"/>
              <a:gd name="connsiteY115" fmla="*/ 646883 h 6857999"/>
              <a:gd name="connsiteX116" fmla="*/ 1234730 w 2960194"/>
              <a:gd name="connsiteY116" fmla="*/ 650725 h 6857999"/>
              <a:gd name="connsiteX117" fmla="*/ 1258762 w 2960194"/>
              <a:gd name="connsiteY117" fmla="*/ 645236 h 6857999"/>
              <a:gd name="connsiteX118" fmla="*/ 1255758 w 2960194"/>
              <a:gd name="connsiteY118" fmla="*/ 631602 h 6857999"/>
              <a:gd name="connsiteX119" fmla="*/ 1242384 w 2960194"/>
              <a:gd name="connsiteY119" fmla="*/ 634375 h 6857999"/>
              <a:gd name="connsiteX120" fmla="*/ 1224909 w 2960194"/>
              <a:gd name="connsiteY120" fmla="*/ 614155 h 6857999"/>
              <a:gd name="connsiteX121" fmla="*/ 1224909 w 2960194"/>
              <a:gd name="connsiteY121" fmla="*/ 526516 h 6857999"/>
              <a:gd name="connsiteX122" fmla="*/ 1253303 w 2960194"/>
              <a:gd name="connsiteY122" fmla="*/ 526516 h 6857999"/>
              <a:gd name="connsiteX123" fmla="*/ 1259860 w 2960194"/>
              <a:gd name="connsiteY123" fmla="*/ 510398 h 6857999"/>
              <a:gd name="connsiteX124" fmla="*/ 1225111 w 2960194"/>
              <a:gd name="connsiteY124" fmla="*/ 510398 h 6857999"/>
              <a:gd name="connsiteX125" fmla="*/ 873486 w 2960194"/>
              <a:gd name="connsiteY125" fmla="*/ 466261 h 6857999"/>
              <a:gd name="connsiteX126" fmla="*/ 853352 w 2960194"/>
              <a:gd name="connsiteY126" fmla="*/ 470421 h 6857999"/>
              <a:gd name="connsiteX127" fmla="*/ 853352 w 2960194"/>
              <a:gd name="connsiteY127" fmla="*/ 510398 h 6857999"/>
              <a:gd name="connsiteX128" fmla="*/ 834490 w 2960194"/>
              <a:gd name="connsiteY128" fmla="*/ 510398 h 6857999"/>
              <a:gd name="connsiteX129" fmla="*/ 834490 w 2960194"/>
              <a:gd name="connsiteY129" fmla="*/ 526516 h 6857999"/>
              <a:gd name="connsiteX130" fmla="*/ 852226 w 2960194"/>
              <a:gd name="connsiteY130" fmla="*/ 526516 h 6857999"/>
              <a:gd name="connsiteX131" fmla="*/ 852226 w 2960194"/>
              <a:gd name="connsiteY131" fmla="*/ 619875 h 6857999"/>
              <a:gd name="connsiteX132" fmla="*/ 865340 w 2960194"/>
              <a:gd name="connsiteY132" fmla="*/ 646883 h 6857999"/>
              <a:gd name="connsiteX133" fmla="*/ 883076 w 2960194"/>
              <a:gd name="connsiteY133" fmla="*/ 650725 h 6857999"/>
              <a:gd name="connsiteX134" fmla="*/ 907108 w 2960194"/>
              <a:gd name="connsiteY134" fmla="*/ 645236 h 6857999"/>
              <a:gd name="connsiteX135" fmla="*/ 904075 w 2960194"/>
              <a:gd name="connsiteY135" fmla="*/ 631602 h 6857999"/>
              <a:gd name="connsiteX136" fmla="*/ 890701 w 2960194"/>
              <a:gd name="connsiteY136" fmla="*/ 634375 h 6857999"/>
              <a:gd name="connsiteX137" fmla="*/ 873226 w 2960194"/>
              <a:gd name="connsiteY137" fmla="*/ 614155 h 6857999"/>
              <a:gd name="connsiteX138" fmla="*/ 873226 w 2960194"/>
              <a:gd name="connsiteY138" fmla="*/ 526516 h 6857999"/>
              <a:gd name="connsiteX139" fmla="*/ 901620 w 2960194"/>
              <a:gd name="connsiteY139" fmla="*/ 526516 h 6857999"/>
              <a:gd name="connsiteX140" fmla="*/ 908177 w 2960194"/>
              <a:gd name="connsiteY140" fmla="*/ 510398 h 6857999"/>
              <a:gd name="connsiteX141" fmla="*/ 873486 w 2960194"/>
              <a:gd name="connsiteY141" fmla="*/ 510398 h 6857999"/>
              <a:gd name="connsiteX142" fmla="*/ 949513 w 2960194"/>
              <a:gd name="connsiteY142" fmla="*/ 453408 h 6857999"/>
              <a:gd name="connsiteX143" fmla="*/ 934522 w 2960194"/>
              <a:gd name="connsiteY143" fmla="*/ 468602 h 6857999"/>
              <a:gd name="connsiteX144" fmla="*/ 949513 w 2960194"/>
              <a:gd name="connsiteY144" fmla="*/ 483391 h 6857999"/>
              <a:gd name="connsiteX145" fmla="*/ 964475 w 2960194"/>
              <a:gd name="connsiteY145" fmla="*/ 468371 h 6857999"/>
              <a:gd name="connsiteX146" fmla="*/ 949513 w 2960194"/>
              <a:gd name="connsiteY146" fmla="*/ 453408 h 6857999"/>
              <a:gd name="connsiteX147" fmla="*/ 1144925 w 2960194"/>
              <a:gd name="connsiteY147" fmla="*/ 453408 h 6857999"/>
              <a:gd name="connsiteX148" fmla="*/ 1129933 w 2960194"/>
              <a:gd name="connsiteY148" fmla="*/ 468602 h 6857999"/>
              <a:gd name="connsiteX149" fmla="*/ 1144925 w 2960194"/>
              <a:gd name="connsiteY149" fmla="*/ 483391 h 6857999"/>
              <a:gd name="connsiteX150" fmla="*/ 1159916 w 2960194"/>
              <a:gd name="connsiteY150" fmla="*/ 468371 h 6857999"/>
              <a:gd name="connsiteX151" fmla="*/ 1144925 w 2960194"/>
              <a:gd name="connsiteY151" fmla="*/ 453408 h 6857999"/>
              <a:gd name="connsiteX152" fmla="*/ 1300791 w 2960194"/>
              <a:gd name="connsiteY152" fmla="*/ 453408 h 6857999"/>
              <a:gd name="connsiteX153" fmla="*/ 1285799 w 2960194"/>
              <a:gd name="connsiteY153" fmla="*/ 468602 h 6857999"/>
              <a:gd name="connsiteX154" fmla="*/ 1300791 w 2960194"/>
              <a:gd name="connsiteY154" fmla="*/ 483391 h 6857999"/>
              <a:gd name="connsiteX155" fmla="*/ 1315782 w 2960194"/>
              <a:gd name="connsiteY155" fmla="*/ 468371 h 6857999"/>
              <a:gd name="connsiteX156" fmla="*/ 1300791 w 2960194"/>
              <a:gd name="connsiteY156" fmla="*/ 453408 h 6857999"/>
              <a:gd name="connsiteX157" fmla="*/ 0 w 2960194"/>
              <a:gd name="connsiteY157" fmla="*/ 0 h 6857999"/>
              <a:gd name="connsiteX158" fmla="*/ 2960194 w 2960194"/>
              <a:gd name="connsiteY158" fmla="*/ 0 h 6857999"/>
              <a:gd name="connsiteX159" fmla="*/ 2960194 w 2960194"/>
              <a:gd name="connsiteY159" fmla="*/ 6857999 h 6857999"/>
              <a:gd name="connsiteX160" fmla="*/ 0 w 2960194"/>
              <a:gd name="connsiteY160"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Lst>
            <a:rect l="l" t="t" r="r" b="b"/>
            <a:pathLst>
              <a:path w="2960194" h="6857999">
                <a:moveTo>
                  <a:pt x="523624" y="526807"/>
                </a:moveTo>
                <a:cubicBezTo>
                  <a:pt x="534543" y="526807"/>
                  <a:pt x="544393" y="532527"/>
                  <a:pt x="548726" y="541828"/>
                </a:cubicBezTo>
                <a:cubicBezTo>
                  <a:pt x="552568" y="550002"/>
                  <a:pt x="555023" y="564474"/>
                  <a:pt x="555023" y="580852"/>
                </a:cubicBezTo>
                <a:cubicBezTo>
                  <a:pt x="555023" y="596133"/>
                  <a:pt x="553376" y="606532"/>
                  <a:pt x="549275" y="615255"/>
                </a:cubicBezTo>
                <a:cubicBezTo>
                  <a:pt x="544653" y="625394"/>
                  <a:pt x="533185" y="632182"/>
                  <a:pt x="520619" y="632182"/>
                </a:cubicBezTo>
                <a:cubicBezTo>
                  <a:pt x="509180" y="632182"/>
                  <a:pt x="497425" y="625914"/>
                  <a:pt x="487344" y="614417"/>
                </a:cubicBezTo>
                <a:lnTo>
                  <a:pt x="487344" y="545929"/>
                </a:lnTo>
                <a:cubicBezTo>
                  <a:pt x="497713" y="533335"/>
                  <a:pt x="509990" y="526807"/>
                  <a:pt x="523624" y="526807"/>
                </a:cubicBezTo>
                <a:close/>
                <a:moveTo>
                  <a:pt x="751878" y="523803"/>
                </a:moveTo>
                <a:cubicBezTo>
                  <a:pt x="763057" y="523803"/>
                  <a:pt x="775044" y="529290"/>
                  <a:pt x="780763" y="541279"/>
                </a:cubicBezTo>
                <a:cubicBezTo>
                  <a:pt x="785154" y="550291"/>
                  <a:pt x="787060" y="563174"/>
                  <a:pt x="787060" y="582210"/>
                </a:cubicBezTo>
                <a:cubicBezTo>
                  <a:pt x="787060" y="595640"/>
                  <a:pt x="785963" y="603267"/>
                  <a:pt x="782988" y="611760"/>
                </a:cubicBezTo>
                <a:cubicBezTo>
                  <a:pt x="778337" y="624816"/>
                  <a:pt x="767707" y="632182"/>
                  <a:pt x="753495" y="632182"/>
                </a:cubicBezTo>
                <a:cubicBezTo>
                  <a:pt x="741768" y="632182"/>
                  <a:pt x="730849" y="626751"/>
                  <a:pt x="725939" y="618548"/>
                </a:cubicBezTo>
                <a:cubicBezTo>
                  <a:pt x="720768" y="610083"/>
                  <a:pt x="717475" y="593156"/>
                  <a:pt x="717475" y="574034"/>
                </a:cubicBezTo>
                <a:cubicBezTo>
                  <a:pt x="717475" y="557888"/>
                  <a:pt x="719670" y="547027"/>
                  <a:pt x="724032" y="538562"/>
                </a:cubicBezTo>
                <a:cubicBezTo>
                  <a:pt x="728654" y="529522"/>
                  <a:pt x="739861" y="523803"/>
                  <a:pt x="751878" y="523803"/>
                </a:cubicBezTo>
                <a:close/>
                <a:moveTo>
                  <a:pt x="1360411" y="517418"/>
                </a:moveTo>
                <a:lnTo>
                  <a:pt x="1362520" y="517418"/>
                </a:lnTo>
                <a:cubicBezTo>
                  <a:pt x="1363589" y="517418"/>
                  <a:pt x="1364455" y="517562"/>
                  <a:pt x="1365033" y="517822"/>
                </a:cubicBezTo>
                <a:cubicBezTo>
                  <a:pt x="1366131" y="518256"/>
                  <a:pt x="1366940" y="519382"/>
                  <a:pt x="1366940" y="520826"/>
                </a:cubicBezTo>
                <a:cubicBezTo>
                  <a:pt x="1366940" y="522040"/>
                  <a:pt x="1366535" y="522993"/>
                  <a:pt x="1365957" y="523599"/>
                </a:cubicBezTo>
                <a:cubicBezTo>
                  <a:pt x="1365235" y="524235"/>
                  <a:pt x="1364224" y="524553"/>
                  <a:pt x="1362405" y="524553"/>
                </a:cubicBezTo>
                <a:lnTo>
                  <a:pt x="1360411" y="524553"/>
                </a:lnTo>
                <a:close/>
                <a:moveTo>
                  <a:pt x="1357523" y="515049"/>
                </a:moveTo>
                <a:lnTo>
                  <a:pt x="1357523" y="535500"/>
                </a:lnTo>
                <a:lnTo>
                  <a:pt x="1360382" y="535500"/>
                </a:lnTo>
                <a:lnTo>
                  <a:pt x="1360382" y="526459"/>
                </a:lnTo>
                <a:cubicBezTo>
                  <a:pt x="1361220" y="526517"/>
                  <a:pt x="1361653" y="526806"/>
                  <a:pt x="1362202" y="527412"/>
                </a:cubicBezTo>
                <a:cubicBezTo>
                  <a:pt x="1363675" y="529030"/>
                  <a:pt x="1364195" y="529897"/>
                  <a:pt x="1365755" y="532496"/>
                </a:cubicBezTo>
                <a:cubicBezTo>
                  <a:pt x="1366564" y="533883"/>
                  <a:pt x="1366853" y="534374"/>
                  <a:pt x="1367431" y="535500"/>
                </a:cubicBezTo>
                <a:lnTo>
                  <a:pt x="1370926" y="535500"/>
                </a:lnTo>
                <a:cubicBezTo>
                  <a:pt x="1370521" y="534865"/>
                  <a:pt x="1368846" y="532178"/>
                  <a:pt x="1367979" y="530792"/>
                </a:cubicBezTo>
                <a:cubicBezTo>
                  <a:pt x="1367286" y="529694"/>
                  <a:pt x="1366680" y="528828"/>
                  <a:pt x="1366217" y="528250"/>
                </a:cubicBezTo>
                <a:cubicBezTo>
                  <a:pt x="1365900" y="527759"/>
                  <a:pt x="1365380" y="527124"/>
                  <a:pt x="1364455" y="526401"/>
                </a:cubicBezTo>
                <a:cubicBezTo>
                  <a:pt x="1367864" y="526488"/>
                  <a:pt x="1369944" y="523917"/>
                  <a:pt x="1369944" y="520740"/>
                </a:cubicBezTo>
                <a:cubicBezTo>
                  <a:pt x="1369944" y="518776"/>
                  <a:pt x="1369077" y="517389"/>
                  <a:pt x="1368124" y="516551"/>
                </a:cubicBezTo>
                <a:cubicBezTo>
                  <a:pt x="1367113" y="515598"/>
                  <a:pt x="1365697" y="515049"/>
                  <a:pt x="1363271" y="515049"/>
                </a:cubicBezTo>
                <a:close/>
                <a:moveTo>
                  <a:pt x="1363213" y="509705"/>
                </a:moveTo>
                <a:cubicBezTo>
                  <a:pt x="1371590" y="509705"/>
                  <a:pt x="1378320" y="516522"/>
                  <a:pt x="1378320" y="525419"/>
                </a:cubicBezTo>
                <a:cubicBezTo>
                  <a:pt x="1378320" y="534287"/>
                  <a:pt x="1371590" y="541133"/>
                  <a:pt x="1363213" y="541133"/>
                </a:cubicBezTo>
                <a:cubicBezTo>
                  <a:pt x="1354779" y="541133"/>
                  <a:pt x="1348106" y="534316"/>
                  <a:pt x="1348106" y="525419"/>
                </a:cubicBezTo>
                <a:cubicBezTo>
                  <a:pt x="1348106" y="516522"/>
                  <a:pt x="1354779" y="509705"/>
                  <a:pt x="1363213" y="509705"/>
                </a:cubicBezTo>
                <a:close/>
                <a:moveTo>
                  <a:pt x="1155583" y="507453"/>
                </a:moveTo>
                <a:lnTo>
                  <a:pt x="1133486" y="510948"/>
                </a:lnTo>
                <a:lnTo>
                  <a:pt x="1133486" y="568026"/>
                </a:lnTo>
                <a:lnTo>
                  <a:pt x="1133486" y="646364"/>
                </a:lnTo>
                <a:lnTo>
                  <a:pt x="1155583" y="646364"/>
                </a:lnTo>
                <a:lnTo>
                  <a:pt x="1155583" y="543820"/>
                </a:lnTo>
                <a:close/>
                <a:moveTo>
                  <a:pt x="960115" y="507453"/>
                </a:moveTo>
                <a:lnTo>
                  <a:pt x="938046" y="510948"/>
                </a:lnTo>
                <a:lnTo>
                  <a:pt x="938046" y="570193"/>
                </a:lnTo>
                <a:lnTo>
                  <a:pt x="938046" y="646364"/>
                </a:lnTo>
                <a:lnTo>
                  <a:pt x="960115" y="646364"/>
                </a:lnTo>
                <a:lnTo>
                  <a:pt x="960115" y="585358"/>
                </a:lnTo>
                <a:close/>
                <a:moveTo>
                  <a:pt x="1311449" y="507453"/>
                </a:moveTo>
                <a:lnTo>
                  <a:pt x="1289323" y="510948"/>
                </a:lnTo>
                <a:lnTo>
                  <a:pt x="1289323" y="568026"/>
                </a:lnTo>
                <a:lnTo>
                  <a:pt x="1289323" y="646364"/>
                </a:lnTo>
                <a:lnTo>
                  <a:pt x="1311449" y="646364"/>
                </a:lnTo>
                <a:lnTo>
                  <a:pt x="1311449" y="581747"/>
                </a:lnTo>
                <a:close/>
                <a:moveTo>
                  <a:pt x="1363213" y="507048"/>
                </a:moveTo>
                <a:cubicBezTo>
                  <a:pt x="1353190" y="507048"/>
                  <a:pt x="1344842" y="514934"/>
                  <a:pt x="1344842" y="525419"/>
                </a:cubicBezTo>
                <a:cubicBezTo>
                  <a:pt x="1344842" y="535876"/>
                  <a:pt x="1353190" y="543791"/>
                  <a:pt x="1363213" y="543791"/>
                </a:cubicBezTo>
                <a:cubicBezTo>
                  <a:pt x="1373208" y="543791"/>
                  <a:pt x="1381613" y="535876"/>
                  <a:pt x="1381613" y="525419"/>
                </a:cubicBezTo>
                <a:cubicBezTo>
                  <a:pt x="1381613" y="514934"/>
                  <a:pt x="1373208" y="507048"/>
                  <a:pt x="1363213" y="507048"/>
                </a:cubicBezTo>
                <a:close/>
                <a:moveTo>
                  <a:pt x="484888" y="506905"/>
                </a:moveTo>
                <a:lnTo>
                  <a:pt x="463051" y="510718"/>
                </a:lnTo>
                <a:cubicBezTo>
                  <a:pt x="463051" y="510718"/>
                  <a:pt x="466084" y="519153"/>
                  <a:pt x="466055" y="539892"/>
                </a:cubicBezTo>
                <a:lnTo>
                  <a:pt x="466055" y="725511"/>
                </a:lnTo>
                <a:lnTo>
                  <a:pt x="487344" y="721439"/>
                </a:lnTo>
                <a:lnTo>
                  <a:pt x="487344" y="634117"/>
                </a:lnTo>
                <a:cubicBezTo>
                  <a:pt x="496876" y="643967"/>
                  <a:pt x="510799" y="649947"/>
                  <a:pt x="524722" y="649947"/>
                </a:cubicBezTo>
                <a:cubicBezTo>
                  <a:pt x="542458" y="649947"/>
                  <a:pt x="556929" y="640905"/>
                  <a:pt x="566779" y="625105"/>
                </a:cubicBezTo>
                <a:cubicBezTo>
                  <a:pt x="574433" y="612511"/>
                  <a:pt x="577698" y="599974"/>
                  <a:pt x="577698" y="578166"/>
                </a:cubicBezTo>
                <a:cubicBezTo>
                  <a:pt x="577698" y="553902"/>
                  <a:pt x="572787" y="537206"/>
                  <a:pt x="562677" y="524641"/>
                </a:cubicBezTo>
                <a:cubicBezTo>
                  <a:pt x="553954" y="513722"/>
                  <a:pt x="540291" y="507714"/>
                  <a:pt x="526368" y="507714"/>
                </a:cubicBezTo>
                <a:cubicBezTo>
                  <a:pt x="511376" y="507714"/>
                  <a:pt x="497425" y="514589"/>
                  <a:pt x="486246" y="527645"/>
                </a:cubicBezTo>
                <a:cubicBezTo>
                  <a:pt x="486246" y="512653"/>
                  <a:pt x="484888" y="506905"/>
                  <a:pt x="484888" y="506905"/>
                </a:cubicBezTo>
                <a:close/>
                <a:moveTo>
                  <a:pt x="1006534" y="506904"/>
                </a:moveTo>
                <a:lnTo>
                  <a:pt x="984696" y="511497"/>
                </a:lnTo>
                <a:lnTo>
                  <a:pt x="1033570" y="647721"/>
                </a:lnTo>
                <a:lnTo>
                  <a:pt x="1054570" y="647721"/>
                </a:lnTo>
                <a:lnTo>
                  <a:pt x="1105669" y="510428"/>
                </a:lnTo>
                <a:lnTo>
                  <a:pt x="1082994" y="510428"/>
                </a:lnTo>
                <a:lnTo>
                  <a:pt x="1051855" y="600840"/>
                </a:lnTo>
                <a:cubicBezTo>
                  <a:pt x="1047493" y="613059"/>
                  <a:pt x="1045298" y="623717"/>
                  <a:pt x="1045298" y="623717"/>
                </a:cubicBezTo>
                <a:lnTo>
                  <a:pt x="1044749" y="623717"/>
                </a:lnTo>
                <a:cubicBezTo>
                  <a:pt x="1044749" y="623717"/>
                  <a:pt x="1042034" y="611730"/>
                  <a:pt x="1038221" y="600522"/>
                </a:cubicBezTo>
                <a:close/>
                <a:moveTo>
                  <a:pt x="674292" y="506356"/>
                </a:moveTo>
                <a:cubicBezTo>
                  <a:pt x="660398" y="506356"/>
                  <a:pt x="645927" y="515079"/>
                  <a:pt x="636105" y="529002"/>
                </a:cubicBezTo>
                <a:cubicBezTo>
                  <a:pt x="636943" y="517506"/>
                  <a:pt x="631744" y="506876"/>
                  <a:pt x="631744" y="506876"/>
                </a:cubicBezTo>
                <a:lnTo>
                  <a:pt x="610455" y="512624"/>
                </a:lnTo>
                <a:cubicBezTo>
                  <a:pt x="610455" y="512624"/>
                  <a:pt x="615077" y="521665"/>
                  <a:pt x="615077" y="541539"/>
                </a:cubicBezTo>
                <a:lnTo>
                  <a:pt x="615077" y="646394"/>
                </a:lnTo>
                <a:lnTo>
                  <a:pt x="636365" y="646394"/>
                </a:lnTo>
                <a:lnTo>
                  <a:pt x="636365" y="561239"/>
                </a:lnTo>
                <a:cubicBezTo>
                  <a:pt x="636365" y="550031"/>
                  <a:pt x="637983" y="545958"/>
                  <a:pt x="644280" y="539690"/>
                </a:cubicBezTo>
                <a:cubicBezTo>
                  <a:pt x="650548" y="533335"/>
                  <a:pt x="658752" y="529840"/>
                  <a:pt x="666926" y="529840"/>
                </a:cubicBezTo>
                <a:cubicBezTo>
                  <a:pt x="669122" y="529840"/>
                  <a:pt x="671577" y="530389"/>
                  <a:pt x="672935" y="530938"/>
                </a:cubicBezTo>
                <a:lnTo>
                  <a:pt x="681687" y="507714"/>
                </a:lnTo>
                <a:cubicBezTo>
                  <a:pt x="681687" y="507714"/>
                  <a:pt x="677845" y="506356"/>
                  <a:pt x="674292" y="506356"/>
                </a:cubicBezTo>
                <a:close/>
                <a:moveTo>
                  <a:pt x="752138" y="506355"/>
                </a:moveTo>
                <a:cubicBezTo>
                  <a:pt x="716377" y="506355"/>
                  <a:pt x="694251" y="533335"/>
                  <a:pt x="694251" y="577617"/>
                </a:cubicBezTo>
                <a:cubicBezTo>
                  <a:pt x="694251" y="622361"/>
                  <a:pt x="715540" y="649945"/>
                  <a:pt x="752947" y="649945"/>
                </a:cubicBezTo>
                <a:cubicBezTo>
                  <a:pt x="787060" y="649945"/>
                  <a:pt x="811353" y="625942"/>
                  <a:pt x="811353" y="580592"/>
                </a:cubicBezTo>
                <a:cubicBezTo>
                  <a:pt x="811353" y="558495"/>
                  <a:pt x="807280" y="542347"/>
                  <a:pt x="798817" y="530129"/>
                </a:cubicBezTo>
                <a:cubicBezTo>
                  <a:pt x="789516" y="516697"/>
                  <a:pt x="774784" y="506355"/>
                  <a:pt x="752138" y="506355"/>
                </a:cubicBezTo>
                <a:close/>
                <a:moveTo>
                  <a:pt x="1225111" y="466261"/>
                </a:moveTo>
                <a:lnTo>
                  <a:pt x="1204977" y="470421"/>
                </a:lnTo>
                <a:lnTo>
                  <a:pt x="1204977" y="510398"/>
                </a:lnTo>
                <a:lnTo>
                  <a:pt x="1186144" y="510398"/>
                </a:lnTo>
                <a:lnTo>
                  <a:pt x="1186144" y="526516"/>
                </a:lnTo>
                <a:lnTo>
                  <a:pt x="1203880" y="526516"/>
                </a:lnTo>
                <a:lnTo>
                  <a:pt x="1203880" y="619875"/>
                </a:lnTo>
                <a:cubicBezTo>
                  <a:pt x="1203880" y="633538"/>
                  <a:pt x="1207433" y="642261"/>
                  <a:pt x="1216965" y="646883"/>
                </a:cubicBezTo>
                <a:cubicBezTo>
                  <a:pt x="1222164" y="649338"/>
                  <a:pt x="1227624" y="650725"/>
                  <a:pt x="1234730" y="650725"/>
                </a:cubicBezTo>
                <a:cubicBezTo>
                  <a:pt x="1244262" y="650725"/>
                  <a:pt x="1251917" y="648789"/>
                  <a:pt x="1258762" y="645236"/>
                </a:cubicBezTo>
                <a:lnTo>
                  <a:pt x="1255758" y="631602"/>
                </a:lnTo>
                <a:cubicBezTo>
                  <a:pt x="1251917" y="633567"/>
                  <a:pt x="1248393" y="634375"/>
                  <a:pt x="1242384" y="634375"/>
                </a:cubicBezTo>
                <a:cubicBezTo>
                  <a:pt x="1229010" y="634375"/>
                  <a:pt x="1224909" y="629147"/>
                  <a:pt x="1224909" y="614155"/>
                </a:cubicBezTo>
                <a:lnTo>
                  <a:pt x="1224909" y="526516"/>
                </a:lnTo>
                <a:lnTo>
                  <a:pt x="1253303" y="526516"/>
                </a:lnTo>
                <a:lnTo>
                  <a:pt x="1259860" y="510398"/>
                </a:lnTo>
                <a:lnTo>
                  <a:pt x="1225111" y="510398"/>
                </a:lnTo>
                <a:close/>
                <a:moveTo>
                  <a:pt x="873486" y="466261"/>
                </a:moveTo>
                <a:lnTo>
                  <a:pt x="853352" y="470421"/>
                </a:lnTo>
                <a:lnTo>
                  <a:pt x="853352" y="510398"/>
                </a:lnTo>
                <a:lnTo>
                  <a:pt x="834490" y="510398"/>
                </a:lnTo>
                <a:lnTo>
                  <a:pt x="834490" y="526516"/>
                </a:lnTo>
                <a:lnTo>
                  <a:pt x="852226" y="526516"/>
                </a:lnTo>
                <a:lnTo>
                  <a:pt x="852226" y="619875"/>
                </a:lnTo>
                <a:cubicBezTo>
                  <a:pt x="852226" y="633538"/>
                  <a:pt x="855779" y="642261"/>
                  <a:pt x="865340" y="646883"/>
                </a:cubicBezTo>
                <a:cubicBezTo>
                  <a:pt x="870539" y="649338"/>
                  <a:pt x="875970" y="650725"/>
                  <a:pt x="883076" y="650725"/>
                </a:cubicBezTo>
                <a:cubicBezTo>
                  <a:pt x="892608" y="650725"/>
                  <a:pt x="900263" y="648789"/>
                  <a:pt x="907108" y="645236"/>
                </a:cubicBezTo>
                <a:lnTo>
                  <a:pt x="904075" y="631602"/>
                </a:lnTo>
                <a:cubicBezTo>
                  <a:pt x="900263" y="633567"/>
                  <a:pt x="896681" y="634375"/>
                  <a:pt x="890701" y="634375"/>
                </a:cubicBezTo>
                <a:cubicBezTo>
                  <a:pt x="877299" y="634375"/>
                  <a:pt x="873226" y="629147"/>
                  <a:pt x="873226" y="614155"/>
                </a:cubicBezTo>
                <a:lnTo>
                  <a:pt x="873226" y="526516"/>
                </a:lnTo>
                <a:lnTo>
                  <a:pt x="901620" y="526516"/>
                </a:lnTo>
                <a:lnTo>
                  <a:pt x="908177" y="510398"/>
                </a:lnTo>
                <a:lnTo>
                  <a:pt x="873486" y="510398"/>
                </a:lnTo>
                <a:close/>
                <a:moveTo>
                  <a:pt x="949513" y="453408"/>
                </a:moveTo>
                <a:cubicBezTo>
                  <a:pt x="941136" y="453408"/>
                  <a:pt x="934493" y="460225"/>
                  <a:pt x="934522" y="468602"/>
                </a:cubicBezTo>
                <a:cubicBezTo>
                  <a:pt x="934522" y="476748"/>
                  <a:pt x="941166" y="483391"/>
                  <a:pt x="949513" y="483391"/>
                </a:cubicBezTo>
                <a:cubicBezTo>
                  <a:pt x="957861" y="483391"/>
                  <a:pt x="964475" y="476748"/>
                  <a:pt x="964475" y="468371"/>
                </a:cubicBezTo>
                <a:cubicBezTo>
                  <a:pt x="964475" y="460023"/>
                  <a:pt x="957861" y="453408"/>
                  <a:pt x="949513" y="453408"/>
                </a:cubicBezTo>
                <a:close/>
                <a:moveTo>
                  <a:pt x="1144925" y="453408"/>
                </a:moveTo>
                <a:cubicBezTo>
                  <a:pt x="1136606" y="453408"/>
                  <a:pt x="1129933" y="460225"/>
                  <a:pt x="1129933" y="468602"/>
                </a:cubicBezTo>
                <a:cubicBezTo>
                  <a:pt x="1129933" y="476748"/>
                  <a:pt x="1136606" y="483391"/>
                  <a:pt x="1144925" y="483391"/>
                </a:cubicBezTo>
                <a:cubicBezTo>
                  <a:pt x="1153301" y="483391"/>
                  <a:pt x="1159916" y="476748"/>
                  <a:pt x="1159916" y="468371"/>
                </a:cubicBezTo>
                <a:cubicBezTo>
                  <a:pt x="1159916" y="460023"/>
                  <a:pt x="1153301" y="453408"/>
                  <a:pt x="1144925" y="453408"/>
                </a:cubicBezTo>
                <a:close/>
                <a:moveTo>
                  <a:pt x="1300791" y="453408"/>
                </a:moveTo>
                <a:cubicBezTo>
                  <a:pt x="1292443" y="453408"/>
                  <a:pt x="1285828" y="460225"/>
                  <a:pt x="1285799" y="468602"/>
                </a:cubicBezTo>
                <a:cubicBezTo>
                  <a:pt x="1285799" y="476748"/>
                  <a:pt x="1292443" y="483391"/>
                  <a:pt x="1300791" y="483391"/>
                </a:cubicBezTo>
                <a:cubicBezTo>
                  <a:pt x="1309168" y="483391"/>
                  <a:pt x="1315782" y="476748"/>
                  <a:pt x="1315782" y="468371"/>
                </a:cubicBezTo>
                <a:cubicBezTo>
                  <a:pt x="1315782" y="460023"/>
                  <a:pt x="1309168" y="453408"/>
                  <a:pt x="1300791" y="453408"/>
                </a:cubicBezTo>
                <a:close/>
                <a:moveTo>
                  <a:pt x="0" y="0"/>
                </a:moveTo>
                <a:lnTo>
                  <a:pt x="2960194" y="0"/>
                </a:lnTo>
                <a:lnTo>
                  <a:pt x="2960194" y="6857999"/>
                </a:lnTo>
                <a:lnTo>
                  <a:pt x="0" y="6857999"/>
                </a:lnTo>
                <a:close/>
              </a:path>
            </a:pathLst>
          </a:custGeom>
          <a:solidFill>
            <a:schemeClr val="bg2"/>
          </a:solidFill>
        </p:spPr>
        <p:txBody>
          <a:bodyPr wrap="square">
            <a:noAutofit/>
          </a:bodyPr>
          <a:lstStyle>
            <a:lvl1pPr>
              <a:defRPr sz="1400"/>
            </a:lvl1pPr>
          </a:lstStyle>
          <a:p>
            <a:r>
              <a:rPr lang="de-DE"/>
              <a:t>Bild durch Klicken auf Symbol hinzufügen´´</a:t>
            </a:r>
          </a:p>
        </p:txBody>
      </p:sp>
      <p:sp>
        <p:nvSpPr>
          <p:cNvPr id="4" name="Fußzeilenplatzhalter 5">
            <a:extLst>
              <a:ext uri="{FF2B5EF4-FFF2-40B4-BE49-F238E27FC236}">
                <a16:creationId xmlns:a16="http://schemas.microsoft.com/office/drawing/2014/main" id="{00A70A11-A457-3BD6-D1D5-6D3EBC360D4E}"/>
              </a:ext>
            </a:extLst>
          </p:cNvPr>
          <p:cNvSpPr>
            <a:spLocks noGrp="1"/>
          </p:cNvSpPr>
          <p:nvPr>
            <p:ph type="ftr" sz="quarter" idx="3"/>
          </p:nvPr>
        </p:nvSpPr>
        <p:spPr>
          <a:xfrm rot="16200000">
            <a:off x="9687412" y="3627858"/>
            <a:ext cx="4114800" cy="180000"/>
          </a:xfrm>
          <a:prstGeom prst="rect">
            <a:avLst/>
          </a:prstGeom>
        </p:spPr>
        <p:txBody>
          <a:bodyPr vert="horz" lIns="0" tIns="0" rIns="0" bIns="0" rtlCol="0" anchor="b"/>
          <a:lstStyle>
            <a:lvl1pPr algn="l">
              <a:defRPr sz="800" cap="all" spc="50" baseline="0">
                <a:solidFill>
                  <a:schemeClr val="accent3"/>
                </a:solidFill>
                <a:latin typeface="Merriweather" panose="00000500000000000000" pitchFamily="2" charset="0"/>
              </a:defRPr>
            </a:lvl1pPr>
          </a:lstStyle>
          <a:p>
            <a:r>
              <a:rPr lang="de-DE"/>
              <a:t>Corporate Presentation</a:t>
            </a:r>
          </a:p>
        </p:txBody>
      </p:sp>
      <p:sp>
        <p:nvSpPr>
          <p:cNvPr id="10" name="Untertitel 2">
            <a:extLst>
              <a:ext uri="{FF2B5EF4-FFF2-40B4-BE49-F238E27FC236}">
                <a16:creationId xmlns:a16="http://schemas.microsoft.com/office/drawing/2014/main" id="{7EF2D320-1DB3-D5C2-ABB1-504C62707B12}"/>
              </a:ext>
            </a:extLst>
          </p:cNvPr>
          <p:cNvSpPr>
            <a:spLocks noGrp="1"/>
          </p:cNvSpPr>
          <p:nvPr>
            <p:ph type="subTitle" idx="1" hasCustomPrompt="1"/>
          </p:nvPr>
        </p:nvSpPr>
        <p:spPr>
          <a:xfrm>
            <a:off x="3301999" y="903600"/>
            <a:ext cx="7616602" cy="495406"/>
          </a:xfrm>
        </p:spPr>
        <p:txBody>
          <a:bodyPr lIns="0" tIns="0" rIns="0" bIns="0"/>
          <a:lstStyle>
            <a:lvl1pPr marL="0" indent="0" algn="r">
              <a:lnSpc>
                <a:spcPct val="85000"/>
              </a:lnSpc>
              <a:buNone/>
              <a:defRPr sz="2600" b="0" i="0" cap="none" baseline="0">
                <a:solidFill>
                  <a:schemeClr val="tx1"/>
                </a:solidFill>
                <a:latin typeface="Barlow Condensed Light"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noProof="0"/>
              <a:t>Untertitel hinzufügen</a:t>
            </a:r>
          </a:p>
        </p:txBody>
      </p:sp>
      <p:sp>
        <p:nvSpPr>
          <p:cNvPr id="11" name="Titel 3">
            <a:extLst>
              <a:ext uri="{FF2B5EF4-FFF2-40B4-BE49-F238E27FC236}">
                <a16:creationId xmlns:a16="http://schemas.microsoft.com/office/drawing/2014/main" id="{4101C084-B1F2-CD7B-5C08-CCF52293E382}"/>
              </a:ext>
            </a:extLst>
          </p:cNvPr>
          <p:cNvSpPr>
            <a:spLocks noGrp="1"/>
          </p:cNvSpPr>
          <p:nvPr>
            <p:ph type="title" hasCustomPrompt="1"/>
          </p:nvPr>
        </p:nvSpPr>
        <p:spPr>
          <a:xfrm>
            <a:off x="3301998" y="410400"/>
            <a:ext cx="7616601" cy="374400"/>
          </a:xfrm>
          <a:prstGeom prst="rect">
            <a:avLst/>
          </a:prstGeom>
        </p:spPr>
        <p:txBody>
          <a:bodyPr/>
          <a:lstStyle>
            <a:lvl1pPr>
              <a:defRPr>
                <a:latin typeface="+mj-lt"/>
              </a:defRPr>
            </a:lvl1pPr>
          </a:lstStyle>
          <a:p>
            <a:r>
              <a:rPr lang="de-DE"/>
              <a:t>Titel hinzufügen</a:t>
            </a:r>
          </a:p>
        </p:txBody>
      </p:sp>
    </p:spTree>
    <p:extLst>
      <p:ext uri="{BB962C8B-B14F-4D97-AF65-F5344CB8AC3E}">
        <p14:creationId xmlns:p14="http://schemas.microsoft.com/office/powerpoint/2010/main" val="31356003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6-header-left-3columns">
    <p:spTree>
      <p:nvGrpSpPr>
        <p:cNvPr id="1" name=""/>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0C5678A0-77D0-1377-6034-8F679319B8DE}"/>
              </a:ext>
            </a:extLst>
          </p:cNvPr>
          <p:cNvSpPr>
            <a:spLocks noGrp="1"/>
          </p:cNvSpPr>
          <p:nvPr>
            <p:ph type="sldNum" sz="quarter" idx="10"/>
          </p:nvPr>
        </p:nvSpPr>
        <p:spPr/>
        <p:txBody>
          <a:bodyPr/>
          <a:lstStyle/>
          <a:p>
            <a:fld id="{9678312F-8BDE-4502-9E53-473B40D118CD}" type="slidenum">
              <a:rPr lang="de-DE" smtClean="0"/>
              <a:pPr/>
              <a:t>‹#›</a:t>
            </a:fld>
            <a:endParaRPr lang="de-DE"/>
          </a:p>
        </p:txBody>
      </p:sp>
      <p:sp>
        <p:nvSpPr>
          <p:cNvPr id="4" name="Textplatzhalter 6">
            <a:extLst>
              <a:ext uri="{FF2B5EF4-FFF2-40B4-BE49-F238E27FC236}">
                <a16:creationId xmlns:a16="http://schemas.microsoft.com/office/drawing/2014/main" id="{2A23828A-1463-F175-ACB3-825F7BD75171}"/>
              </a:ext>
            </a:extLst>
          </p:cNvPr>
          <p:cNvSpPr>
            <a:spLocks noGrp="1"/>
          </p:cNvSpPr>
          <p:nvPr>
            <p:ph type="body" sz="quarter" idx="16" hasCustomPrompt="1"/>
          </p:nvPr>
        </p:nvSpPr>
        <p:spPr>
          <a:xfrm>
            <a:off x="3320436" y="2901820"/>
            <a:ext cx="2278800" cy="3553200"/>
          </a:xfrm>
        </p:spPr>
        <p:txBody>
          <a:bodyPr/>
          <a:lstStyle>
            <a:lvl1pPr algn="ctr">
              <a:defRPr sz="1400"/>
            </a:lvl1pPr>
            <a:lvl2pPr algn="ctr">
              <a:defRPr/>
            </a:lvl2pPr>
            <a:lvl3pPr algn="ctr">
              <a:defRPr/>
            </a:lvl3pPr>
            <a:lvl4pPr algn="ctr">
              <a:defRPr/>
            </a:lvl4pPr>
            <a:lvl5pPr algn="ctr">
              <a:defRPr/>
            </a:lvl5pPr>
            <a:lvl6pPr algn="ctr">
              <a:defRPr/>
            </a:lvl6pPr>
            <a:lvl7pPr algn="ctr">
              <a:defRPr/>
            </a:lvl7pPr>
          </a:lstStyle>
          <a:p>
            <a:pPr lvl="0"/>
            <a:r>
              <a:rPr lang="de-DE" noProof="0"/>
              <a:t>Text hinzufügen</a:t>
            </a:r>
          </a:p>
          <a:p>
            <a:pPr lvl="1"/>
            <a:r>
              <a:rPr lang="de-DE" noProof="0"/>
              <a:t>Zweite Ebene</a:t>
            </a:r>
          </a:p>
          <a:p>
            <a:pPr lvl="2"/>
            <a:r>
              <a:rPr lang="de-DE" noProof="0"/>
              <a:t>Dritte Ebene</a:t>
            </a:r>
          </a:p>
          <a:p>
            <a:pPr lvl="3"/>
            <a:r>
              <a:rPr lang="de-DE" noProof="0"/>
              <a:t>Vierte Ebene</a:t>
            </a:r>
          </a:p>
          <a:p>
            <a:pPr lvl="4"/>
            <a:r>
              <a:rPr lang="de-DE" noProof="0"/>
              <a:t>Fünfte Ebene</a:t>
            </a:r>
          </a:p>
          <a:p>
            <a:pPr lvl="5"/>
            <a:r>
              <a:rPr lang="de-DE" noProof="0"/>
              <a:t>Sechste Ebene</a:t>
            </a:r>
          </a:p>
          <a:p>
            <a:pPr lvl="6"/>
            <a:r>
              <a:rPr lang="de-DE" noProof="0"/>
              <a:t>Siebte Ebene</a:t>
            </a:r>
          </a:p>
          <a:p>
            <a:pPr lvl="4"/>
            <a:endParaRPr lang="de-DE" noProof="0"/>
          </a:p>
        </p:txBody>
      </p:sp>
      <p:sp>
        <p:nvSpPr>
          <p:cNvPr id="5" name="Textplatzhalter 6">
            <a:extLst>
              <a:ext uri="{FF2B5EF4-FFF2-40B4-BE49-F238E27FC236}">
                <a16:creationId xmlns:a16="http://schemas.microsoft.com/office/drawing/2014/main" id="{61C3FDA3-02FF-8246-9E38-96C93C69CBA5}"/>
              </a:ext>
            </a:extLst>
          </p:cNvPr>
          <p:cNvSpPr>
            <a:spLocks noGrp="1"/>
          </p:cNvSpPr>
          <p:nvPr>
            <p:ph type="body" sz="quarter" idx="17" hasCustomPrompt="1"/>
          </p:nvPr>
        </p:nvSpPr>
        <p:spPr>
          <a:xfrm>
            <a:off x="5979499" y="2901820"/>
            <a:ext cx="2278800" cy="3553200"/>
          </a:xfrm>
        </p:spPr>
        <p:txBody>
          <a:bodyPr/>
          <a:lstStyle>
            <a:lvl1pPr algn="ctr">
              <a:defRPr sz="1400"/>
            </a:lvl1pPr>
            <a:lvl2pPr algn="ctr">
              <a:defRPr/>
            </a:lvl2pPr>
            <a:lvl3pPr algn="ctr">
              <a:defRPr/>
            </a:lvl3pPr>
            <a:lvl4pPr algn="ctr">
              <a:defRPr/>
            </a:lvl4pPr>
            <a:lvl5pPr algn="ctr">
              <a:defRPr/>
            </a:lvl5pPr>
            <a:lvl6pPr algn="ctr">
              <a:defRPr/>
            </a:lvl6pPr>
            <a:lvl7pPr algn="ctr">
              <a:defRPr/>
            </a:lvl7pPr>
          </a:lstStyle>
          <a:p>
            <a:pPr lvl="0"/>
            <a:r>
              <a:rPr lang="de-DE" noProof="0"/>
              <a:t>Text hinzufügen</a:t>
            </a:r>
          </a:p>
          <a:p>
            <a:pPr lvl="1"/>
            <a:r>
              <a:rPr lang="de-DE" noProof="0"/>
              <a:t>Zweite Ebene</a:t>
            </a:r>
          </a:p>
          <a:p>
            <a:pPr lvl="2"/>
            <a:r>
              <a:rPr lang="de-DE" noProof="0"/>
              <a:t>Dritte Ebene</a:t>
            </a:r>
          </a:p>
          <a:p>
            <a:pPr lvl="3"/>
            <a:r>
              <a:rPr lang="de-DE" noProof="0"/>
              <a:t>Vierte Ebene</a:t>
            </a:r>
          </a:p>
          <a:p>
            <a:pPr lvl="4"/>
            <a:r>
              <a:rPr lang="de-DE" noProof="0"/>
              <a:t>Fünfte Ebene</a:t>
            </a:r>
          </a:p>
          <a:p>
            <a:pPr lvl="5"/>
            <a:r>
              <a:rPr lang="de-DE" noProof="0"/>
              <a:t>Sechste Ebene</a:t>
            </a:r>
          </a:p>
          <a:p>
            <a:pPr lvl="6"/>
            <a:r>
              <a:rPr lang="de-DE" noProof="0"/>
              <a:t>Siebte Ebene</a:t>
            </a:r>
          </a:p>
        </p:txBody>
      </p:sp>
      <p:sp>
        <p:nvSpPr>
          <p:cNvPr id="6" name="Textplatzhalter 6">
            <a:extLst>
              <a:ext uri="{FF2B5EF4-FFF2-40B4-BE49-F238E27FC236}">
                <a16:creationId xmlns:a16="http://schemas.microsoft.com/office/drawing/2014/main" id="{6437862E-0E35-71A6-C14E-254C3F806A76}"/>
              </a:ext>
            </a:extLst>
          </p:cNvPr>
          <p:cNvSpPr>
            <a:spLocks noGrp="1"/>
          </p:cNvSpPr>
          <p:nvPr>
            <p:ph type="body" sz="quarter" idx="18" hasCustomPrompt="1"/>
          </p:nvPr>
        </p:nvSpPr>
        <p:spPr>
          <a:xfrm>
            <a:off x="8638561" y="2901820"/>
            <a:ext cx="2278800" cy="3553200"/>
          </a:xfrm>
        </p:spPr>
        <p:txBody>
          <a:bodyPr/>
          <a:lstStyle>
            <a:lvl1pPr algn="ctr">
              <a:defRPr sz="1400"/>
            </a:lvl1pPr>
            <a:lvl2pPr algn="ctr">
              <a:defRPr/>
            </a:lvl2pPr>
            <a:lvl3pPr algn="ctr">
              <a:defRPr/>
            </a:lvl3pPr>
            <a:lvl4pPr algn="ctr">
              <a:defRPr/>
            </a:lvl4pPr>
            <a:lvl5pPr algn="ctr">
              <a:defRPr/>
            </a:lvl5pPr>
            <a:lvl6pPr algn="ctr">
              <a:defRPr/>
            </a:lvl6pPr>
            <a:lvl7pPr algn="ctr">
              <a:defRPr/>
            </a:lvl7pPr>
          </a:lstStyle>
          <a:p>
            <a:pPr lvl="0"/>
            <a:r>
              <a:rPr lang="de-DE" noProof="0"/>
              <a:t>Text hinzufügen</a:t>
            </a:r>
          </a:p>
          <a:p>
            <a:pPr lvl="1"/>
            <a:r>
              <a:rPr lang="de-DE" noProof="0"/>
              <a:t>Zweite Ebene</a:t>
            </a:r>
          </a:p>
          <a:p>
            <a:pPr lvl="2"/>
            <a:r>
              <a:rPr lang="de-DE" noProof="0"/>
              <a:t>Dritte Ebene</a:t>
            </a:r>
          </a:p>
          <a:p>
            <a:pPr lvl="3"/>
            <a:r>
              <a:rPr lang="de-DE" noProof="0"/>
              <a:t>Vierte Ebene</a:t>
            </a:r>
          </a:p>
          <a:p>
            <a:pPr lvl="4"/>
            <a:r>
              <a:rPr lang="de-DE" noProof="0"/>
              <a:t>Fünfte Ebene</a:t>
            </a:r>
          </a:p>
          <a:p>
            <a:pPr lvl="5"/>
            <a:r>
              <a:rPr lang="de-DE" noProof="0"/>
              <a:t>Sechste Ebene</a:t>
            </a:r>
          </a:p>
          <a:p>
            <a:pPr lvl="6"/>
            <a:r>
              <a:rPr lang="de-DE" noProof="0"/>
              <a:t>Siebte Ebene</a:t>
            </a:r>
          </a:p>
        </p:txBody>
      </p:sp>
      <p:sp>
        <p:nvSpPr>
          <p:cNvPr id="10" name="Fußzeilenplatzhalter 5">
            <a:extLst>
              <a:ext uri="{FF2B5EF4-FFF2-40B4-BE49-F238E27FC236}">
                <a16:creationId xmlns:a16="http://schemas.microsoft.com/office/drawing/2014/main" id="{40CC54F0-5A35-D5C7-4246-8843F64A76F6}"/>
              </a:ext>
            </a:extLst>
          </p:cNvPr>
          <p:cNvSpPr>
            <a:spLocks noGrp="1"/>
          </p:cNvSpPr>
          <p:nvPr>
            <p:ph type="ftr" sz="quarter" idx="3"/>
          </p:nvPr>
        </p:nvSpPr>
        <p:spPr>
          <a:xfrm rot="16200000">
            <a:off x="9687412" y="3627858"/>
            <a:ext cx="4114800" cy="180000"/>
          </a:xfrm>
          <a:prstGeom prst="rect">
            <a:avLst/>
          </a:prstGeom>
        </p:spPr>
        <p:txBody>
          <a:bodyPr vert="horz" lIns="0" tIns="0" rIns="0" bIns="0" rtlCol="0" anchor="b"/>
          <a:lstStyle>
            <a:lvl1pPr algn="l">
              <a:defRPr sz="800" cap="all" spc="50" baseline="0">
                <a:solidFill>
                  <a:schemeClr val="accent3"/>
                </a:solidFill>
                <a:latin typeface="Merriweather" panose="00000500000000000000" pitchFamily="2" charset="0"/>
              </a:defRPr>
            </a:lvl1pPr>
          </a:lstStyle>
          <a:p>
            <a:r>
              <a:rPr lang="de-DE"/>
              <a:t>Corporate Presentation</a:t>
            </a:r>
          </a:p>
        </p:txBody>
      </p:sp>
      <p:sp>
        <p:nvSpPr>
          <p:cNvPr id="11" name="Untertitel 2">
            <a:extLst>
              <a:ext uri="{FF2B5EF4-FFF2-40B4-BE49-F238E27FC236}">
                <a16:creationId xmlns:a16="http://schemas.microsoft.com/office/drawing/2014/main" id="{24647BBD-808B-0055-3508-DD39C8883A25}"/>
              </a:ext>
            </a:extLst>
          </p:cNvPr>
          <p:cNvSpPr>
            <a:spLocks noGrp="1"/>
          </p:cNvSpPr>
          <p:nvPr>
            <p:ph type="subTitle" idx="1" hasCustomPrompt="1"/>
          </p:nvPr>
        </p:nvSpPr>
        <p:spPr>
          <a:xfrm>
            <a:off x="3301999" y="903600"/>
            <a:ext cx="7616602" cy="495406"/>
          </a:xfrm>
        </p:spPr>
        <p:txBody>
          <a:bodyPr lIns="0" tIns="0" rIns="0" bIns="0"/>
          <a:lstStyle>
            <a:lvl1pPr marL="0" indent="0" algn="r">
              <a:lnSpc>
                <a:spcPct val="85000"/>
              </a:lnSpc>
              <a:buNone/>
              <a:defRPr sz="2600" b="0" i="0" cap="none" baseline="0">
                <a:solidFill>
                  <a:schemeClr val="tx1"/>
                </a:solidFill>
                <a:latin typeface="Barlow Condensed Light"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noProof="0"/>
              <a:t>Untertitel hinzufügen</a:t>
            </a:r>
          </a:p>
        </p:txBody>
      </p:sp>
      <p:sp>
        <p:nvSpPr>
          <p:cNvPr id="12" name="Titel 3">
            <a:extLst>
              <a:ext uri="{FF2B5EF4-FFF2-40B4-BE49-F238E27FC236}">
                <a16:creationId xmlns:a16="http://schemas.microsoft.com/office/drawing/2014/main" id="{AEDD78BD-11BA-33F5-C7B1-A71162A13319}"/>
              </a:ext>
            </a:extLst>
          </p:cNvPr>
          <p:cNvSpPr>
            <a:spLocks noGrp="1"/>
          </p:cNvSpPr>
          <p:nvPr>
            <p:ph type="title" hasCustomPrompt="1"/>
          </p:nvPr>
        </p:nvSpPr>
        <p:spPr>
          <a:xfrm>
            <a:off x="3301998" y="410400"/>
            <a:ext cx="7616601" cy="374400"/>
          </a:xfrm>
          <a:prstGeom prst="rect">
            <a:avLst/>
          </a:prstGeom>
        </p:spPr>
        <p:txBody>
          <a:bodyPr/>
          <a:lstStyle>
            <a:lvl1pPr>
              <a:defRPr>
                <a:latin typeface="+mj-lt"/>
              </a:defRPr>
            </a:lvl1pPr>
          </a:lstStyle>
          <a:p>
            <a:r>
              <a:rPr lang="de-DE"/>
              <a:t>Titel hinzufügen</a:t>
            </a:r>
          </a:p>
        </p:txBody>
      </p:sp>
      <p:sp>
        <p:nvSpPr>
          <p:cNvPr id="2" name="Rechteck 1">
            <a:extLst>
              <a:ext uri="{FF2B5EF4-FFF2-40B4-BE49-F238E27FC236}">
                <a16:creationId xmlns:a16="http://schemas.microsoft.com/office/drawing/2014/main" id="{351BBC5D-293E-C300-D9E5-27DE990D15DA}"/>
              </a:ext>
            </a:extLst>
          </p:cNvPr>
          <p:cNvSpPr/>
          <p:nvPr userDrawn="1"/>
        </p:nvSpPr>
        <p:spPr>
          <a:xfrm>
            <a:off x="279083" y="213132"/>
            <a:ext cx="1271081" cy="5693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latin typeface="Barlow Condensed Light" panose="00000406000000000000" pitchFamily="2" charset="0"/>
            </a:endParaRPr>
          </a:p>
        </p:txBody>
      </p:sp>
      <p:sp>
        <p:nvSpPr>
          <p:cNvPr id="7" name="Bildplatzhalter 6">
            <a:extLst>
              <a:ext uri="{FF2B5EF4-FFF2-40B4-BE49-F238E27FC236}">
                <a16:creationId xmlns:a16="http://schemas.microsoft.com/office/drawing/2014/main" id="{ABAB0416-9022-61A9-ACB4-F5764959BA3C}"/>
              </a:ext>
            </a:extLst>
          </p:cNvPr>
          <p:cNvSpPr>
            <a:spLocks noGrp="1"/>
          </p:cNvSpPr>
          <p:nvPr>
            <p:ph type="pic" sz="quarter" idx="19"/>
          </p:nvPr>
        </p:nvSpPr>
        <p:spPr>
          <a:xfrm>
            <a:off x="1" y="2"/>
            <a:ext cx="2960194" cy="6857999"/>
          </a:xfrm>
          <a:custGeom>
            <a:avLst/>
            <a:gdLst>
              <a:gd name="connsiteX0" fmla="*/ 523624 w 2960194"/>
              <a:gd name="connsiteY0" fmla="*/ 526807 h 6857999"/>
              <a:gd name="connsiteX1" fmla="*/ 548726 w 2960194"/>
              <a:gd name="connsiteY1" fmla="*/ 541828 h 6857999"/>
              <a:gd name="connsiteX2" fmla="*/ 555023 w 2960194"/>
              <a:gd name="connsiteY2" fmla="*/ 580852 h 6857999"/>
              <a:gd name="connsiteX3" fmla="*/ 549275 w 2960194"/>
              <a:gd name="connsiteY3" fmla="*/ 615255 h 6857999"/>
              <a:gd name="connsiteX4" fmla="*/ 520619 w 2960194"/>
              <a:gd name="connsiteY4" fmla="*/ 632182 h 6857999"/>
              <a:gd name="connsiteX5" fmla="*/ 487344 w 2960194"/>
              <a:gd name="connsiteY5" fmla="*/ 614417 h 6857999"/>
              <a:gd name="connsiteX6" fmla="*/ 487344 w 2960194"/>
              <a:gd name="connsiteY6" fmla="*/ 545929 h 6857999"/>
              <a:gd name="connsiteX7" fmla="*/ 523624 w 2960194"/>
              <a:gd name="connsiteY7" fmla="*/ 526807 h 6857999"/>
              <a:gd name="connsiteX8" fmla="*/ 751878 w 2960194"/>
              <a:gd name="connsiteY8" fmla="*/ 523803 h 6857999"/>
              <a:gd name="connsiteX9" fmla="*/ 780763 w 2960194"/>
              <a:gd name="connsiteY9" fmla="*/ 541279 h 6857999"/>
              <a:gd name="connsiteX10" fmla="*/ 787060 w 2960194"/>
              <a:gd name="connsiteY10" fmla="*/ 582210 h 6857999"/>
              <a:gd name="connsiteX11" fmla="*/ 782988 w 2960194"/>
              <a:gd name="connsiteY11" fmla="*/ 611760 h 6857999"/>
              <a:gd name="connsiteX12" fmla="*/ 753495 w 2960194"/>
              <a:gd name="connsiteY12" fmla="*/ 632182 h 6857999"/>
              <a:gd name="connsiteX13" fmla="*/ 725939 w 2960194"/>
              <a:gd name="connsiteY13" fmla="*/ 618548 h 6857999"/>
              <a:gd name="connsiteX14" fmla="*/ 717475 w 2960194"/>
              <a:gd name="connsiteY14" fmla="*/ 574034 h 6857999"/>
              <a:gd name="connsiteX15" fmla="*/ 724032 w 2960194"/>
              <a:gd name="connsiteY15" fmla="*/ 538562 h 6857999"/>
              <a:gd name="connsiteX16" fmla="*/ 751878 w 2960194"/>
              <a:gd name="connsiteY16" fmla="*/ 523803 h 6857999"/>
              <a:gd name="connsiteX17" fmla="*/ 1360411 w 2960194"/>
              <a:gd name="connsiteY17" fmla="*/ 517418 h 6857999"/>
              <a:gd name="connsiteX18" fmla="*/ 1362520 w 2960194"/>
              <a:gd name="connsiteY18" fmla="*/ 517418 h 6857999"/>
              <a:gd name="connsiteX19" fmla="*/ 1365033 w 2960194"/>
              <a:gd name="connsiteY19" fmla="*/ 517822 h 6857999"/>
              <a:gd name="connsiteX20" fmla="*/ 1366940 w 2960194"/>
              <a:gd name="connsiteY20" fmla="*/ 520826 h 6857999"/>
              <a:gd name="connsiteX21" fmla="*/ 1365957 w 2960194"/>
              <a:gd name="connsiteY21" fmla="*/ 523599 h 6857999"/>
              <a:gd name="connsiteX22" fmla="*/ 1362405 w 2960194"/>
              <a:gd name="connsiteY22" fmla="*/ 524553 h 6857999"/>
              <a:gd name="connsiteX23" fmla="*/ 1360411 w 2960194"/>
              <a:gd name="connsiteY23" fmla="*/ 524553 h 6857999"/>
              <a:gd name="connsiteX24" fmla="*/ 1357523 w 2960194"/>
              <a:gd name="connsiteY24" fmla="*/ 515049 h 6857999"/>
              <a:gd name="connsiteX25" fmla="*/ 1357523 w 2960194"/>
              <a:gd name="connsiteY25" fmla="*/ 535500 h 6857999"/>
              <a:gd name="connsiteX26" fmla="*/ 1360382 w 2960194"/>
              <a:gd name="connsiteY26" fmla="*/ 535500 h 6857999"/>
              <a:gd name="connsiteX27" fmla="*/ 1360382 w 2960194"/>
              <a:gd name="connsiteY27" fmla="*/ 526459 h 6857999"/>
              <a:gd name="connsiteX28" fmla="*/ 1362202 w 2960194"/>
              <a:gd name="connsiteY28" fmla="*/ 527412 h 6857999"/>
              <a:gd name="connsiteX29" fmla="*/ 1365755 w 2960194"/>
              <a:gd name="connsiteY29" fmla="*/ 532496 h 6857999"/>
              <a:gd name="connsiteX30" fmla="*/ 1367431 w 2960194"/>
              <a:gd name="connsiteY30" fmla="*/ 535500 h 6857999"/>
              <a:gd name="connsiteX31" fmla="*/ 1370926 w 2960194"/>
              <a:gd name="connsiteY31" fmla="*/ 535500 h 6857999"/>
              <a:gd name="connsiteX32" fmla="*/ 1367979 w 2960194"/>
              <a:gd name="connsiteY32" fmla="*/ 530792 h 6857999"/>
              <a:gd name="connsiteX33" fmla="*/ 1366217 w 2960194"/>
              <a:gd name="connsiteY33" fmla="*/ 528250 h 6857999"/>
              <a:gd name="connsiteX34" fmla="*/ 1364455 w 2960194"/>
              <a:gd name="connsiteY34" fmla="*/ 526401 h 6857999"/>
              <a:gd name="connsiteX35" fmla="*/ 1369944 w 2960194"/>
              <a:gd name="connsiteY35" fmla="*/ 520740 h 6857999"/>
              <a:gd name="connsiteX36" fmla="*/ 1368124 w 2960194"/>
              <a:gd name="connsiteY36" fmla="*/ 516551 h 6857999"/>
              <a:gd name="connsiteX37" fmla="*/ 1363271 w 2960194"/>
              <a:gd name="connsiteY37" fmla="*/ 515049 h 6857999"/>
              <a:gd name="connsiteX38" fmla="*/ 1363213 w 2960194"/>
              <a:gd name="connsiteY38" fmla="*/ 509705 h 6857999"/>
              <a:gd name="connsiteX39" fmla="*/ 1378320 w 2960194"/>
              <a:gd name="connsiteY39" fmla="*/ 525419 h 6857999"/>
              <a:gd name="connsiteX40" fmla="*/ 1363213 w 2960194"/>
              <a:gd name="connsiteY40" fmla="*/ 541133 h 6857999"/>
              <a:gd name="connsiteX41" fmla="*/ 1348106 w 2960194"/>
              <a:gd name="connsiteY41" fmla="*/ 525419 h 6857999"/>
              <a:gd name="connsiteX42" fmla="*/ 1363213 w 2960194"/>
              <a:gd name="connsiteY42" fmla="*/ 509705 h 6857999"/>
              <a:gd name="connsiteX43" fmla="*/ 1155583 w 2960194"/>
              <a:gd name="connsiteY43" fmla="*/ 507453 h 6857999"/>
              <a:gd name="connsiteX44" fmla="*/ 1133486 w 2960194"/>
              <a:gd name="connsiteY44" fmla="*/ 510948 h 6857999"/>
              <a:gd name="connsiteX45" fmla="*/ 1133486 w 2960194"/>
              <a:gd name="connsiteY45" fmla="*/ 568026 h 6857999"/>
              <a:gd name="connsiteX46" fmla="*/ 1133486 w 2960194"/>
              <a:gd name="connsiteY46" fmla="*/ 646364 h 6857999"/>
              <a:gd name="connsiteX47" fmla="*/ 1155583 w 2960194"/>
              <a:gd name="connsiteY47" fmla="*/ 646364 h 6857999"/>
              <a:gd name="connsiteX48" fmla="*/ 1155583 w 2960194"/>
              <a:gd name="connsiteY48" fmla="*/ 543820 h 6857999"/>
              <a:gd name="connsiteX49" fmla="*/ 960115 w 2960194"/>
              <a:gd name="connsiteY49" fmla="*/ 507453 h 6857999"/>
              <a:gd name="connsiteX50" fmla="*/ 938046 w 2960194"/>
              <a:gd name="connsiteY50" fmla="*/ 510948 h 6857999"/>
              <a:gd name="connsiteX51" fmla="*/ 938046 w 2960194"/>
              <a:gd name="connsiteY51" fmla="*/ 570193 h 6857999"/>
              <a:gd name="connsiteX52" fmla="*/ 938046 w 2960194"/>
              <a:gd name="connsiteY52" fmla="*/ 646364 h 6857999"/>
              <a:gd name="connsiteX53" fmla="*/ 960115 w 2960194"/>
              <a:gd name="connsiteY53" fmla="*/ 646364 h 6857999"/>
              <a:gd name="connsiteX54" fmla="*/ 960115 w 2960194"/>
              <a:gd name="connsiteY54" fmla="*/ 585358 h 6857999"/>
              <a:gd name="connsiteX55" fmla="*/ 1311449 w 2960194"/>
              <a:gd name="connsiteY55" fmla="*/ 507453 h 6857999"/>
              <a:gd name="connsiteX56" fmla="*/ 1289323 w 2960194"/>
              <a:gd name="connsiteY56" fmla="*/ 510948 h 6857999"/>
              <a:gd name="connsiteX57" fmla="*/ 1289323 w 2960194"/>
              <a:gd name="connsiteY57" fmla="*/ 568026 h 6857999"/>
              <a:gd name="connsiteX58" fmla="*/ 1289323 w 2960194"/>
              <a:gd name="connsiteY58" fmla="*/ 646364 h 6857999"/>
              <a:gd name="connsiteX59" fmla="*/ 1311449 w 2960194"/>
              <a:gd name="connsiteY59" fmla="*/ 646364 h 6857999"/>
              <a:gd name="connsiteX60" fmla="*/ 1311449 w 2960194"/>
              <a:gd name="connsiteY60" fmla="*/ 581747 h 6857999"/>
              <a:gd name="connsiteX61" fmla="*/ 1363213 w 2960194"/>
              <a:gd name="connsiteY61" fmla="*/ 507048 h 6857999"/>
              <a:gd name="connsiteX62" fmla="*/ 1344842 w 2960194"/>
              <a:gd name="connsiteY62" fmla="*/ 525419 h 6857999"/>
              <a:gd name="connsiteX63" fmla="*/ 1363213 w 2960194"/>
              <a:gd name="connsiteY63" fmla="*/ 543791 h 6857999"/>
              <a:gd name="connsiteX64" fmla="*/ 1381613 w 2960194"/>
              <a:gd name="connsiteY64" fmla="*/ 525419 h 6857999"/>
              <a:gd name="connsiteX65" fmla="*/ 1363213 w 2960194"/>
              <a:gd name="connsiteY65" fmla="*/ 507048 h 6857999"/>
              <a:gd name="connsiteX66" fmla="*/ 484888 w 2960194"/>
              <a:gd name="connsiteY66" fmla="*/ 506905 h 6857999"/>
              <a:gd name="connsiteX67" fmla="*/ 463051 w 2960194"/>
              <a:gd name="connsiteY67" fmla="*/ 510718 h 6857999"/>
              <a:gd name="connsiteX68" fmla="*/ 466055 w 2960194"/>
              <a:gd name="connsiteY68" fmla="*/ 539892 h 6857999"/>
              <a:gd name="connsiteX69" fmla="*/ 466055 w 2960194"/>
              <a:gd name="connsiteY69" fmla="*/ 725511 h 6857999"/>
              <a:gd name="connsiteX70" fmla="*/ 487344 w 2960194"/>
              <a:gd name="connsiteY70" fmla="*/ 721439 h 6857999"/>
              <a:gd name="connsiteX71" fmla="*/ 487344 w 2960194"/>
              <a:gd name="connsiteY71" fmla="*/ 634117 h 6857999"/>
              <a:gd name="connsiteX72" fmla="*/ 524722 w 2960194"/>
              <a:gd name="connsiteY72" fmla="*/ 649947 h 6857999"/>
              <a:gd name="connsiteX73" fmla="*/ 566779 w 2960194"/>
              <a:gd name="connsiteY73" fmla="*/ 625105 h 6857999"/>
              <a:gd name="connsiteX74" fmla="*/ 577698 w 2960194"/>
              <a:gd name="connsiteY74" fmla="*/ 578166 h 6857999"/>
              <a:gd name="connsiteX75" fmla="*/ 562677 w 2960194"/>
              <a:gd name="connsiteY75" fmla="*/ 524641 h 6857999"/>
              <a:gd name="connsiteX76" fmla="*/ 526368 w 2960194"/>
              <a:gd name="connsiteY76" fmla="*/ 507714 h 6857999"/>
              <a:gd name="connsiteX77" fmla="*/ 486246 w 2960194"/>
              <a:gd name="connsiteY77" fmla="*/ 527645 h 6857999"/>
              <a:gd name="connsiteX78" fmla="*/ 484888 w 2960194"/>
              <a:gd name="connsiteY78" fmla="*/ 506905 h 6857999"/>
              <a:gd name="connsiteX79" fmla="*/ 1006534 w 2960194"/>
              <a:gd name="connsiteY79" fmla="*/ 506904 h 6857999"/>
              <a:gd name="connsiteX80" fmla="*/ 984696 w 2960194"/>
              <a:gd name="connsiteY80" fmla="*/ 511497 h 6857999"/>
              <a:gd name="connsiteX81" fmla="*/ 1033570 w 2960194"/>
              <a:gd name="connsiteY81" fmla="*/ 647721 h 6857999"/>
              <a:gd name="connsiteX82" fmla="*/ 1054570 w 2960194"/>
              <a:gd name="connsiteY82" fmla="*/ 647721 h 6857999"/>
              <a:gd name="connsiteX83" fmla="*/ 1105669 w 2960194"/>
              <a:gd name="connsiteY83" fmla="*/ 510428 h 6857999"/>
              <a:gd name="connsiteX84" fmla="*/ 1082994 w 2960194"/>
              <a:gd name="connsiteY84" fmla="*/ 510428 h 6857999"/>
              <a:gd name="connsiteX85" fmla="*/ 1051855 w 2960194"/>
              <a:gd name="connsiteY85" fmla="*/ 600840 h 6857999"/>
              <a:gd name="connsiteX86" fmla="*/ 1045298 w 2960194"/>
              <a:gd name="connsiteY86" fmla="*/ 623717 h 6857999"/>
              <a:gd name="connsiteX87" fmla="*/ 1044749 w 2960194"/>
              <a:gd name="connsiteY87" fmla="*/ 623717 h 6857999"/>
              <a:gd name="connsiteX88" fmla="*/ 1038221 w 2960194"/>
              <a:gd name="connsiteY88" fmla="*/ 600522 h 6857999"/>
              <a:gd name="connsiteX89" fmla="*/ 674292 w 2960194"/>
              <a:gd name="connsiteY89" fmla="*/ 506356 h 6857999"/>
              <a:gd name="connsiteX90" fmla="*/ 636105 w 2960194"/>
              <a:gd name="connsiteY90" fmla="*/ 529002 h 6857999"/>
              <a:gd name="connsiteX91" fmla="*/ 631744 w 2960194"/>
              <a:gd name="connsiteY91" fmla="*/ 506876 h 6857999"/>
              <a:gd name="connsiteX92" fmla="*/ 610455 w 2960194"/>
              <a:gd name="connsiteY92" fmla="*/ 512624 h 6857999"/>
              <a:gd name="connsiteX93" fmla="*/ 615077 w 2960194"/>
              <a:gd name="connsiteY93" fmla="*/ 541539 h 6857999"/>
              <a:gd name="connsiteX94" fmla="*/ 615077 w 2960194"/>
              <a:gd name="connsiteY94" fmla="*/ 646394 h 6857999"/>
              <a:gd name="connsiteX95" fmla="*/ 636365 w 2960194"/>
              <a:gd name="connsiteY95" fmla="*/ 646394 h 6857999"/>
              <a:gd name="connsiteX96" fmla="*/ 636365 w 2960194"/>
              <a:gd name="connsiteY96" fmla="*/ 561239 h 6857999"/>
              <a:gd name="connsiteX97" fmla="*/ 644280 w 2960194"/>
              <a:gd name="connsiteY97" fmla="*/ 539690 h 6857999"/>
              <a:gd name="connsiteX98" fmla="*/ 666926 w 2960194"/>
              <a:gd name="connsiteY98" fmla="*/ 529840 h 6857999"/>
              <a:gd name="connsiteX99" fmla="*/ 672935 w 2960194"/>
              <a:gd name="connsiteY99" fmla="*/ 530938 h 6857999"/>
              <a:gd name="connsiteX100" fmla="*/ 681687 w 2960194"/>
              <a:gd name="connsiteY100" fmla="*/ 507714 h 6857999"/>
              <a:gd name="connsiteX101" fmla="*/ 674292 w 2960194"/>
              <a:gd name="connsiteY101" fmla="*/ 506356 h 6857999"/>
              <a:gd name="connsiteX102" fmla="*/ 752138 w 2960194"/>
              <a:gd name="connsiteY102" fmla="*/ 506355 h 6857999"/>
              <a:gd name="connsiteX103" fmla="*/ 694251 w 2960194"/>
              <a:gd name="connsiteY103" fmla="*/ 577617 h 6857999"/>
              <a:gd name="connsiteX104" fmla="*/ 752947 w 2960194"/>
              <a:gd name="connsiteY104" fmla="*/ 649945 h 6857999"/>
              <a:gd name="connsiteX105" fmla="*/ 811353 w 2960194"/>
              <a:gd name="connsiteY105" fmla="*/ 580592 h 6857999"/>
              <a:gd name="connsiteX106" fmla="*/ 798817 w 2960194"/>
              <a:gd name="connsiteY106" fmla="*/ 530129 h 6857999"/>
              <a:gd name="connsiteX107" fmla="*/ 752138 w 2960194"/>
              <a:gd name="connsiteY107" fmla="*/ 506355 h 6857999"/>
              <a:gd name="connsiteX108" fmla="*/ 1225111 w 2960194"/>
              <a:gd name="connsiteY108" fmla="*/ 466261 h 6857999"/>
              <a:gd name="connsiteX109" fmla="*/ 1204977 w 2960194"/>
              <a:gd name="connsiteY109" fmla="*/ 470421 h 6857999"/>
              <a:gd name="connsiteX110" fmla="*/ 1204977 w 2960194"/>
              <a:gd name="connsiteY110" fmla="*/ 510398 h 6857999"/>
              <a:gd name="connsiteX111" fmla="*/ 1186144 w 2960194"/>
              <a:gd name="connsiteY111" fmla="*/ 510398 h 6857999"/>
              <a:gd name="connsiteX112" fmla="*/ 1186144 w 2960194"/>
              <a:gd name="connsiteY112" fmla="*/ 526516 h 6857999"/>
              <a:gd name="connsiteX113" fmla="*/ 1203880 w 2960194"/>
              <a:gd name="connsiteY113" fmla="*/ 526516 h 6857999"/>
              <a:gd name="connsiteX114" fmla="*/ 1203880 w 2960194"/>
              <a:gd name="connsiteY114" fmla="*/ 619875 h 6857999"/>
              <a:gd name="connsiteX115" fmla="*/ 1216965 w 2960194"/>
              <a:gd name="connsiteY115" fmla="*/ 646883 h 6857999"/>
              <a:gd name="connsiteX116" fmla="*/ 1234730 w 2960194"/>
              <a:gd name="connsiteY116" fmla="*/ 650725 h 6857999"/>
              <a:gd name="connsiteX117" fmla="*/ 1258762 w 2960194"/>
              <a:gd name="connsiteY117" fmla="*/ 645236 h 6857999"/>
              <a:gd name="connsiteX118" fmla="*/ 1255758 w 2960194"/>
              <a:gd name="connsiteY118" fmla="*/ 631602 h 6857999"/>
              <a:gd name="connsiteX119" fmla="*/ 1242384 w 2960194"/>
              <a:gd name="connsiteY119" fmla="*/ 634375 h 6857999"/>
              <a:gd name="connsiteX120" fmla="*/ 1224909 w 2960194"/>
              <a:gd name="connsiteY120" fmla="*/ 614155 h 6857999"/>
              <a:gd name="connsiteX121" fmla="*/ 1224909 w 2960194"/>
              <a:gd name="connsiteY121" fmla="*/ 526516 h 6857999"/>
              <a:gd name="connsiteX122" fmla="*/ 1253303 w 2960194"/>
              <a:gd name="connsiteY122" fmla="*/ 526516 h 6857999"/>
              <a:gd name="connsiteX123" fmla="*/ 1259860 w 2960194"/>
              <a:gd name="connsiteY123" fmla="*/ 510398 h 6857999"/>
              <a:gd name="connsiteX124" fmla="*/ 1225111 w 2960194"/>
              <a:gd name="connsiteY124" fmla="*/ 510398 h 6857999"/>
              <a:gd name="connsiteX125" fmla="*/ 873486 w 2960194"/>
              <a:gd name="connsiteY125" fmla="*/ 466261 h 6857999"/>
              <a:gd name="connsiteX126" fmla="*/ 853352 w 2960194"/>
              <a:gd name="connsiteY126" fmla="*/ 470421 h 6857999"/>
              <a:gd name="connsiteX127" fmla="*/ 853352 w 2960194"/>
              <a:gd name="connsiteY127" fmla="*/ 510398 h 6857999"/>
              <a:gd name="connsiteX128" fmla="*/ 834490 w 2960194"/>
              <a:gd name="connsiteY128" fmla="*/ 510398 h 6857999"/>
              <a:gd name="connsiteX129" fmla="*/ 834490 w 2960194"/>
              <a:gd name="connsiteY129" fmla="*/ 526516 h 6857999"/>
              <a:gd name="connsiteX130" fmla="*/ 852226 w 2960194"/>
              <a:gd name="connsiteY130" fmla="*/ 526516 h 6857999"/>
              <a:gd name="connsiteX131" fmla="*/ 852226 w 2960194"/>
              <a:gd name="connsiteY131" fmla="*/ 619875 h 6857999"/>
              <a:gd name="connsiteX132" fmla="*/ 865340 w 2960194"/>
              <a:gd name="connsiteY132" fmla="*/ 646883 h 6857999"/>
              <a:gd name="connsiteX133" fmla="*/ 883076 w 2960194"/>
              <a:gd name="connsiteY133" fmla="*/ 650725 h 6857999"/>
              <a:gd name="connsiteX134" fmla="*/ 907108 w 2960194"/>
              <a:gd name="connsiteY134" fmla="*/ 645236 h 6857999"/>
              <a:gd name="connsiteX135" fmla="*/ 904075 w 2960194"/>
              <a:gd name="connsiteY135" fmla="*/ 631602 h 6857999"/>
              <a:gd name="connsiteX136" fmla="*/ 890701 w 2960194"/>
              <a:gd name="connsiteY136" fmla="*/ 634375 h 6857999"/>
              <a:gd name="connsiteX137" fmla="*/ 873226 w 2960194"/>
              <a:gd name="connsiteY137" fmla="*/ 614155 h 6857999"/>
              <a:gd name="connsiteX138" fmla="*/ 873226 w 2960194"/>
              <a:gd name="connsiteY138" fmla="*/ 526516 h 6857999"/>
              <a:gd name="connsiteX139" fmla="*/ 901620 w 2960194"/>
              <a:gd name="connsiteY139" fmla="*/ 526516 h 6857999"/>
              <a:gd name="connsiteX140" fmla="*/ 908177 w 2960194"/>
              <a:gd name="connsiteY140" fmla="*/ 510398 h 6857999"/>
              <a:gd name="connsiteX141" fmla="*/ 873486 w 2960194"/>
              <a:gd name="connsiteY141" fmla="*/ 510398 h 6857999"/>
              <a:gd name="connsiteX142" fmla="*/ 949513 w 2960194"/>
              <a:gd name="connsiteY142" fmla="*/ 453408 h 6857999"/>
              <a:gd name="connsiteX143" fmla="*/ 934522 w 2960194"/>
              <a:gd name="connsiteY143" fmla="*/ 468602 h 6857999"/>
              <a:gd name="connsiteX144" fmla="*/ 949513 w 2960194"/>
              <a:gd name="connsiteY144" fmla="*/ 483391 h 6857999"/>
              <a:gd name="connsiteX145" fmla="*/ 964475 w 2960194"/>
              <a:gd name="connsiteY145" fmla="*/ 468371 h 6857999"/>
              <a:gd name="connsiteX146" fmla="*/ 949513 w 2960194"/>
              <a:gd name="connsiteY146" fmla="*/ 453408 h 6857999"/>
              <a:gd name="connsiteX147" fmla="*/ 1144925 w 2960194"/>
              <a:gd name="connsiteY147" fmla="*/ 453408 h 6857999"/>
              <a:gd name="connsiteX148" fmla="*/ 1129933 w 2960194"/>
              <a:gd name="connsiteY148" fmla="*/ 468602 h 6857999"/>
              <a:gd name="connsiteX149" fmla="*/ 1144925 w 2960194"/>
              <a:gd name="connsiteY149" fmla="*/ 483391 h 6857999"/>
              <a:gd name="connsiteX150" fmla="*/ 1159916 w 2960194"/>
              <a:gd name="connsiteY150" fmla="*/ 468371 h 6857999"/>
              <a:gd name="connsiteX151" fmla="*/ 1144925 w 2960194"/>
              <a:gd name="connsiteY151" fmla="*/ 453408 h 6857999"/>
              <a:gd name="connsiteX152" fmla="*/ 1300791 w 2960194"/>
              <a:gd name="connsiteY152" fmla="*/ 453408 h 6857999"/>
              <a:gd name="connsiteX153" fmla="*/ 1285799 w 2960194"/>
              <a:gd name="connsiteY153" fmla="*/ 468602 h 6857999"/>
              <a:gd name="connsiteX154" fmla="*/ 1300791 w 2960194"/>
              <a:gd name="connsiteY154" fmla="*/ 483391 h 6857999"/>
              <a:gd name="connsiteX155" fmla="*/ 1315782 w 2960194"/>
              <a:gd name="connsiteY155" fmla="*/ 468371 h 6857999"/>
              <a:gd name="connsiteX156" fmla="*/ 1300791 w 2960194"/>
              <a:gd name="connsiteY156" fmla="*/ 453408 h 6857999"/>
              <a:gd name="connsiteX157" fmla="*/ 0 w 2960194"/>
              <a:gd name="connsiteY157" fmla="*/ 0 h 6857999"/>
              <a:gd name="connsiteX158" fmla="*/ 2960194 w 2960194"/>
              <a:gd name="connsiteY158" fmla="*/ 0 h 6857999"/>
              <a:gd name="connsiteX159" fmla="*/ 2960194 w 2960194"/>
              <a:gd name="connsiteY159" fmla="*/ 6857999 h 6857999"/>
              <a:gd name="connsiteX160" fmla="*/ 0 w 2960194"/>
              <a:gd name="connsiteY160"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Lst>
            <a:rect l="l" t="t" r="r" b="b"/>
            <a:pathLst>
              <a:path w="2960194" h="6857999">
                <a:moveTo>
                  <a:pt x="523624" y="526807"/>
                </a:moveTo>
                <a:cubicBezTo>
                  <a:pt x="534543" y="526807"/>
                  <a:pt x="544393" y="532527"/>
                  <a:pt x="548726" y="541828"/>
                </a:cubicBezTo>
                <a:cubicBezTo>
                  <a:pt x="552568" y="550002"/>
                  <a:pt x="555023" y="564474"/>
                  <a:pt x="555023" y="580852"/>
                </a:cubicBezTo>
                <a:cubicBezTo>
                  <a:pt x="555023" y="596133"/>
                  <a:pt x="553376" y="606532"/>
                  <a:pt x="549275" y="615255"/>
                </a:cubicBezTo>
                <a:cubicBezTo>
                  <a:pt x="544653" y="625394"/>
                  <a:pt x="533185" y="632182"/>
                  <a:pt x="520619" y="632182"/>
                </a:cubicBezTo>
                <a:cubicBezTo>
                  <a:pt x="509180" y="632182"/>
                  <a:pt x="497425" y="625914"/>
                  <a:pt x="487344" y="614417"/>
                </a:cubicBezTo>
                <a:lnTo>
                  <a:pt x="487344" y="545929"/>
                </a:lnTo>
                <a:cubicBezTo>
                  <a:pt x="497713" y="533335"/>
                  <a:pt x="509990" y="526807"/>
                  <a:pt x="523624" y="526807"/>
                </a:cubicBezTo>
                <a:close/>
                <a:moveTo>
                  <a:pt x="751878" y="523803"/>
                </a:moveTo>
                <a:cubicBezTo>
                  <a:pt x="763057" y="523803"/>
                  <a:pt x="775044" y="529290"/>
                  <a:pt x="780763" y="541279"/>
                </a:cubicBezTo>
                <a:cubicBezTo>
                  <a:pt x="785154" y="550291"/>
                  <a:pt x="787060" y="563174"/>
                  <a:pt x="787060" y="582210"/>
                </a:cubicBezTo>
                <a:cubicBezTo>
                  <a:pt x="787060" y="595640"/>
                  <a:pt x="785963" y="603267"/>
                  <a:pt x="782988" y="611760"/>
                </a:cubicBezTo>
                <a:cubicBezTo>
                  <a:pt x="778337" y="624816"/>
                  <a:pt x="767707" y="632182"/>
                  <a:pt x="753495" y="632182"/>
                </a:cubicBezTo>
                <a:cubicBezTo>
                  <a:pt x="741768" y="632182"/>
                  <a:pt x="730849" y="626751"/>
                  <a:pt x="725939" y="618548"/>
                </a:cubicBezTo>
                <a:cubicBezTo>
                  <a:pt x="720768" y="610083"/>
                  <a:pt x="717475" y="593156"/>
                  <a:pt x="717475" y="574034"/>
                </a:cubicBezTo>
                <a:cubicBezTo>
                  <a:pt x="717475" y="557888"/>
                  <a:pt x="719670" y="547027"/>
                  <a:pt x="724032" y="538562"/>
                </a:cubicBezTo>
                <a:cubicBezTo>
                  <a:pt x="728654" y="529522"/>
                  <a:pt x="739861" y="523803"/>
                  <a:pt x="751878" y="523803"/>
                </a:cubicBezTo>
                <a:close/>
                <a:moveTo>
                  <a:pt x="1360411" y="517418"/>
                </a:moveTo>
                <a:lnTo>
                  <a:pt x="1362520" y="517418"/>
                </a:lnTo>
                <a:cubicBezTo>
                  <a:pt x="1363589" y="517418"/>
                  <a:pt x="1364455" y="517562"/>
                  <a:pt x="1365033" y="517822"/>
                </a:cubicBezTo>
                <a:cubicBezTo>
                  <a:pt x="1366131" y="518256"/>
                  <a:pt x="1366940" y="519382"/>
                  <a:pt x="1366940" y="520826"/>
                </a:cubicBezTo>
                <a:cubicBezTo>
                  <a:pt x="1366940" y="522040"/>
                  <a:pt x="1366535" y="522993"/>
                  <a:pt x="1365957" y="523599"/>
                </a:cubicBezTo>
                <a:cubicBezTo>
                  <a:pt x="1365235" y="524235"/>
                  <a:pt x="1364224" y="524553"/>
                  <a:pt x="1362405" y="524553"/>
                </a:cubicBezTo>
                <a:lnTo>
                  <a:pt x="1360411" y="524553"/>
                </a:lnTo>
                <a:close/>
                <a:moveTo>
                  <a:pt x="1357523" y="515049"/>
                </a:moveTo>
                <a:lnTo>
                  <a:pt x="1357523" y="535500"/>
                </a:lnTo>
                <a:lnTo>
                  <a:pt x="1360382" y="535500"/>
                </a:lnTo>
                <a:lnTo>
                  <a:pt x="1360382" y="526459"/>
                </a:lnTo>
                <a:cubicBezTo>
                  <a:pt x="1361220" y="526517"/>
                  <a:pt x="1361653" y="526806"/>
                  <a:pt x="1362202" y="527412"/>
                </a:cubicBezTo>
                <a:cubicBezTo>
                  <a:pt x="1363675" y="529030"/>
                  <a:pt x="1364195" y="529897"/>
                  <a:pt x="1365755" y="532496"/>
                </a:cubicBezTo>
                <a:cubicBezTo>
                  <a:pt x="1366564" y="533883"/>
                  <a:pt x="1366853" y="534374"/>
                  <a:pt x="1367431" y="535500"/>
                </a:cubicBezTo>
                <a:lnTo>
                  <a:pt x="1370926" y="535500"/>
                </a:lnTo>
                <a:cubicBezTo>
                  <a:pt x="1370521" y="534865"/>
                  <a:pt x="1368846" y="532178"/>
                  <a:pt x="1367979" y="530792"/>
                </a:cubicBezTo>
                <a:cubicBezTo>
                  <a:pt x="1367286" y="529694"/>
                  <a:pt x="1366680" y="528828"/>
                  <a:pt x="1366217" y="528250"/>
                </a:cubicBezTo>
                <a:cubicBezTo>
                  <a:pt x="1365900" y="527759"/>
                  <a:pt x="1365380" y="527124"/>
                  <a:pt x="1364455" y="526401"/>
                </a:cubicBezTo>
                <a:cubicBezTo>
                  <a:pt x="1367864" y="526488"/>
                  <a:pt x="1369944" y="523917"/>
                  <a:pt x="1369944" y="520740"/>
                </a:cubicBezTo>
                <a:cubicBezTo>
                  <a:pt x="1369944" y="518776"/>
                  <a:pt x="1369077" y="517389"/>
                  <a:pt x="1368124" y="516551"/>
                </a:cubicBezTo>
                <a:cubicBezTo>
                  <a:pt x="1367113" y="515598"/>
                  <a:pt x="1365697" y="515049"/>
                  <a:pt x="1363271" y="515049"/>
                </a:cubicBezTo>
                <a:close/>
                <a:moveTo>
                  <a:pt x="1363213" y="509705"/>
                </a:moveTo>
                <a:cubicBezTo>
                  <a:pt x="1371590" y="509705"/>
                  <a:pt x="1378320" y="516522"/>
                  <a:pt x="1378320" y="525419"/>
                </a:cubicBezTo>
                <a:cubicBezTo>
                  <a:pt x="1378320" y="534287"/>
                  <a:pt x="1371590" y="541133"/>
                  <a:pt x="1363213" y="541133"/>
                </a:cubicBezTo>
                <a:cubicBezTo>
                  <a:pt x="1354779" y="541133"/>
                  <a:pt x="1348106" y="534316"/>
                  <a:pt x="1348106" y="525419"/>
                </a:cubicBezTo>
                <a:cubicBezTo>
                  <a:pt x="1348106" y="516522"/>
                  <a:pt x="1354779" y="509705"/>
                  <a:pt x="1363213" y="509705"/>
                </a:cubicBezTo>
                <a:close/>
                <a:moveTo>
                  <a:pt x="1155583" y="507453"/>
                </a:moveTo>
                <a:lnTo>
                  <a:pt x="1133486" y="510948"/>
                </a:lnTo>
                <a:lnTo>
                  <a:pt x="1133486" y="568026"/>
                </a:lnTo>
                <a:lnTo>
                  <a:pt x="1133486" y="646364"/>
                </a:lnTo>
                <a:lnTo>
                  <a:pt x="1155583" y="646364"/>
                </a:lnTo>
                <a:lnTo>
                  <a:pt x="1155583" y="543820"/>
                </a:lnTo>
                <a:close/>
                <a:moveTo>
                  <a:pt x="960115" y="507453"/>
                </a:moveTo>
                <a:lnTo>
                  <a:pt x="938046" y="510948"/>
                </a:lnTo>
                <a:lnTo>
                  <a:pt x="938046" y="570193"/>
                </a:lnTo>
                <a:lnTo>
                  <a:pt x="938046" y="646364"/>
                </a:lnTo>
                <a:lnTo>
                  <a:pt x="960115" y="646364"/>
                </a:lnTo>
                <a:lnTo>
                  <a:pt x="960115" y="585358"/>
                </a:lnTo>
                <a:close/>
                <a:moveTo>
                  <a:pt x="1311449" y="507453"/>
                </a:moveTo>
                <a:lnTo>
                  <a:pt x="1289323" y="510948"/>
                </a:lnTo>
                <a:lnTo>
                  <a:pt x="1289323" y="568026"/>
                </a:lnTo>
                <a:lnTo>
                  <a:pt x="1289323" y="646364"/>
                </a:lnTo>
                <a:lnTo>
                  <a:pt x="1311449" y="646364"/>
                </a:lnTo>
                <a:lnTo>
                  <a:pt x="1311449" y="581747"/>
                </a:lnTo>
                <a:close/>
                <a:moveTo>
                  <a:pt x="1363213" y="507048"/>
                </a:moveTo>
                <a:cubicBezTo>
                  <a:pt x="1353190" y="507048"/>
                  <a:pt x="1344842" y="514934"/>
                  <a:pt x="1344842" y="525419"/>
                </a:cubicBezTo>
                <a:cubicBezTo>
                  <a:pt x="1344842" y="535876"/>
                  <a:pt x="1353190" y="543791"/>
                  <a:pt x="1363213" y="543791"/>
                </a:cubicBezTo>
                <a:cubicBezTo>
                  <a:pt x="1373208" y="543791"/>
                  <a:pt x="1381613" y="535876"/>
                  <a:pt x="1381613" y="525419"/>
                </a:cubicBezTo>
                <a:cubicBezTo>
                  <a:pt x="1381613" y="514934"/>
                  <a:pt x="1373208" y="507048"/>
                  <a:pt x="1363213" y="507048"/>
                </a:cubicBezTo>
                <a:close/>
                <a:moveTo>
                  <a:pt x="484888" y="506905"/>
                </a:moveTo>
                <a:lnTo>
                  <a:pt x="463051" y="510718"/>
                </a:lnTo>
                <a:cubicBezTo>
                  <a:pt x="463051" y="510718"/>
                  <a:pt x="466084" y="519153"/>
                  <a:pt x="466055" y="539892"/>
                </a:cubicBezTo>
                <a:lnTo>
                  <a:pt x="466055" y="725511"/>
                </a:lnTo>
                <a:lnTo>
                  <a:pt x="487344" y="721439"/>
                </a:lnTo>
                <a:lnTo>
                  <a:pt x="487344" y="634117"/>
                </a:lnTo>
                <a:cubicBezTo>
                  <a:pt x="496876" y="643967"/>
                  <a:pt x="510799" y="649947"/>
                  <a:pt x="524722" y="649947"/>
                </a:cubicBezTo>
                <a:cubicBezTo>
                  <a:pt x="542458" y="649947"/>
                  <a:pt x="556929" y="640905"/>
                  <a:pt x="566779" y="625105"/>
                </a:cubicBezTo>
                <a:cubicBezTo>
                  <a:pt x="574433" y="612511"/>
                  <a:pt x="577698" y="599974"/>
                  <a:pt x="577698" y="578166"/>
                </a:cubicBezTo>
                <a:cubicBezTo>
                  <a:pt x="577698" y="553902"/>
                  <a:pt x="572787" y="537206"/>
                  <a:pt x="562677" y="524641"/>
                </a:cubicBezTo>
                <a:cubicBezTo>
                  <a:pt x="553954" y="513722"/>
                  <a:pt x="540291" y="507714"/>
                  <a:pt x="526368" y="507714"/>
                </a:cubicBezTo>
                <a:cubicBezTo>
                  <a:pt x="511376" y="507714"/>
                  <a:pt x="497425" y="514589"/>
                  <a:pt x="486246" y="527645"/>
                </a:cubicBezTo>
                <a:cubicBezTo>
                  <a:pt x="486246" y="512653"/>
                  <a:pt x="484888" y="506905"/>
                  <a:pt x="484888" y="506905"/>
                </a:cubicBezTo>
                <a:close/>
                <a:moveTo>
                  <a:pt x="1006534" y="506904"/>
                </a:moveTo>
                <a:lnTo>
                  <a:pt x="984696" y="511497"/>
                </a:lnTo>
                <a:lnTo>
                  <a:pt x="1033570" y="647721"/>
                </a:lnTo>
                <a:lnTo>
                  <a:pt x="1054570" y="647721"/>
                </a:lnTo>
                <a:lnTo>
                  <a:pt x="1105669" y="510428"/>
                </a:lnTo>
                <a:lnTo>
                  <a:pt x="1082994" y="510428"/>
                </a:lnTo>
                <a:lnTo>
                  <a:pt x="1051855" y="600840"/>
                </a:lnTo>
                <a:cubicBezTo>
                  <a:pt x="1047493" y="613059"/>
                  <a:pt x="1045298" y="623717"/>
                  <a:pt x="1045298" y="623717"/>
                </a:cubicBezTo>
                <a:lnTo>
                  <a:pt x="1044749" y="623717"/>
                </a:lnTo>
                <a:cubicBezTo>
                  <a:pt x="1044749" y="623717"/>
                  <a:pt x="1042034" y="611730"/>
                  <a:pt x="1038221" y="600522"/>
                </a:cubicBezTo>
                <a:close/>
                <a:moveTo>
                  <a:pt x="674292" y="506356"/>
                </a:moveTo>
                <a:cubicBezTo>
                  <a:pt x="660398" y="506356"/>
                  <a:pt x="645927" y="515079"/>
                  <a:pt x="636105" y="529002"/>
                </a:cubicBezTo>
                <a:cubicBezTo>
                  <a:pt x="636943" y="517506"/>
                  <a:pt x="631744" y="506876"/>
                  <a:pt x="631744" y="506876"/>
                </a:cubicBezTo>
                <a:lnTo>
                  <a:pt x="610455" y="512624"/>
                </a:lnTo>
                <a:cubicBezTo>
                  <a:pt x="610455" y="512624"/>
                  <a:pt x="615077" y="521665"/>
                  <a:pt x="615077" y="541539"/>
                </a:cubicBezTo>
                <a:lnTo>
                  <a:pt x="615077" y="646394"/>
                </a:lnTo>
                <a:lnTo>
                  <a:pt x="636365" y="646394"/>
                </a:lnTo>
                <a:lnTo>
                  <a:pt x="636365" y="561239"/>
                </a:lnTo>
                <a:cubicBezTo>
                  <a:pt x="636365" y="550031"/>
                  <a:pt x="637983" y="545958"/>
                  <a:pt x="644280" y="539690"/>
                </a:cubicBezTo>
                <a:cubicBezTo>
                  <a:pt x="650548" y="533335"/>
                  <a:pt x="658752" y="529840"/>
                  <a:pt x="666926" y="529840"/>
                </a:cubicBezTo>
                <a:cubicBezTo>
                  <a:pt x="669122" y="529840"/>
                  <a:pt x="671577" y="530389"/>
                  <a:pt x="672935" y="530938"/>
                </a:cubicBezTo>
                <a:lnTo>
                  <a:pt x="681687" y="507714"/>
                </a:lnTo>
                <a:cubicBezTo>
                  <a:pt x="681687" y="507714"/>
                  <a:pt x="677845" y="506356"/>
                  <a:pt x="674292" y="506356"/>
                </a:cubicBezTo>
                <a:close/>
                <a:moveTo>
                  <a:pt x="752138" y="506355"/>
                </a:moveTo>
                <a:cubicBezTo>
                  <a:pt x="716377" y="506355"/>
                  <a:pt x="694251" y="533335"/>
                  <a:pt x="694251" y="577617"/>
                </a:cubicBezTo>
                <a:cubicBezTo>
                  <a:pt x="694251" y="622361"/>
                  <a:pt x="715540" y="649945"/>
                  <a:pt x="752947" y="649945"/>
                </a:cubicBezTo>
                <a:cubicBezTo>
                  <a:pt x="787060" y="649945"/>
                  <a:pt x="811353" y="625942"/>
                  <a:pt x="811353" y="580592"/>
                </a:cubicBezTo>
                <a:cubicBezTo>
                  <a:pt x="811353" y="558495"/>
                  <a:pt x="807280" y="542347"/>
                  <a:pt x="798817" y="530129"/>
                </a:cubicBezTo>
                <a:cubicBezTo>
                  <a:pt x="789516" y="516697"/>
                  <a:pt x="774784" y="506355"/>
                  <a:pt x="752138" y="506355"/>
                </a:cubicBezTo>
                <a:close/>
                <a:moveTo>
                  <a:pt x="1225111" y="466261"/>
                </a:moveTo>
                <a:lnTo>
                  <a:pt x="1204977" y="470421"/>
                </a:lnTo>
                <a:lnTo>
                  <a:pt x="1204977" y="510398"/>
                </a:lnTo>
                <a:lnTo>
                  <a:pt x="1186144" y="510398"/>
                </a:lnTo>
                <a:lnTo>
                  <a:pt x="1186144" y="526516"/>
                </a:lnTo>
                <a:lnTo>
                  <a:pt x="1203880" y="526516"/>
                </a:lnTo>
                <a:lnTo>
                  <a:pt x="1203880" y="619875"/>
                </a:lnTo>
                <a:cubicBezTo>
                  <a:pt x="1203880" y="633538"/>
                  <a:pt x="1207433" y="642261"/>
                  <a:pt x="1216965" y="646883"/>
                </a:cubicBezTo>
                <a:cubicBezTo>
                  <a:pt x="1222164" y="649338"/>
                  <a:pt x="1227624" y="650725"/>
                  <a:pt x="1234730" y="650725"/>
                </a:cubicBezTo>
                <a:cubicBezTo>
                  <a:pt x="1244262" y="650725"/>
                  <a:pt x="1251917" y="648789"/>
                  <a:pt x="1258762" y="645236"/>
                </a:cubicBezTo>
                <a:lnTo>
                  <a:pt x="1255758" y="631602"/>
                </a:lnTo>
                <a:cubicBezTo>
                  <a:pt x="1251917" y="633567"/>
                  <a:pt x="1248393" y="634375"/>
                  <a:pt x="1242384" y="634375"/>
                </a:cubicBezTo>
                <a:cubicBezTo>
                  <a:pt x="1229010" y="634375"/>
                  <a:pt x="1224909" y="629147"/>
                  <a:pt x="1224909" y="614155"/>
                </a:cubicBezTo>
                <a:lnTo>
                  <a:pt x="1224909" y="526516"/>
                </a:lnTo>
                <a:lnTo>
                  <a:pt x="1253303" y="526516"/>
                </a:lnTo>
                <a:lnTo>
                  <a:pt x="1259860" y="510398"/>
                </a:lnTo>
                <a:lnTo>
                  <a:pt x="1225111" y="510398"/>
                </a:lnTo>
                <a:close/>
                <a:moveTo>
                  <a:pt x="873486" y="466261"/>
                </a:moveTo>
                <a:lnTo>
                  <a:pt x="853352" y="470421"/>
                </a:lnTo>
                <a:lnTo>
                  <a:pt x="853352" y="510398"/>
                </a:lnTo>
                <a:lnTo>
                  <a:pt x="834490" y="510398"/>
                </a:lnTo>
                <a:lnTo>
                  <a:pt x="834490" y="526516"/>
                </a:lnTo>
                <a:lnTo>
                  <a:pt x="852226" y="526516"/>
                </a:lnTo>
                <a:lnTo>
                  <a:pt x="852226" y="619875"/>
                </a:lnTo>
                <a:cubicBezTo>
                  <a:pt x="852226" y="633538"/>
                  <a:pt x="855779" y="642261"/>
                  <a:pt x="865340" y="646883"/>
                </a:cubicBezTo>
                <a:cubicBezTo>
                  <a:pt x="870539" y="649338"/>
                  <a:pt x="875970" y="650725"/>
                  <a:pt x="883076" y="650725"/>
                </a:cubicBezTo>
                <a:cubicBezTo>
                  <a:pt x="892608" y="650725"/>
                  <a:pt x="900263" y="648789"/>
                  <a:pt x="907108" y="645236"/>
                </a:cubicBezTo>
                <a:lnTo>
                  <a:pt x="904075" y="631602"/>
                </a:lnTo>
                <a:cubicBezTo>
                  <a:pt x="900263" y="633567"/>
                  <a:pt x="896681" y="634375"/>
                  <a:pt x="890701" y="634375"/>
                </a:cubicBezTo>
                <a:cubicBezTo>
                  <a:pt x="877299" y="634375"/>
                  <a:pt x="873226" y="629147"/>
                  <a:pt x="873226" y="614155"/>
                </a:cubicBezTo>
                <a:lnTo>
                  <a:pt x="873226" y="526516"/>
                </a:lnTo>
                <a:lnTo>
                  <a:pt x="901620" y="526516"/>
                </a:lnTo>
                <a:lnTo>
                  <a:pt x="908177" y="510398"/>
                </a:lnTo>
                <a:lnTo>
                  <a:pt x="873486" y="510398"/>
                </a:lnTo>
                <a:close/>
                <a:moveTo>
                  <a:pt x="949513" y="453408"/>
                </a:moveTo>
                <a:cubicBezTo>
                  <a:pt x="941136" y="453408"/>
                  <a:pt x="934493" y="460225"/>
                  <a:pt x="934522" y="468602"/>
                </a:cubicBezTo>
                <a:cubicBezTo>
                  <a:pt x="934522" y="476748"/>
                  <a:pt x="941166" y="483391"/>
                  <a:pt x="949513" y="483391"/>
                </a:cubicBezTo>
                <a:cubicBezTo>
                  <a:pt x="957861" y="483391"/>
                  <a:pt x="964475" y="476748"/>
                  <a:pt x="964475" y="468371"/>
                </a:cubicBezTo>
                <a:cubicBezTo>
                  <a:pt x="964475" y="460023"/>
                  <a:pt x="957861" y="453408"/>
                  <a:pt x="949513" y="453408"/>
                </a:cubicBezTo>
                <a:close/>
                <a:moveTo>
                  <a:pt x="1144925" y="453408"/>
                </a:moveTo>
                <a:cubicBezTo>
                  <a:pt x="1136606" y="453408"/>
                  <a:pt x="1129933" y="460225"/>
                  <a:pt x="1129933" y="468602"/>
                </a:cubicBezTo>
                <a:cubicBezTo>
                  <a:pt x="1129933" y="476748"/>
                  <a:pt x="1136606" y="483391"/>
                  <a:pt x="1144925" y="483391"/>
                </a:cubicBezTo>
                <a:cubicBezTo>
                  <a:pt x="1153301" y="483391"/>
                  <a:pt x="1159916" y="476748"/>
                  <a:pt x="1159916" y="468371"/>
                </a:cubicBezTo>
                <a:cubicBezTo>
                  <a:pt x="1159916" y="460023"/>
                  <a:pt x="1153301" y="453408"/>
                  <a:pt x="1144925" y="453408"/>
                </a:cubicBezTo>
                <a:close/>
                <a:moveTo>
                  <a:pt x="1300791" y="453408"/>
                </a:moveTo>
                <a:cubicBezTo>
                  <a:pt x="1292443" y="453408"/>
                  <a:pt x="1285828" y="460225"/>
                  <a:pt x="1285799" y="468602"/>
                </a:cubicBezTo>
                <a:cubicBezTo>
                  <a:pt x="1285799" y="476748"/>
                  <a:pt x="1292443" y="483391"/>
                  <a:pt x="1300791" y="483391"/>
                </a:cubicBezTo>
                <a:cubicBezTo>
                  <a:pt x="1309168" y="483391"/>
                  <a:pt x="1315782" y="476748"/>
                  <a:pt x="1315782" y="468371"/>
                </a:cubicBezTo>
                <a:cubicBezTo>
                  <a:pt x="1315782" y="460023"/>
                  <a:pt x="1309168" y="453408"/>
                  <a:pt x="1300791" y="453408"/>
                </a:cubicBezTo>
                <a:close/>
                <a:moveTo>
                  <a:pt x="0" y="0"/>
                </a:moveTo>
                <a:lnTo>
                  <a:pt x="2960194" y="0"/>
                </a:lnTo>
                <a:lnTo>
                  <a:pt x="2960194" y="6857999"/>
                </a:lnTo>
                <a:lnTo>
                  <a:pt x="0" y="6857999"/>
                </a:lnTo>
                <a:close/>
              </a:path>
            </a:pathLst>
          </a:custGeom>
          <a:solidFill>
            <a:schemeClr val="bg2"/>
          </a:solidFill>
        </p:spPr>
        <p:txBody>
          <a:bodyPr wrap="square">
            <a:noAutofit/>
          </a:bodyPr>
          <a:lstStyle>
            <a:lvl1pPr>
              <a:defRPr sz="1400"/>
            </a:lvl1pPr>
          </a:lstStyle>
          <a:p>
            <a:r>
              <a:rPr lang="en-US"/>
              <a:t>Click icon to add picture</a:t>
            </a:r>
            <a:endParaRPr lang="de-DE"/>
          </a:p>
        </p:txBody>
      </p:sp>
    </p:spTree>
    <p:extLst>
      <p:ext uri="{BB962C8B-B14F-4D97-AF65-F5344CB8AC3E}">
        <p14:creationId xmlns:p14="http://schemas.microsoft.com/office/powerpoint/2010/main" val="8669959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7-agenda">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B55C5490-9476-34C0-550D-944C7849F8F5}"/>
              </a:ext>
            </a:extLst>
          </p:cNvPr>
          <p:cNvSpPr/>
          <p:nvPr userDrawn="1"/>
        </p:nvSpPr>
        <p:spPr>
          <a:xfrm>
            <a:off x="279083" y="213132"/>
            <a:ext cx="1271081" cy="5693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latin typeface="Barlow Condensed Light" panose="00000406000000000000" pitchFamily="2" charset="0"/>
            </a:endParaRPr>
          </a:p>
        </p:txBody>
      </p:sp>
      <p:sp>
        <p:nvSpPr>
          <p:cNvPr id="3" name="Foliennummernplatzhalter 2">
            <a:extLst>
              <a:ext uri="{FF2B5EF4-FFF2-40B4-BE49-F238E27FC236}">
                <a16:creationId xmlns:a16="http://schemas.microsoft.com/office/drawing/2014/main" id="{0C5678A0-77D0-1377-6034-8F679319B8DE}"/>
              </a:ext>
            </a:extLst>
          </p:cNvPr>
          <p:cNvSpPr>
            <a:spLocks noGrp="1"/>
          </p:cNvSpPr>
          <p:nvPr>
            <p:ph type="sldNum" sz="quarter" idx="10"/>
          </p:nvPr>
        </p:nvSpPr>
        <p:spPr/>
        <p:txBody>
          <a:bodyPr/>
          <a:lstStyle/>
          <a:p>
            <a:fld id="{9678312F-8BDE-4502-9E53-473B40D118CD}" type="slidenum">
              <a:rPr lang="de-DE" smtClean="0"/>
              <a:pPr/>
              <a:t>‹#›</a:t>
            </a:fld>
            <a:endParaRPr lang="de-DE"/>
          </a:p>
        </p:txBody>
      </p:sp>
      <p:sp>
        <p:nvSpPr>
          <p:cNvPr id="26" name="Bildplatzhalter 25">
            <a:extLst>
              <a:ext uri="{FF2B5EF4-FFF2-40B4-BE49-F238E27FC236}">
                <a16:creationId xmlns:a16="http://schemas.microsoft.com/office/drawing/2014/main" id="{3A8A98BB-63E9-0CAC-02AE-FCB07DD850ED}"/>
              </a:ext>
            </a:extLst>
          </p:cNvPr>
          <p:cNvSpPr>
            <a:spLocks noGrp="1"/>
          </p:cNvSpPr>
          <p:nvPr>
            <p:ph type="pic" sz="quarter" idx="19"/>
          </p:nvPr>
        </p:nvSpPr>
        <p:spPr>
          <a:xfrm>
            <a:off x="2" y="2"/>
            <a:ext cx="4008437" cy="6857999"/>
          </a:xfrm>
          <a:custGeom>
            <a:avLst/>
            <a:gdLst>
              <a:gd name="connsiteX0" fmla="*/ 523624 w 4008437"/>
              <a:gd name="connsiteY0" fmla="*/ 526807 h 6857999"/>
              <a:gd name="connsiteX1" fmla="*/ 548726 w 4008437"/>
              <a:gd name="connsiteY1" fmla="*/ 541828 h 6857999"/>
              <a:gd name="connsiteX2" fmla="*/ 555023 w 4008437"/>
              <a:gd name="connsiteY2" fmla="*/ 580852 h 6857999"/>
              <a:gd name="connsiteX3" fmla="*/ 549275 w 4008437"/>
              <a:gd name="connsiteY3" fmla="*/ 615255 h 6857999"/>
              <a:gd name="connsiteX4" fmla="*/ 520620 w 4008437"/>
              <a:gd name="connsiteY4" fmla="*/ 632182 h 6857999"/>
              <a:gd name="connsiteX5" fmla="*/ 487344 w 4008437"/>
              <a:gd name="connsiteY5" fmla="*/ 614417 h 6857999"/>
              <a:gd name="connsiteX6" fmla="*/ 487344 w 4008437"/>
              <a:gd name="connsiteY6" fmla="*/ 545929 h 6857999"/>
              <a:gd name="connsiteX7" fmla="*/ 523624 w 4008437"/>
              <a:gd name="connsiteY7" fmla="*/ 526807 h 6857999"/>
              <a:gd name="connsiteX8" fmla="*/ 751878 w 4008437"/>
              <a:gd name="connsiteY8" fmla="*/ 523803 h 6857999"/>
              <a:gd name="connsiteX9" fmla="*/ 780763 w 4008437"/>
              <a:gd name="connsiteY9" fmla="*/ 541279 h 6857999"/>
              <a:gd name="connsiteX10" fmla="*/ 787060 w 4008437"/>
              <a:gd name="connsiteY10" fmla="*/ 582210 h 6857999"/>
              <a:gd name="connsiteX11" fmla="*/ 782988 w 4008437"/>
              <a:gd name="connsiteY11" fmla="*/ 611760 h 6857999"/>
              <a:gd name="connsiteX12" fmla="*/ 753495 w 4008437"/>
              <a:gd name="connsiteY12" fmla="*/ 632182 h 6857999"/>
              <a:gd name="connsiteX13" fmla="*/ 725939 w 4008437"/>
              <a:gd name="connsiteY13" fmla="*/ 618548 h 6857999"/>
              <a:gd name="connsiteX14" fmla="*/ 717475 w 4008437"/>
              <a:gd name="connsiteY14" fmla="*/ 574034 h 6857999"/>
              <a:gd name="connsiteX15" fmla="*/ 724032 w 4008437"/>
              <a:gd name="connsiteY15" fmla="*/ 538562 h 6857999"/>
              <a:gd name="connsiteX16" fmla="*/ 751878 w 4008437"/>
              <a:gd name="connsiteY16" fmla="*/ 523803 h 6857999"/>
              <a:gd name="connsiteX17" fmla="*/ 1360411 w 4008437"/>
              <a:gd name="connsiteY17" fmla="*/ 517418 h 6857999"/>
              <a:gd name="connsiteX18" fmla="*/ 1362520 w 4008437"/>
              <a:gd name="connsiteY18" fmla="*/ 517418 h 6857999"/>
              <a:gd name="connsiteX19" fmla="*/ 1365033 w 4008437"/>
              <a:gd name="connsiteY19" fmla="*/ 517822 h 6857999"/>
              <a:gd name="connsiteX20" fmla="*/ 1366940 w 4008437"/>
              <a:gd name="connsiteY20" fmla="*/ 520826 h 6857999"/>
              <a:gd name="connsiteX21" fmla="*/ 1365957 w 4008437"/>
              <a:gd name="connsiteY21" fmla="*/ 523599 h 6857999"/>
              <a:gd name="connsiteX22" fmla="*/ 1362405 w 4008437"/>
              <a:gd name="connsiteY22" fmla="*/ 524553 h 6857999"/>
              <a:gd name="connsiteX23" fmla="*/ 1360411 w 4008437"/>
              <a:gd name="connsiteY23" fmla="*/ 524553 h 6857999"/>
              <a:gd name="connsiteX24" fmla="*/ 1357523 w 4008437"/>
              <a:gd name="connsiteY24" fmla="*/ 515049 h 6857999"/>
              <a:gd name="connsiteX25" fmla="*/ 1357523 w 4008437"/>
              <a:gd name="connsiteY25" fmla="*/ 535500 h 6857999"/>
              <a:gd name="connsiteX26" fmla="*/ 1360382 w 4008437"/>
              <a:gd name="connsiteY26" fmla="*/ 535500 h 6857999"/>
              <a:gd name="connsiteX27" fmla="*/ 1360382 w 4008437"/>
              <a:gd name="connsiteY27" fmla="*/ 526459 h 6857999"/>
              <a:gd name="connsiteX28" fmla="*/ 1362202 w 4008437"/>
              <a:gd name="connsiteY28" fmla="*/ 527412 h 6857999"/>
              <a:gd name="connsiteX29" fmla="*/ 1365755 w 4008437"/>
              <a:gd name="connsiteY29" fmla="*/ 532496 h 6857999"/>
              <a:gd name="connsiteX30" fmla="*/ 1367431 w 4008437"/>
              <a:gd name="connsiteY30" fmla="*/ 535500 h 6857999"/>
              <a:gd name="connsiteX31" fmla="*/ 1370926 w 4008437"/>
              <a:gd name="connsiteY31" fmla="*/ 535500 h 6857999"/>
              <a:gd name="connsiteX32" fmla="*/ 1367979 w 4008437"/>
              <a:gd name="connsiteY32" fmla="*/ 530792 h 6857999"/>
              <a:gd name="connsiteX33" fmla="*/ 1366217 w 4008437"/>
              <a:gd name="connsiteY33" fmla="*/ 528250 h 6857999"/>
              <a:gd name="connsiteX34" fmla="*/ 1364455 w 4008437"/>
              <a:gd name="connsiteY34" fmla="*/ 526401 h 6857999"/>
              <a:gd name="connsiteX35" fmla="*/ 1369944 w 4008437"/>
              <a:gd name="connsiteY35" fmla="*/ 520740 h 6857999"/>
              <a:gd name="connsiteX36" fmla="*/ 1368124 w 4008437"/>
              <a:gd name="connsiteY36" fmla="*/ 516551 h 6857999"/>
              <a:gd name="connsiteX37" fmla="*/ 1363271 w 4008437"/>
              <a:gd name="connsiteY37" fmla="*/ 515049 h 6857999"/>
              <a:gd name="connsiteX38" fmla="*/ 1363213 w 4008437"/>
              <a:gd name="connsiteY38" fmla="*/ 509705 h 6857999"/>
              <a:gd name="connsiteX39" fmla="*/ 1378320 w 4008437"/>
              <a:gd name="connsiteY39" fmla="*/ 525419 h 6857999"/>
              <a:gd name="connsiteX40" fmla="*/ 1363213 w 4008437"/>
              <a:gd name="connsiteY40" fmla="*/ 541133 h 6857999"/>
              <a:gd name="connsiteX41" fmla="*/ 1348106 w 4008437"/>
              <a:gd name="connsiteY41" fmla="*/ 525419 h 6857999"/>
              <a:gd name="connsiteX42" fmla="*/ 1363213 w 4008437"/>
              <a:gd name="connsiteY42" fmla="*/ 509705 h 6857999"/>
              <a:gd name="connsiteX43" fmla="*/ 1155583 w 4008437"/>
              <a:gd name="connsiteY43" fmla="*/ 507453 h 6857999"/>
              <a:gd name="connsiteX44" fmla="*/ 1133487 w 4008437"/>
              <a:gd name="connsiteY44" fmla="*/ 510948 h 6857999"/>
              <a:gd name="connsiteX45" fmla="*/ 1133487 w 4008437"/>
              <a:gd name="connsiteY45" fmla="*/ 568026 h 6857999"/>
              <a:gd name="connsiteX46" fmla="*/ 1133487 w 4008437"/>
              <a:gd name="connsiteY46" fmla="*/ 646364 h 6857999"/>
              <a:gd name="connsiteX47" fmla="*/ 1155583 w 4008437"/>
              <a:gd name="connsiteY47" fmla="*/ 646364 h 6857999"/>
              <a:gd name="connsiteX48" fmla="*/ 1155583 w 4008437"/>
              <a:gd name="connsiteY48" fmla="*/ 543820 h 6857999"/>
              <a:gd name="connsiteX49" fmla="*/ 960115 w 4008437"/>
              <a:gd name="connsiteY49" fmla="*/ 507453 h 6857999"/>
              <a:gd name="connsiteX50" fmla="*/ 938046 w 4008437"/>
              <a:gd name="connsiteY50" fmla="*/ 510948 h 6857999"/>
              <a:gd name="connsiteX51" fmla="*/ 938046 w 4008437"/>
              <a:gd name="connsiteY51" fmla="*/ 570193 h 6857999"/>
              <a:gd name="connsiteX52" fmla="*/ 938046 w 4008437"/>
              <a:gd name="connsiteY52" fmla="*/ 646364 h 6857999"/>
              <a:gd name="connsiteX53" fmla="*/ 960115 w 4008437"/>
              <a:gd name="connsiteY53" fmla="*/ 646364 h 6857999"/>
              <a:gd name="connsiteX54" fmla="*/ 960115 w 4008437"/>
              <a:gd name="connsiteY54" fmla="*/ 585358 h 6857999"/>
              <a:gd name="connsiteX55" fmla="*/ 1311449 w 4008437"/>
              <a:gd name="connsiteY55" fmla="*/ 507453 h 6857999"/>
              <a:gd name="connsiteX56" fmla="*/ 1289323 w 4008437"/>
              <a:gd name="connsiteY56" fmla="*/ 510948 h 6857999"/>
              <a:gd name="connsiteX57" fmla="*/ 1289323 w 4008437"/>
              <a:gd name="connsiteY57" fmla="*/ 568026 h 6857999"/>
              <a:gd name="connsiteX58" fmla="*/ 1289323 w 4008437"/>
              <a:gd name="connsiteY58" fmla="*/ 646364 h 6857999"/>
              <a:gd name="connsiteX59" fmla="*/ 1311449 w 4008437"/>
              <a:gd name="connsiteY59" fmla="*/ 646364 h 6857999"/>
              <a:gd name="connsiteX60" fmla="*/ 1311449 w 4008437"/>
              <a:gd name="connsiteY60" fmla="*/ 581747 h 6857999"/>
              <a:gd name="connsiteX61" fmla="*/ 1363213 w 4008437"/>
              <a:gd name="connsiteY61" fmla="*/ 507048 h 6857999"/>
              <a:gd name="connsiteX62" fmla="*/ 1344842 w 4008437"/>
              <a:gd name="connsiteY62" fmla="*/ 525419 h 6857999"/>
              <a:gd name="connsiteX63" fmla="*/ 1363213 w 4008437"/>
              <a:gd name="connsiteY63" fmla="*/ 543791 h 6857999"/>
              <a:gd name="connsiteX64" fmla="*/ 1381613 w 4008437"/>
              <a:gd name="connsiteY64" fmla="*/ 525419 h 6857999"/>
              <a:gd name="connsiteX65" fmla="*/ 1363213 w 4008437"/>
              <a:gd name="connsiteY65" fmla="*/ 507048 h 6857999"/>
              <a:gd name="connsiteX66" fmla="*/ 484889 w 4008437"/>
              <a:gd name="connsiteY66" fmla="*/ 506905 h 6857999"/>
              <a:gd name="connsiteX67" fmla="*/ 463051 w 4008437"/>
              <a:gd name="connsiteY67" fmla="*/ 510718 h 6857999"/>
              <a:gd name="connsiteX68" fmla="*/ 466055 w 4008437"/>
              <a:gd name="connsiteY68" fmla="*/ 539892 h 6857999"/>
              <a:gd name="connsiteX69" fmla="*/ 466055 w 4008437"/>
              <a:gd name="connsiteY69" fmla="*/ 725511 h 6857999"/>
              <a:gd name="connsiteX70" fmla="*/ 487344 w 4008437"/>
              <a:gd name="connsiteY70" fmla="*/ 721439 h 6857999"/>
              <a:gd name="connsiteX71" fmla="*/ 487344 w 4008437"/>
              <a:gd name="connsiteY71" fmla="*/ 634117 h 6857999"/>
              <a:gd name="connsiteX72" fmla="*/ 524722 w 4008437"/>
              <a:gd name="connsiteY72" fmla="*/ 649947 h 6857999"/>
              <a:gd name="connsiteX73" fmla="*/ 566779 w 4008437"/>
              <a:gd name="connsiteY73" fmla="*/ 625105 h 6857999"/>
              <a:gd name="connsiteX74" fmla="*/ 577698 w 4008437"/>
              <a:gd name="connsiteY74" fmla="*/ 578166 h 6857999"/>
              <a:gd name="connsiteX75" fmla="*/ 562677 w 4008437"/>
              <a:gd name="connsiteY75" fmla="*/ 524641 h 6857999"/>
              <a:gd name="connsiteX76" fmla="*/ 526368 w 4008437"/>
              <a:gd name="connsiteY76" fmla="*/ 507714 h 6857999"/>
              <a:gd name="connsiteX77" fmla="*/ 486246 w 4008437"/>
              <a:gd name="connsiteY77" fmla="*/ 527645 h 6857999"/>
              <a:gd name="connsiteX78" fmla="*/ 484889 w 4008437"/>
              <a:gd name="connsiteY78" fmla="*/ 506905 h 6857999"/>
              <a:gd name="connsiteX79" fmla="*/ 1006534 w 4008437"/>
              <a:gd name="connsiteY79" fmla="*/ 506904 h 6857999"/>
              <a:gd name="connsiteX80" fmla="*/ 984696 w 4008437"/>
              <a:gd name="connsiteY80" fmla="*/ 511497 h 6857999"/>
              <a:gd name="connsiteX81" fmla="*/ 1033570 w 4008437"/>
              <a:gd name="connsiteY81" fmla="*/ 647721 h 6857999"/>
              <a:gd name="connsiteX82" fmla="*/ 1054570 w 4008437"/>
              <a:gd name="connsiteY82" fmla="*/ 647721 h 6857999"/>
              <a:gd name="connsiteX83" fmla="*/ 1105669 w 4008437"/>
              <a:gd name="connsiteY83" fmla="*/ 510428 h 6857999"/>
              <a:gd name="connsiteX84" fmla="*/ 1082994 w 4008437"/>
              <a:gd name="connsiteY84" fmla="*/ 510428 h 6857999"/>
              <a:gd name="connsiteX85" fmla="*/ 1051855 w 4008437"/>
              <a:gd name="connsiteY85" fmla="*/ 600840 h 6857999"/>
              <a:gd name="connsiteX86" fmla="*/ 1045298 w 4008437"/>
              <a:gd name="connsiteY86" fmla="*/ 623717 h 6857999"/>
              <a:gd name="connsiteX87" fmla="*/ 1044749 w 4008437"/>
              <a:gd name="connsiteY87" fmla="*/ 623717 h 6857999"/>
              <a:gd name="connsiteX88" fmla="*/ 1038221 w 4008437"/>
              <a:gd name="connsiteY88" fmla="*/ 600522 h 6857999"/>
              <a:gd name="connsiteX89" fmla="*/ 674292 w 4008437"/>
              <a:gd name="connsiteY89" fmla="*/ 506356 h 6857999"/>
              <a:gd name="connsiteX90" fmla="*/ 636105 w 4008437"/>
              <a:gd name="connsiteY90" fmla="*/ 529002 h 6857999"/>
              <a:gd name="connsiteX91" fmla="*/ 631744 w 4008437"/>
              <a:gd name="connsiteY91" fmla="*/ 506876 h 6857999"/>
              <a:gd name="connsiteX92" fmla="*/ 610455 w 4008437"/>
              <a:gd name="connsiteY92" fmla="*/ 512624 h 6857999"/>
              <a:gd name="connsiteX93" fmla="*/ 615077 w 4008437"/>
              <a:gd name="connsiteY93" fmla="*/ 541539 h 6857999"/>
              <a:gd name="connsiteX94" fmla="*/ 615077 w 4008437"/>
              <a:gd name="connsiteY94" fmla="*/ 646394 h 6857999"/>
              <a:gd name="connsiteX95" fmla="*/ 636365 w 4008437"/>
              <a:gd name="connsiteY95" fmla="*/ 646394 h 6857999"/>
              <a:gd name="connsiteX96" fmla="*/ 636365 w 4008437"/>
              <a:gd name="connsiteY96" fmla="*/ 561239 h 6857999"/>
              <a:gd name="connsiteX97" fmla="*/ 644280 w 4008437"/>
              <a:gd name="connsiteY97" fmla="*/ 539690 h 6857999"/>
              <a:gd name="connsiteX98" fmla="*/ 666926 w 4008437"/>
              <a:gd name="connsiteY98" fmla="*/ 529840 h 6857999"/>
              <a:gd name="connsiteX99" fmla="*/ 672935 w 4008437"/>
              <a:gd name="connsiteY99" fmla="*/ 530938 h 6857999"/>
              <a:gd name="connsiteX100" fmla="*/ 681687 w 4008437"/>
              <a:gd name="connsiteY100" fmla="*/ 507714 h 6857999"/>
              <a:gd name="connsiteX101" fmla="*/ 674292 w 4008437"/>
              <a:gd name="connsiteY101" fmla="*/ 506356 h 6857999"/>
              <a:gd name="connsiteX102" fmla="*/ 752138 w 4008437"/>
              <a:gd name="connsiteY102" fmla="*/ 506355 h 6857999"/>
              <a:gd name="connsiteX103" fmla="*/ 694251 w 4008437"/>
              <a:gd name="connsiteY103" fmla="*/ 577617 h 6857999"/>
              <a:gd name="connsiteX104" fmla="*/ 752947 w 4008437"/>
              <a:gd name="connsiteY104" fmla="*/ 649945 h 6857999"/>
              <a:gd name="connsiteX105" fmla="*/ 811353 w 4008437"/>
              <a:gd name="connsiteY105" fmla="*/ 580592 h 6857999"/>
              <a:gd name="connsiteX106" fmla="*/ 798817 w 4008437"/>
              <a:gd name="connsiteY106" fmla="*/ 530129 h 6857999"/>
              <a:gd name="connsiteX107" fmla="*/ 752138 w 4008437"/>
              <a:gd name="connsiteY107" fmla="*/ 506355 h 6857999"/>
              <a:gd name="connsiteX108" fmla="*/ 1225111 w 4008437"/>
              <a:gd name="connsiteY108" fmla="*/ 466261 h 6857999"/>
              <a:gd name="connsiteX109" fmla="*/ 1204977 w 4008437"/>
              <a:gd name="connsiteY109" fmla="*/ 470421 h 6857999"/>
              <a:gd name="connsiteX110" fmla="*/ 1204977 w 4008437"/>
              <a:gd name="connsiteY110" fmla="*/ 510398 h 6857999"/>
              <a:gd name="connsiteX111" fmla="*/ 1186144 w 4008437"/>
              <a:gd name="connsiteY111" fmla="*/ 510398 h 6857999"/>
              <a:gd name="connsiteX112" fmla="*/ 1186144 w 4008437"/>
              <a:gd name="connsiteY112" fmla="*/ 526516 h 6857999"/>
              <a:gd name="connsiteX113" fmla="*/ 1203880 w 4008437"/>
              <a:gd name="connsiteY113" fmla="*/ 526516 h 6857999"/>
              <a:gd name="connsiteX114" fmla="*/ 1203880 w 4008437"/>
              <a:gd name="connsiteY114" fmla="*/ 619875 h 6857999"/>
              <a:gd name="connsiteX115" fmla="*/ 1216965 w 4008437"/>
              <a:gd name="connsiteY115" fmla="*/ 646883 h 6857999"/>
              <a:gd name="connsiteX116" fmla="*/ 1234730 w 4008437"/>
              <a:gd name="connsiteY116" fmla="*/ 650725 h 6857999"/>
              <a:gd name="connsiteX117" fmla="*/ 1258762 w 4008437"/>
              <a:gd name="connsiteY117" fmla="*/ 645236 h 6857999"/>
              <a:gd name="connsiteX118" fmla="*/ 1255758 w 4008437"/>
              <a:gd name="connsiteY118" fmla="*/ 631602 h 6857999"/>
              <a:gd name="connsiteX119" fmla="*/ 1242384 w 4008437"/>
              <a:gd name="connsiteY119" fmla="*/ 634375 h 6857999"/>
              <a:gd name="connsiteX120" fmla="*/ 1224909 w 4008437"/>
              <a:gd name="connsiteY120" fmla="*/ 614155 h 6857999"/>
              <a:gd name="connsiteX121" fmla="*/ 1224909 w 4008437"/>
              <a:gd name="connsiteY121" fmla="*/ 526516 h 6857999"/>
              <a:gd name="connsiteX122" fmla="*/ 1253303 w 4008437"/>
              <a:gd name="connsiteY122" fmla="*/ 526516 h 6857999"/>
              <a:gd name="connsiteX123" fmla="*/ 1259860 w 4008437"/>
              <a:gd name="connsiteY123" fmla="*/ 510398 h 6857999"/>
              <a:gd name="connsiteX124" fmla="*/ 1225111 w 4008437"/>
              <a:gd name="connsiteY124" fmla="*/ 510398 h 6857999"/>
              <a:gd name="connsiteX125" fmla="*/ 873486 w 4008437"/>
              <a:gd name="connsiteY125" fmla="*/ 466261 h 6857999"/>
              <a:gd name="connsiteX126" fmla="*/ 853352 w 4008437"/>
              <a:gd name="connsiteY126" fmla="*/ 470421 h 6857999"/>
              <a:gd name="connsiteX127" fmla="*/ 853352 w 4008437"/>
              <a:gd name="connsiteY127" fmla="*/ 510398 h 6857999"/>
              <a:gd name="connsiteX128" fmla="*/ 834490 w 4008437"/>
              <a:gd name="connsiteY128" fmla="*/ 510398 h 6857999"/>
              <a:gd name="connsiteX129" fmla="*/ 834490 w 4008437"/>
              <a:gd name="connsiteY129" fmla="*/ 526516 h 6857999"/>
              <a:gd name="connsiteX130" fmla="*/ 852226 w 4008437"/>
              <a:gd name="connsiteY130" fmla="*/ 526516 h 6857999"/>
              <a:gd name="connsiteX131" fmla="*/ 852226 w 4008437"/>
              <a:gd name="connsiteY131" fmla="*/ 619875 h 6857999"/>
              <a:gd name="connsiteX132" fmla="*/ 865340 w 4008437"/>
              <a:gd name="connsiteY132" fmla="*/ 646883 h 6857999"/>
              <a:gd name="connsiteX133" fmla="*/ 883076 w 4008437"/>
              <a:gd name="connsiteY133" fmla="*/ 650725 h 6857999"/>
              <a:gd name="connsiteX134" fmla="*/ 907108 w 4008437"/>
              <a:gd name="connsiteY134" fmla="*/ 645236 h 6857999"/>
              <a:gd name="connsiteX135" fmla="*/ 904075 w 4008437"/>
              <a:gd name="connsiteY135" fmla="*/ 631602 h 6857999"/>
              <a:gd name="connsiteX136" fmla="*/ 890701 w 4008437"/>
              <a:gd name="connsiteY136" fmla="*/ 634375 h 6857999"/>
              <a:gd name="connsiteX137" fmla="*/ 873226 w 4008437"/>
              <a:gd name="connsiteY137" fmla="*/ 614155 h 6857999"/>
              <a:gd name="connsiteX138" fmla="*/ 873226 w 4008437"/>
              <a:gd name="connsiteY138" fmla="*/ 526516 h 6857999"/>
              <a:gd name="connsiteX139" fmla="*/ 901620 w 4008437"/>
              <a:gd name="connsiteY139" fmla="*/ 526516 h 6857999"/>
              <a:gd name="connsiteX140" fmla="*/ 908177 w 4008437"/>
              <a:gd name="connsiteY140" fmla="*/ 510398 h 6857999"/>
              <a:gd name="connsiteX141" fmla="*/ 873486 w 4008437"/>
              <a:gd name="connsiteY141" fmla="*/ 510398 h 6857999"/>
              <a:gd name="connsiteX142" fmla="*/ 949514 w 4008437"/>
              <a:gd name="connsiteY142" fmla="*/ 453408 h 6857999"/>
              <a:gd name="connsiteX143" fmla="*/ 934522 w 4008437"/>
              <a:gd name="connsiteY143" fmla="*/ 468602 h 6857999"/>
              <a:gd name="connsiteX144" fmla="*/ 949514 w 4008437"/>
              <a:gd name="connsiteY144" fmla="*/ 483391 h 6857999"/>
              <a:gd name="connsiteX145" fmla="*/ 964476 w 4008437"/>
              <a:gd name="connsiteY145" fmla="*/ 468371 h 6857999"/>
              <a:gd name="connsiteX146" fmla="*/ 949514 w 4008437"/>
              <a:gd name="connsiteY146" fmla="*/ 453408 h 6857999"/>
              <a:gd name="connsiteX147" fmla="*/ 1144926 w 4008437"/>
              <a:gd name="connsiteY147" fmla="*/ 453408 h 6857999"/>
              <a:gd name="connsiteX148" fmla="*/ 1129934 w 4008437"/>
              <a:gd name="connsiteY148" fmla="*/ 468602 h 6857999"/>
              <a:gd name="connsiteX149" fmla="*/ 1144926 w 4008437"/>
              <a:gd name="connsiteY149" fmla="*/ 483391 h 6857999"/>
              <a:gd name="connsiteX150" fmla="*/ 1159916 w 4008437"/>
              <a:gd name="connsiteY150" fmla="*/ 468371 h 6857999"/>
              <a:gd name="connsiteX151" fmla="*/ 1144926 w 4008437"/>
              <a:gd name="connsiteY151" fmla="*/ 453408 h 6857999"/>
              <a:gd name="connsiteX152" fmla="*/ 1300791 w 4008437"/>
              <a:gd name="connsiteY152" fmla="*/ 453408 h 6857999"/>
              <a:gd name="connsiteX153" fmla="*/ 1285799 w 4008437"/>
              <a:gd name="connsiteY153" fmla="*/ 468602 h 6857999"/>
              <a:gd name="connsiteX154" fmla="*/ 1300791 w 4008437"/>
              <a:gd name="connsiteY154" fmla="*/ 483391 h 6857999"/>
              <a:gd name="connsiteX155" fmla="*/ 1315782 w 4008437"/>
              <a:gd name="connsiteY155" fmla="*/ 468371 h 6857999"/>
              <a:gd name="connsiteX156" fmla="*/ 1300791 w 4008437"/>
              <a:gd name="connsiteY156" fmla="*/ 453408 h 6857999"/>
              <a:gd name="connsiteX157" fmla="*/ 0 w 4008437"/>
              <a:gd name="connsiteY157" fmla="*/ 0 h 6857999"/>
              <a:gd name="connsiteX158" fmla="*/ 4008437 w 4008437"/>
              <a:gd name="connsiteY158" fmla="*/ 0 h 6857999"/>
              <a:gd name="connsiteX159" fmla="*/ 4008437 w 4008437"/>
              <a:gd name="connsiteY159" fmla="*/ 6857999 h 6857999"/>
              <a:gd name="connsiteX160" fmla="*/ 0 w 4008437"/>
              <a:gd name="connsiteY160"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Lst>
            <a:rect l="l" t="t" r="r" b="b"/>
            <a:pathLst>
              <a:path w="4008437" h="6857999">
                <a:moveTo>
                  <a:pt x="523624" y="526807"/>
                </a:moveTo>
                <a:cubicBezTo>
                  <a:pt x="534543" y="526807"/>
                  <a:pt x="544393" y="532527"/>
                  <a:pt x="548726" y="541828"/>
                </a:cubicBezTo>
                <a:cubicBezTo>
                  <a:pt x="552568" y="550002"/>
                  <a:pt x="555023" y="564474"/>
                  <a:pt x="555023" y="580852"/>
                </a:cubicBezTo>
                <a:cubicBezTo>
                  <a:pt x="555023" y="596133"/>
                  <a:pt x="553376" y="606532"/>
                  <a:pt x="549275" y="615255"/>
                </a:cubicBezTo>
                <a:cubicBezTo>
                  <a:pt x="544653" y="625394"/>
                  <a:pt x="533185" y="632182"/>
                  <a:pt x="520620" y="632182"/>
                </a:cubicBezTo>
                <a:cubicBezTo>
                  <a:pt x="509181" y="632182"/>
                  <a:pt x="497425" y="625914"/>
                  <a:pt x="487344" y="614417"/>
                </a:cubicBezTo>
                <a:lnTo>
                  <a:pt x="487344" y="545929"/>
                </a:lnTo>
                <a:cubicBezTo>
                  <a:pt x="497714" y="533335"/>
                  <a:pt x="509990" y="526807"/>
                  <a:pt x="523624" y="526807"/>
                </a:cubicBezTo>
                <a:close/>
                <a:moveTo>
                  <a:pt x="751878" y="523803"/>
                </a:moveTo>
                <a:cubicBezTo>
                  <a:pt x="763057" y="523803"/>
                  <a:pt x="775044" y="529290"/>
                  <a:pt x="780763" y="541279"/>
                </a:cubicBezTo>
                <a:cubicBezTo>
                  <a:pt x="785154" y="550291"/>
                  <a:pt x="787060" y="563174"/>
                  <a:pt x="787060" y="582210"/>
                </a:cubicBezTo>
                <a:cubicBezTo>
                  <a:pt x="787060" y="595640"/>
                  <a:pt x="785963" y="603267"/>
                  <a:pt x="782988" y="611760"/>
                </a:cubicBezTo>
                <a:cubicBezTo>
                  <a:pt x="778337" y="624816"/>
                  <a:pt x="767707" y="632182"/>
                  <a:pt x="753495" y="632182"/>
                </a:cubicBezTo>
                <a:cubicBezTo>
                  <a:pt x="741768" y="632182"/>
                  <a:pt x="730849" y="626751"/>
                  <a:pt x="725939" y="618548"/>
                </a:cubicBezTo>
                <a:cubicBezTo>
                  <a:pt x="720768" y="610083"/>
                  <a:pt x="717475" y="593156"/>
                  <a:pt x="717475" y="574034"/>
                </a:cubicBezTo>
                <a:cubicBezTo>
                  <a:pt x="717475" y="557888"/>
                  <a:pt x="719670" y="547027"/>
                  <a:pt x="724032" y="538562"/>
                </a:cubicBezTo>
                <a:cubicBezTo>
                  <a:pt x="728654" y="529522"/>
                  <a:pt x="739861" y="523803"/>
                  <a:pt x="751878" y="523803"/>
                </a:cubicBezTo>
                <a:close/>
                <a:moveTo>
                  <a:pt x="1360411" y="517418"/>
                </a:moveTo>
                <a:lnTo>
                  <a:pt x="1362520" y="517418"/>
                </a:lnTo>
                <a:cubicBezTo>
                  <a:pt x="1363589" y="517418"/>
                  <a:pt x="1364455" y="517562"/>
                  <a:pt x="1365033" y="517822"/>
                </a:cubicBezTo>
                <a:cubicBezTo>
                  <a:pt x="1366131" y="518256"/>
                  <a:pt x="1366940" y="519382"/>
                  <a:pt x="1366940" y="520826"/>
                </a:cubicBezTo>
                <a:cubicBezTo>
                  <a:pt x="1366940" y="522040"/>
                  <a:pt x="1366535" y="522993"/>
                  <a:pt x="1365957" y="523599"/>
                </a:cubicBezTo>
                <a:cubicBezTo>
                  <a:pt x="1365235" y="524235"/>
                  <a:pt x="1364224" y="524553"/>
                  <a:pt x="1362405" y="524553"/>
                </a:cubicBezTo>
                <a:lnTo>
                  <a:pt x="1360411" y="524553"/>
                </a:lnTo>
                <a:close/>
                <a:moveTo>
                  <a:pt x="1357523" y="515049"/>
                </a:moveTo>
                <a:lnTo>
                  <a:pt x="1357523" y="535500"/>
                </a:lnTo>
                <a:lnTo>
                  <a:pt x="1360382" y="535500"/>
                </a:lnTo>
                <a:lnTo>
                  <a:pt x="1360382" y="526459"/>
                </a:lnTo>
                <a:cubicBezTo>
                  <a:pt x="1361220" y="526517"/>
                  <a:pt x="1361653" y="526806"/>
                  <a:pt x="1362202" y="527412"/>
                </a:cubicBezTo>
                <a:cubicBezTo>
                  <a:pt x="1363675" y="529030"/>
                  <a:pt x="1364195" y="529897"/>
                  <a:pt x="1365755" y="532496"/>
                </a:cubicBezTo>
                <a:cubicBezTo>
                  <a:pt x="1366564" y="533883"/>
                  <a:pt x="1366853" y="534374"/>
                  <a:pt x="1367431" y="535500"/>
                </a:cubicBezTo>
                <a:lnTo>
                  <a:pt x="1370926" y="535500"/>
                </a:lnTo>
                <a:cubicBezTo>
                  <a:pt x="1370521" y="534865"/>
                  <a:pt x="1368846" y="532178"/>
                  <a:pt x="1367979" y="530792"/>
                </a:cubicBezTo>
                <a:cubicBezTo>
                  <a:pt x="1367286" y="529694"/>
                  <a:pt x="1366680" y="528828"/>
                  <a:pt x="1366217" y="528250"/>
                </a:cubicBezTo>
                <a:cubicBezTo>
                  <a:pt x="1365900" y="527759"/>
                  <a:pt x="1365380" y="527124"/>
                  <a:pt x="1364455" y="526401"/>
                </a:cubicBezTo>
                <a:cubicBezTo>
                  <a:pt x="1367864" y="526488"/>
                  <a:pt x="1369944" y="523917"/>
                  <a:pt x="1369944" y="520740"/>
                </a:cubicBezTo>
                <a:cubicBezTo>
                  <a:pt x="1369944" y="518776"/>
                  <a:pt x="1369077" y="517389"/>
                  <a:pt x="1368124" y="516551"/>
                </a:cubicBezTo>
                <a:cubicBezTo>
                  <a:pt x="1367113" y="515598"/>
                  <a:pt x="1365697" y="515049"/>
                  <a:pt x="1363271" y="515049"/>
                </a:cubicBezTo>
                <a:close/>
                <a:moveTo>
                  <a:pt x="1363213" y="509705"/>
                </a:moveTo>
                <a:cubicBezTo>
                  <a:pt x="1371590" y="509705"/>
                  <a:pt x="1378320" y="516522"/>
                  <a:pt x="1378320" y="525419"/>
                </a:cubicBezTo>
                <a:cubicBezTo>
                  <a:pt x="1378320" y="534287"/>
                  <a:pt x="1371590" y="541133"/>
                  <a:pt x="1363213" y="541133"/>
                </a:cubicBezTo>
                <a:cubicBezTo>
                  <a:pt x="1354779" y="541133"/>
                  <a:pt x="1348106" y="534316"/>
                  <a:pt x="1348106" y="525419"/>
                </a:cubicBezTo>
                <a:cubicBezTo>
                  <a:pt x="1348106" y="516522"/>
                  <a:pt x="1354779" y="509705"/>
                  <a:pt x="1363213" y="509705"/>
                </a:cubicBezTo>
                <a:close/>
                <a:moveTo>
                  <a:pt x="1155583" y="507453"/>
                </a:moveTo>
                <a:lnTo>
                  <a:pt x="1133487" y="510948"/>
                </a:lnTo>
                <a:lnTo>
                  <a:pt x="1133487" y="568026"/>
                </a:lnTo>
                <a:lnTo>
                  <a:pt x="1133487" y="646364"/>
                </a:lnTo>
                <a:lnTo>
                  <a:pt x="1155583" y="646364"/>
                </a:lnTo>
                <a:lnTo>
                  <a:pt x="1155583" y="543820"/>
                </a:lnTo>
                <a:close/>
                <a:moveTo>
                  <a:pt x="960115" y="507453"/>
                </a:moveTo>
                <a:lnTo>
                  <a:pt x="938046" y="510948"/>
                </a:lnTo>
                <a:lnTo>
                  <a:pt x="938046" y="570193"/>
                </a:lnTo>
                <a:lnTo>
                  <a:pt x="938046" y="646364"/>
                </a:lnTo>
                <a:lnTo>
                  <a:pt x="960115" y="646364"/>
                </a:lnTo>
                <a:lnTo>
                  <a:pt x="960115" y="585358"/>
                </a:lnTo>
                <a:close/>
                <a:moveTo>
                  <a:pt x="1311449" y="507453"/>
                </a:moveTo>
                <a:lnTo>
                  <a:pt x="1289323" y="510948"/>
                </a:lnTo>
                <a:lnTo>
                  <a:pt x="1289323" y="568026"/>
                </a:lnTo>
                <a:lnTo>
                  <a:pt x="1289323" y="646364"/>
                </a:lnTo>
                <a:lnTo>
                  <a:pt x="1311449" y="646364"/>
                </a:lnTo>
                <a:lnTo>
                  <a:pt x="1311449" y="581747"/>
                </a:lnTo>
                <a:close/>
                <a:moveTo>
                  <a:pt x="1363213" y="507048"/>
                </a:moveTo>
                <a:cubicBezTo>
                  <a:pt x="1353190" y="507048"/>
                  <a:pt x="1344842" y="514934"/>
                  <a:pt x="1344842" y="525419"/>
                </a:cubicBezTo>
                <a:cubicBezTo>
                  <a:pt x="1344842" y="535876"/>
                  <a:pt x="1353190" y="543791"/>
                  <a:pt x="1363213" y="543791"/>
                </a:cubicBezTo>
                <a:cubicBezTo>
                  <a:pt x="1373208" y="543791"/>
                  <a:pt x="1381613" y="535876"/>
                  <a:pt x="1381613" y="525419"/>
                </a:cubicBezTo>
                <a:cubicBezTo>
                  <a:pt x="1381613" y="514934"/>
                  <a:pt x="1373208" y="507048"/>
                  <a:pt x="1363213" y="507048"/>
                </a:cubicBezTo>
                <a:close/>
                <a:moveTo>
                  <a:pt x="484889" y="506905"/>
                </a:moveTo>
                <a:lnTo>
                  <a:pt x="463051" y="510718"/>
                </a:lnTo>
                <a:cubicBezTo>
                  <a:pt x="463051" y="510718"/>
                  <a:pt x="466084" y="519153"/>
                  <a:pt x="466055" y="539892"/>
                </a:cubicBezTo>
                <a:lnTo>
                  <a:pt x="466055" y="725511"/>
                </a:lnTo>
                <a:lnTo>
                  <a:pt x="487344" y="721439"/>
                </a:lnTo>
                <a:lnTo>
                  <a:pt x="487344" y="634117"/>
                </a:lnTo>
                <a:cubicBezTo>
                  <a:pt x="496876" y="643967"/>
                  <a:pt x="510799" y="649947"/>
                  <a:pt x="524722" y="649947"/>
                </a:cubicBezTo>
                <a:cubicBezTo>
                  <a:pt x="542458" y="649947"/>
                  <a:pt x="556929" y="640905"/>
                  <a:pt x="566779" y="625105"/>
                </a:cubicBezTo>
                <a:cubicBezTo>
                  <a:pt x="574434" y="612511"/>
                  <a:pt x="577698" y="599974"/>
                  <a:pt x="577698" y="578166"/>
                </a:cubicBezTo>
                <a:cubicBezTo>
                  <a:pt x="577698" y="553902"/>
                  <a:pt x="572787" y="537206"/>
                  <a:pt x="562677" y="524641"/>
                </a:cubicBezTo>
                <a:cubicBezTo>
                  <a:pt x="553954" y="513722"/>
                  <a:pt x="540291" y="507714"/>
                  <a:pt x="526368" y="507714"/>
                </a:cubicBezTo>
                <a:cubicBezTo>
                  <a:pt x="511377" y="507714"/>
                  <a:pt x="497425" y="514589"/>
                  <a:pt x="486246" y="527645"/>
                </a:cubicBezTo>
                <a:cubicBezTo>
                  <a:pt x="486246" y="512653"/>
                  <a:pt x="484889" y="506905"/>
                  <a:pt x="484889" y="506905"/>
                </a:cubicBezTo>
                <a:close/>
                <a:moveTo>
                  <a:pt x="1006534" y="506904"/>
                </a:moveTo>
                <a:lnTo>
                  <a:pt x="984696" y="511497"/>
                </a:lnTo>
                <a:lnTo>
                  <a:pt x="1033570" y="647721"/>
                </a:lnTo>
                <a:lnTo>
                  <a:pt x="1054570" y="647721"/>
                </a:lnTo>
                <a:lnTo>
                  <a:pt x="1105669" y="510428"/>
                </a:lnTo>
                <a:lnTo>
                  <a:pt x="1082994" y="510428"/>
                </a:lnTo>
                <a:lnTo>
                  <a:pt x="1051855" y="600840"/>
                </a:lnTo>
                <a:cubicBezTo>
                  <a:pt x="1047493" y="613059"/>
                  <a:pt x="1045298" y="623717"/>
                  <a:pt x="1045298" y="623717"/>
                </a:cubicBezTo>
                <a:lnTo>
                  <a:pt x="1044749" y="623717"/>
                </a:lnTo>
                <a:cubicBezTo>
                  <a:pt x="1044749" y="623717"/>
                  <a:pt x="1042034" y="611730"/>
                  <a:pt x="1038221" y="600522"/>
                </a:cubicBezTo>
                <a:close/>
                <a:moveTo>
                  <a:pt x="674292" y="506356"/>
                </a:moveTo>
                <a:cubicBezTo>
                  <a:pt x="660398" y="506356"/>
                  <a:pt x="645927" y="515079"/>
                  <a:pt x="636105" y="529002"/>
                </a:cubicBezTo>
                <a:cubicBezTo>
                  <a:pt x="636943" y="517506"/>
                  <a:pt x="631744" y="506876"/>
                  <a:pt x="631744" y="506876"/>
                </a:cubicBezTo>
                <a:lnTo>
                  <a:pt x="610455" y="512624"/>
                </a:lnTo>
                <a:cubicBezTo>
                  <a:pt x="610455" y="512624"/>
                  <a:pt x="615077" y="521665"/>
                  <a:pt x="615077" y="541539"/>
                </a:cubicBezTo>
                <a:lnTo>
                  <a:pt x="615077" y="646394"/>
                </a:lnTo>
                <a:lnTo>
                  <a:pt x="636365" y="646394"/>
                </a:lnTo>
                <a:lnTo>
                  <a:pt x="636365" y="561239"/>
                </a:lnTo>
                <a:cubicBezTo>
                  <a:pt x="636365" y="550031"/>
                  <a:pt x="637983" y="545958"/>
                  <a:pt x="644280" y="539690"/>
                </a:cubicBezTo>
                <a:cubicBezTo>
                  <a:pt x="650548" y="533335"/>
                  <a:pt x="658752" y="529840"/>
                  <a:pt x="666926" y="529840"/>
                </a:cubicBezTo>
                <a:cubicBezTo>
                  <a:pt x="669122" y="529840"/>
                  <a:pt x="671577" y="530389"/>
                  <a:pt x="672935" y="530938"/>
                </a:cubicBezTo>
                <a:lnTo>
                  <a:pt x="681687" y="507714"/>
                </a:lnTo>
                <a:cubicBezTo>
                  <a:pt x="681687" y="507714"/>
                  <a:pt x="677845" y="506356"/>
                  <a:pt x="674292" y="506356"/>
                </a:cubicBezTo>
                <a:close/>
                <a:moveTo>
                  <a:pt x="752138" y="506355"/>
                </a:moveTo>
                <a:cubicBezTo>
                  <a:pt x="716377" y="506355"/>
                  <a:pt x="694251" y="533335"/>
                  <a:pt x="694251" y="577617"/>
                </a:cubicBezTo>
                <a:cubicBezTo>
                  <a:pt x="694251" y="622361"/>
                  <a:pt x="715540" y="649945"/>
                  <a:pt x="752947" y="649945"/>
                </a:cubicBezTo>
                <a:cubicBezTo>
                  <a:pt x="787060" y="649945"/>
                  <a:pt x="811353" y="625942"/>
                  <a:pt x="811353" y="580592"/>
                </a:cubicBezTo>
                <a:cubicBezTo>
                  <a:pt x="811353" y="558495"/>
                  <a:pt x="807280" y="542347"/>
                  <a:pt x="798817" y="530129"/>
                </a:cubicBezTo>
                <a:cubicBezTo>
                  <a:pt x="789516" y="516697"/>
                  <a:pt x="774784" y="506355"/>
                  <a:pt x="752138" y="506355"/>
                </a:cubicBezTo>
                <a:close/>
                <a:moveTo>
                  <a:pt x="1225111" y="466261"/>
                </a:moveTo>
                <a:lnTo>
                  <a:pt x="1204977" y="470421"/>
                </a:lnTo>
                <a:lnTo>
                  <a:pt x="1204977" y="510398"/>
                </a:lnTo>
                <a:lnTo>
                  <a:pt x="1186144" y="510398"/>
                </a:lnTo>
                <a:lnTo>
                  <a:pt x="1186144" y="526516"/>
                </a:lnTo>
                <a:lnTo>
                  <a:pt x="1203880" y="526516"/>
                </a:lnTo>
                <a:lnTo>
                  <a:pt x="1203880" y="619875"/>
                </a:lnTo>
                <a:cubicBezTo>
                  <a:pt x="1203880" y="633538"/>
                  <a:pt x="1207433" y="642261"/>
                  <a:pt x="1216965" y="646883"/>
                </a:cubicBezTo>
                <a:cubicBezTo>
                  <a:pt x="1222164" y="649338"/>
                  <a:pt x="1227624" y="650725"/>
                  <a:pt x="1234730" y="650725"/>
                </a:cubicBezTo>
                <a:cubicBezTo>
                  <a:pt x="1244262" y="650725"/>
                  <a:pt x="1251917" y="648789"/>
                  <a:pt x="1258762" y="645236"/>
                </a:cubicBezTo>
                <a:lnTo>
                  <a:pt x="1255758" y="631602"/>
                </a:lnTo>
                <a:cubicBezTo>
                  <a:pt x="1251917" y="633567"/>
                  <a:pt x="1248393" y="634375"/>
                  <a:pt x="1242384" y="634375"/>
                </a:cubicBezTo>
                <a:cubicBezTo>
                  <a:pt x="1229010" y="634375"/>
                  <a:pt x="1224909" y="629147"/>
                  <a:pt x="1224909" y="614155"/>
                </a:cubicBezTo>
                <a:lnTo>
                  <a:pt x="1224909" y="526516"/>
                </a:lnTo>
                <a:lnTo>
                  <a:pt x="1253303" y="526516"/>
                </a:lnTo>
                <a:lnTo>
                  <a:pt x="1259860" y="510398"/>
                </a:lnTo>
                <a:lnTo>
                  <a:pt x="1225111" y="510398"/>
                </a:lnTo>
                <a:close/>
                <a:moveTo>
                  <a:pt x="873486" y="466261"/>
                </a:moveTo>
                <a:lnTo>
                  <a:pt x="853352" y="470421"/>
                </a:lnTo>
                <a:lnTo>
                  <a:pt x="853352" y="510398"/>
                </a:lnTo>
                <a:lnTo>
                  <a:pt x="834490" y="510398"/>
                </a:lnTo>
                <a:lnTo>
                  <a:pt x="834490" y="526516"/>
                </a:lnTo>
                <a:lnTo>
                  <a:pt x="852226" y="526516"/>
                </a:lnTo>
                <a:lnTo>
                  <a:pt x="852226" y="619875"/>
                </a:lnTo>
                <a:cubicBezTo>
                  <a:pt x="852226" y="633538"/>
                  <a:pt x="855779" y="642261"/>
                  <a:pt x="865340" y="646883"/>
                </a:cubicBezTo>
                <a:cubicBezTo>
                  <a:pt x="870539" y="649338"/>
                  <a:pt x="875970" y="650725"/>
                  <a:pt x="883076" y="650725"/>
                </a:cubicBezTo>
                <a:cubicBezTo>
                  <a:pt x="892608" y="650725"/>
                  <a:pt x="900263" y="648789"/>
                  <a:pt x="907108" y="645236"/>
                </a:cubicBezTo>
                <a:lnTo>
                  <a:pt x="904075" y="631602"/>
                </a:lnTo>
                <a:cubicBezTo>
                  <a:pt x="900263" y="633567"/>
                  <a:pt x="896681" y="634375"/>
                  <a:pt x="890701" y="634375"/>
                </a:cubicBezTo>
                <a:cubicBezTo>
                  <a:pt x="877299" y="634375"/>
                  <a:pt x="873226" y="629147"/>
                  <a:pt x="873226" y="614155"/>
                </a:cubicBezTo>
                <a:lnTo>
                  <a:pt x="873226" y="526516"/>
                </a:lnTo>
                <a:lnTo>
                  <a:pt x="901620" y="526516"/>
                </a:lnTo>
                <a:lnTo>
                  <a:pt x="908177" y="510398"/>
                </a:lnTo>
                <a:lnTo>
                  <a:pt x="873486" y="510398"/>
                </a:lnTo>
                <a:close/>
                <a:moveTo>
                  <a:pt x="949514" y="453408"/>
                </a:moveTo>
                <a:cubicBezTo>
                  <a:pt x="941137" y="453408"/>
                  <a:pt x="934493" y="460225"/>
                  <a:pt x="934522" y="468602"/>
                </a:cubicBezTo>
                <a:cubicBezTo>
                  <a:pt x="934522" y="476748"/>
                  <a:pt x="941166" y="483391"/>
                  <a:pt x="949514" y="483391"/>
                </a:cubicBezTo>
                <a:cubicBezTo>
                  <a:pt x="957862" y="483391"/>
                  <a:pt x="964476" y="476748"/>
                  <a:pt x="964476" y="468371"/>
                </a:cubicBezTo>
                <a:cubicBezTo>
                  <a:pt x="964476" y="460023"/>
                  <a:pt x="957862" y="453408"/>
                  <a:pt x="949514" y="453408"/>
                </a:cubicBezTo>
                <a:close/>
                <a:moveTo>
                  <a:pt x="1144926" y="453408"/>
                </a:moveTo>
                <a:cubicBezTo>
                  <a:pt x="1136607" y="453408"/>
                  <a:pt x="1129934" y="460225"/>
                  <a:pt x="1129934" y="468602"/>
                </a:cubicBezTo>
                <a:cubicBezTo>
                  <a:pt x="1129934" y="476748"/>
                  <a:pt x="1136607" y="483391"/>
                  <a:pt x="1144926" y="483391"/>
                </a:cubicBezTo>
                <a:cubicBezTo>
                  <a:pt x="1153301" y="483391"/>
                  <a:pt x="1159916" y="476748"/>
                  <a:pt x="1159916" y="468371"/>
                </a:cubicBezTo>
                <a:cubicBezTo>
                  <a:pt x="1159916" y="460023"/>
                  <a:pt x="1153301" y="453408"/>
                  <a:pt x="1144926" y="453408"/>
                </a:cubicBezTo>
                <a:close/>
                <a:moveTo>
                  <a:pt x="1300791" y="453408"/>
                </a:moveTo>
                <a:cubicBezTo>
                  <a:pt x="1292444" y="453408"/>
                  <a:pt x="1285828" y="460225"/>
                  <a:pt x="1285799" y="468602"/>
                </a:cubicBezTo>
                <a:cubicBezTo>
                  <a:pt x="1285799" y="476748"/>
                  <a:pt x="1292444" y="483391"/>
                  <a:pt x="1300791" y="483391"/>
                </a:cubicBezTo>
                <a:cubicBezTo>
                  <a:pt x="1309168" y="483391"/>
                  <a:pt x="1315782" y="476748"/>
                  <a:pt x="1315782" y="468371"/>
                </a:cubicBezTo>
                <a:cubicBezTo>
                  <a:pt x="1315782" y="460023"/>
                  <a:pt x="1309168" y="453408"/>
                  <a:pt x="1300791" y="453408"/>
                </a:cubicBezTo>
                <a:close/>
                <a:moveTo>
                  <a:pt x="0" y="0"/>
                </a:moveTo>
                <a:lnTo>
                  <a:pt x="4008437" y="0"/>
                </a:lnTo>
                <a:lnTo>
                  <a:pt x="4008437" y="6857999"/>
                </a:lnTo>
                <a:lnTo>
                  <a:pt x="0" y="6857999"/>
                </a:lnTo>
                <a:close/>
              </a:path>
            </a:pathLst>
          </a:custGeom>
          <a:solidFill>
            <a:schemeClr val="bg2"/>
          </a:solidFill>
        </p:spPr>
        <p:txBody>
          <a:bodyPr wrap="square">
            <a:noAutofit/>
          </a:bodyPr>
          <a:lstStyle>
            <a:lvl1pPr>
              <a:defRPr sz="1400"/>
            </a:lvl1pPr>
          </a:lstStyle>
          <a:p>
            <a:r>
              <a:rPr lang="en-US"/>
              <a:t>Click icon to add picture</a:t>
            </a:r>
            <a:endParaRPr lang="de-DE"/>
          </a:p>
        </p:txBody>
      </p:sp>
      <p:sp>
        <p:nvSpPr>
          <p:cNvPr id="11" name="Textplatzhalter 7">
            <a:extLst>
              <a:ext uri="{FF2B5EF4-FFF2-40B4-BE49-F238E27FC236}">
                <a16:creationId xmlns:a16="http://schemas.microsoft.com/office/drawing/2014/main" id="{71149BDB-E223-B841-F89A-49FE368CBA2E}"/>
              </a:ext>
            </a:extLst>
          </p:cNvPr>
          <p:cNvSpPr>
            <a:spLocks noGrp="1"/>
          </p:cNvSpPr>
          <p:nvPr>
            <p:ph type="body" sz="quarter" idx="21" hasCustomPrompt="1"/>
          </p:nvPr>
        </p:nvSpPr>
        <p:spPr>
          <a:xfrm>
            <a:off x="4584526" y="1457326"/>
            <a:ext cx="6334300" cy="5015580"/>
          </a:xfrm>
        </p:spPr>
        <p:txBody>
          <a:bodyPr/>
          <a:lstStyle>
            <a:lvl1pPr marL="342900" indent="-342900">
              <a:buClr>
                <a:schemeClr val="tx1"/>
              </a:buClr>
              <a:buFont typeface="+mj-lt"/>
              <a:buAutoNum type="arabicPeriod"/>
              <a:tabLst>
                <a:tab pos="5864225" algn="l"/>
              </a:tabLst>
              <a:defRPr sz="1400"/>
            </a:lvl1pPr>
            <a:lvl2pPr marL="561975" indent="-225425">
              <a:lnSpc>
                <a:spcPct val="114000"/>
              </a:lnSpc>
              <a:spcBef>
                <a:spcPts val="0"/>
              </a:spcBef>
              <a:buClr>
                <a:schemeClr val="accent4"/>
              </a:buClr>
              <a:buFont typeface="Merriweather Light" panose="02060503050406030704" pitchFamily="18" charset="0"/>
              <a:buChar char="→"/>
              <a:defRPr sz="1000">
                <a:latin typeface="+mn-lt"/>
              </a:defRPr>
            </a:lvl2pPr>
            <a:lvl3pPr>
              <a:lnSpc>
                <a:spcPct val="115000"/>
              </a:lnSpc>
              <a:defRPr sz="850"/>
            </a:lvl3pPr>
            <a:lvl4pPr marL="357188" indent="225425">
              <a:lnSpc>
                <a:spcPct val="115000"/>
              </a:lnSpc>
              <a:tabLst/>
              <a:defRPr sz="1000"/>
            </a:lvl4pPr>
            <a:lvl5pPr marL="357188" indent="0">
              <a:lnSpc>
                <a:spcPct val="115000"/>
              </a:lnSpc>
              <a:buNone/>
              <a:tabLst/>
              <a:defRPr sz="850"/>
            </a:lvl5pPr>
          </a:lstStyle>
          <a:p>
            <a:pPr lvl="0"/>
            <a:r>
              <a:rPr lang="de-DE" noProof="0"/>
              <a:t>Text hinzufügen	 xx-xx</a:t>
            </a:r>
          </a:p>
          <a:p>
            <a:pPr lvl="1"/>
            <a:r>
              <a:rPr lang="de-DE" noProof="0"/>
              <a:t>Zweite Ebene</a:t>
            </a:r>
          </a:p>
        </p:txBody>
      </p:sp>
      <p:sp>
        <p:nvSpPr>
          <p:cNvPr id="4" name="Fußzeilenplatzhalter 5">
            <a:extLst>
              <a:ext uri="{FF2B5EF4-FFF2-40B4-BE49-F238E27FC236}">
                <a16:creationId xmlns:a16="http://schemas.microsoft.com/office/drawing/2014/main" id="{26957958-990B-4CAB-D521-B7976C886373}"/>
              </a:ext>
            </a:extLst>
          </p:cNvPr>
          <p:cNvSpPr>
            <a:spLocks noGrp="1"/>
          </p:cNvSpPr>
          <p:nvPr>
            <p:ph type="ftr" sz="quarter" idx="3"/>
          </p:nvPr>
        </p:nvSpPr>
        <p:spPr>
          <a:xfrm rot="16200000">
            <a:off x="9687412" y="3627858"/>
            <a:ext cx="4114800" cy="180000"/>
          </a:xfrm>
          <a:prstGeom prst="rect">
            <a:avLst/>
          </a:prstGeom>
        </p:spPr>
        <p:txBody>
          <a:bodyPr vert="horz" lIns="0" tIns="0" rIns="0" bIns="0" rtlCol="0" anchor="b"/>
          <a:lstStyle>
            <a:lvl1pPr algn="l">
              <a:defRPr sz="800" cap="all" spc="50" baseline="0">
                <a:solidFill>
                  <a:schemeClr val="accent3"/>
                </a:solidFill>
                <a:latin typeface="Merriweather" panose="00000500000000000000" pitchFamily="2" charset="0"/>
              </a:defRPr>
            </a:lvl1pPr>
          </a:lstStyle>
          <a:p>
            <a:r>
              <a:rPr lang="de-DE"/>
              <a:t>Corporate Presentation</a:t>
            </a:r>
          </a:p>
        </p:txBody>
      </p:sp>
      <p:sp>
        <p:nvSpPr>
          <p:cNvPr id="6" name="Titel 3">
            <a:extLst>
              <a:ext uri="{FF2B5EF4-FFF2-40B4-BE49-F238E27FC236}">
                <a16:creationId xmlns:a16="http://schemas.microsoft.com/office/drawing/2014/main" id="{5B8C960C-5D9B-7268-EA5F-37A86390B4A7}"/>
              </a:ext>
            </a:extLst>
          </p:cNvPr>
          <p:cNvSpPr>
            <a:spLocks noGrp="1"/>
          </p:cNvSpPr>
          <p:nvPr>
            <p:ph type="title" hasCustomPrompt="1"/>
          </p:nvPr>
        </p:nvSpPr>
        <p:spPr>
          <a:xfrm>
            <a:off x="4180114" y="410400"/>
            <a:ext cx="6738485" cy="374400"/>
          </a:xfrm>
          <a:prstGeom prst="rect">
            <a:avLst/>
          </a:prstGeom>
        </p:spPr>
        <p:txBody>
          <a:bodyPr/>
          <a:lstStyle>
            <a:lvl1pPr>
              <a:defRPr>
                <a:latin typeface="+mj-lt"/>
              </a:defRPr>
            </a:lvl1pPr>
          </a:lstStyle>
          <a:p>
            <a:r>
              <a:rPr lang="de-DE"/>
              <a:t>Titel hinzufügen</a:t>
            </a:r>
          </a:p>
        </p:txBody>
      </p:sp>
    </p:spTree>
    <p:extLst>
      <p:ext uri="{BB962C8B-B14F-4D97-AF65-F5344CB8AC3E}">
        <p14:creationId xmlns:p14="http://schemas.microsoft.com/office/powerpoint/2010/main" val="2517823423"/>
      </p:ext>
    </p:extLst>
  </p:cSld>
  <p:clrMapOvr>
    <a:masterClrMapping/>
  </p:clrMapOvr>
  <p:extLst>
    <p:ext uri="{DCECCB84-F9BA-43D5-87BE-67443E8EF086}">
      <p15:sldGuideLst xmlns:p15="http://schemas.microsoft.com/office/powerpoint/2012/main">
        <p15:guide id="1" pos="2525">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8-credentials">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BB0F46BE-FCF3-420B-12A7-61268FCAC53A}"/>
              </a:ext>
            </a:extLst>
          </p:cNvPr>
          <p:cNvSpPr/>
          <p:nvPr userDrawn="1"/>
        </p:nvSpPr>
        <p:spPr>
          <a:xfrm>
            <a:off x="279083" y="213132"/>
            <a:ext cx="1271081" cy="5693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latin typeface="Barlow Condensed Light" panose="00000406000000000000" pitchFamily="2" charset="0"/>
            </a:endParaRPr>
          </a:p>
        </p:txBody>
      </p:sp>
      <p:sp>
        <p:nvSpPr>
          <p:cNvPr id="12" name="Bildplatzhalter 11">
            <a:extLst>
              <a:ext uri="{FF2B5EF4-FFF2-40B4-BE49-F238E27FC236}">
                <a16:creationId xmlns:a16="http://schemas.microsoft.com/office/drawing/2014/main" id="{DA79BC4A-80C5-A4D9-484B-C10FCC95D8A2}"/>
              </a:ext>
            </a:extLst>
          </p:cNvPr>
          <p:cNvSpPr>
            <a:spLocks noGrp="1"/>
          </p:cNvSpPr>
          <p:nvPr>
            <p:ph type="pic" sz="quarter" idx="19"/>
          </p:nvPr>
        </p:nvSpPr>
        <p:spPr>
          <a:xfrm>
            <a:off x="1" y="2"/>
            <a:ext cx="2960194" cy="6857999"/>
          </a:xfrm>
          <a:custGeom>
            <a:avLst/>
            <a:gdLst>
              <a:gd name="connsiteX0" fmla="*/ 523624 w 2960194"/>
              <a:gd name="connsiteY0" fmla="*/ 526807 h 6857999"/>
              <a:gd name="connsiteX1" fmla="*/ 548726 w 2960194"/>
              <a:gd name="connsiteY1" fmla="*/ 541828 h 6857999"/>
              <a:gd name="connsiteX2" fmla="*/ 555023 w 2960194"/>
              <a:gd name="connsiteY2" fmla="*/ 580852 h 6857999"/>
              <a:gd name="connsiteX3" fmla="*/ 549275 w 2960194"/>
              <a:gd name="connsiteY3" fmla="*/ 615255 h 6857999"/>
              <a:gd name="connsiteX4" fmla="*/ 520619 w 2960194"/>
              <a:gd name="connsiteY4" fmla="*/ 632182 h 6857999"/>
              <a:gd name="connsiteX5" fmla="*/ 487344 w 2960194"/>
              <a:gd name="connsiteY5" fmla="*/ 614417 h 6857999"/>
              <a:gd name="connsiteX6" fmla="*/ 487344 w 2960194"/>
              <a:gd name="connsiteY6" fmla="*/ 545929 h 6857999"/>
              <a:gd name="connsiteX7" fmla="*/ 523624 w 2960194"/>
              <a:gd name="connsiteY7" fmla="*/ 526807 h 6857999"/>
              <a:gd name="connsiteX8" fmla="*/ 751878 w 2960194"/>
              <a:gd name="connsiteY8" fmla="*/ 523803 h 6857999"/>
              <a:gd name="connsiteX9" fmla="*/ 780763 w 2960194"/>
              <a:gd name="connsiteY9" fmla="*/ 541279 h 6857999"/>
              <a:gd name="connsiteX10" fmla="*/ 787060 w 2960194"/>
              <a:gd name="connsiteY10" fmla="*/ 582210 h 6857999"/>
              <a:gd name="connsiteX11" fmla="*/ 782988 w 2960194"/>
              <a:gd name="connsiteY11" fmla="*/ 611760 h 6857999"/>
              <a:gd name="connsiteX12" fmla="*/ 753495 w 2960194"/>
              <a:gd name="connsiteY12" fmla="*/ 632182 h 6857999"/>
              <a:gd name="connsiteX13" fmla="*/ 725939 w 2960194"/>
              <a:gd name="connsiteY13" fmla="*/ 618548 h 6857999"/>
              <a:gd name="connsiteX14" fmla="*/ 717475 w 2960194"/>
              <a:gd name="connsiteY14" fmla="*/ 574034 h 6857999"/>
              <a:gd name="connsiteX15" fmla="*/ 724032 w 2960194"/>
              <a:gd name="connsiteY15" fmla="*/ 538562 h 6857999"/>
              <a:gd name="connsiteX16" fmla="*/ 751878 w 2960194"/>
              <a:gd name="connsiteY16" fmla="*/ 523803 h 6857999"/>
              <a:gd name="connsiteX17" fmla="*/ 1360411 w 2960194"/>
              <a:gd name="connsiteY17" fmla="*/ 517418 h 6857999"/>
              <a:gd name="connsiteX18" fmla="*/ 1362520 w 2960194"/>
              <a:gd name="connsiteY18" fmla="*/ 517418 h 6857999"/>
              <a:gd name="connsiteX19" fmla="*/ 1365033 w 2960194"/>
              <a:gd name="connsiteY19" fmla="*/ 517822 h 6857999"/>
              <a:gd name="connsiteX20" fmla="*/ 1366940 w 2960194"/>
              <a:gd name="connsiteY20" fmla="*/ 520826 h 6857999"/>
              <a:gd name="connsiteX21" fmla="*/ 1365957 w 2960194"/>
              <a:gd name="connsiteY21" fmla="*/ 523599 h 6857999"/>
              <a:gd name="connsiteX22" fmla="*/ 1362405 w 2960194"/>
              <a:gd name="connsiteY22" fmla="*/ 524553 h 6857999"/>
              <a:gd name="connsiteX23" fmla="*/ 1360411 w 2960194"/>
              <a:gd name="connsiteY23" fmla="*/ 524553 h 6857999"/>
              <a:gd name="connsiteX24" fmla="*/ 1357523 w 2960194"/>
              <a:gd name="connsiteY24" fmla="*/ 515049 h 6857999"/>
              <a:gd name="connsiteX25" fmla="*/ 1357523 w 2960194"/>
              <a:gd name="connsiteY25" fmla="*/ 535500 h 6857999"/>
              <a:gd name="connsiteX26" fmla="*/ 1360382 w 2960194"/>
              <a:gd name="connsiteY26" fmla="*/ 535500 h 6857999"/>
              <a:gd name="connsiteX27" fmla="*/ 1360382 w 2960194"/>
              <a:gd name="connsiteY27" fmla="*/ 526459 h 6857999"/>
              <a:gd name="connsiteX28" fmla="*/ 1362202 w 2960194"/>
              <a:gd name="connsiteY28" fmla="*/ 527412 h 6857999"/>
              <a:gd name="connsiteX29" fmla="*/ 1365755 w 2960194"/>
              <a:gd name="connsiteY29" fmla="*/ 532496 h 6857999"/>
              <a:gd name="connsiteX30" fmla="*/ 1367431 w 2960194"/>
              <a:gd name="connsiteY30" fmla="*/ 535500 h 6857999"/>
              <a:gd name="connsiteX31" fmla="*/ 1370926 w 2960194"/>
              <a:gd name="connsiteY31" fmla="*/ 535500 h 6857999"/>
              <a:gd name="connsiteX32" fmla="*/ 1367979 w 2960194"/>
              <a:gd name="connsiteY32" fmla="*/ 530792 h 6857999"/>
              <a:gd name="connsiteX33" fmla="*/ 1366217 w 2960194"/>
              <a:gd name="connsiteY33" fmla="*/ 528250 h 6857999"/>
              <a:gd name="connsiteX34" fmla="*/ 1364455 w 2960194"/>
              <a:gd name="connsiteY34" fmla="*/ 526401 h 6857999"/>
              <a:gd name="connsiteX35" fmla="*/ 1369944 w 2960194"/>
              <a:gd name="connsiteY35" fmla="*/ 520740 h 6857999"/>
              <a:gd name="connsiteX36" fmla="*/ 1368124 w 2960194"/>
              <a:gd name="connsiteY36" fmla="*/ 516551 h 6857999"/>
              <a:gd name="connsiteX37" fmla="*/ 1363271 w 2960194"/>
              <a:gd name="connsiteY37" fmla="*/ 515049 h 6857999"/>
              <a:gd name="connsiteX38" fmla="*/ 1363213 w 2960194"/>
              <a:gd name="connsiteY38" fmla="*/ 509705 h 6857999"/>
              <a:gd name="connsiteX39" fmla="*/ 1378320 w 2960194"/>
              <a:gd name="connsiteY39" fmla="*/ 525419 h 6857999"/>
              <a:gd name="connsiteX40" fmla="*/ 1363213 w 2960194"/>
              <a:gd name="connsiteY40" fmla="*/ 541133 h 6857999"/>
              <a:gd name="connsiteX41" fmla="*/ 1348106 w 2960194"/>
              <a:gd name="connsiteY41" fmla="*/ 525419 h 6857999"/>
              <a:gd name="connsiteX42" fmla="*/ 1363213 w 2960194"/>
              <a:gd name="connsiteY42" fmla="*/ 509705 h 6857999"/>
              <a:gd name="connsiteX43" fmla="*/ 1155583 w 2960194"/>
              <a:gd name="connsiteY43" fmla="*/ 507453 h 6857999"/>
              <a:gd name="connsiteX44" fmla="*/ 1133486 w 2960194"/>
              <a:gd name="connsiteY44" fmla="*/ 510948 h 6857999"/>
              <a:gd name="connsiteX45" fmla="*/ 1133486 w 2960194"/>
              <a:gd name="connsiteY45" fmla="*/ 568026 h 6857999"/>
              <a:gd name="connsiteX46" fmla="*/ 1133486 w 2960194"/>
              <a:gd name="connsiteY46" fmla="*/ 646364 h 6857999"/>
              <a:gd name="connsiteX47" fmla="*/ 1155583 w 2960194"/>
              <a:gd name="connsiteY47" fmla="*/ 646364 h 6857999"/>
              <a:gd name="connsiteX48" fmla="*/ 1155583 w 2960194"/>
              <a:gd name="connsiteY48" fmla="*/ 543820 h 6857999"/>
              <a:gd name="connsiteX49" fmla="*/ 960115 w 2960194"/>
              <a:gd name="connsiteY49" fmla="*/ 507453 h 6857999"/>
              <a:gd name="connsiteX50" fmla="*/ 938046 w 2960194"/>
              <a:gd name="connsiteY50" fmla="*/ 510948 h 6857999"/>
              <a:gd name="connsiteX51" fmla="*/ 938046 w 2960194"/>
              <a:gd name="connsiteY51" fmla="*/ 570193 h 6857999"/>
              <a:gd name="connsiteX52" fmla="*/ 938046 w 2960194"/>
              <a:gd name="connsiteY52" fmla="*/ 646364 h 6857999"/>
              <a:gd name="connsiteX53" fmla="*/ 960115 w 2960194"/>
              <a:gd name="connsiteY53" fmla="*/ 646364 h 6857999"/>
              <a:gd name="connsiteX54" fmla="*/ 960115 w 2960194"/>
              <a:gd name="connsiteY54" fmla="*/ 585358 h 6857999"/>
              <a:gd name="connsiteX55" fmla="*/ 1311449 w 2960194"/>
              <a:gd name="connsiteY55" fmla="*/ 507453 h 6857999"/>
              <a:gd name="connsiteX56" fmla="*/ 1289323 w 2960194"/>
              <a:gd name="connsiteY56" fmla="*/ 510948 h 6857999"/>
              <a:gd name="connsiteX57" fmla="*/ 1289323 w 2960194"/>
              <a:gd name="connsiteY57" fmla="*/ 568026 h 6857999"/>
              <a:gd name="connsiteX58" fmla="*/ 1289323 w 2960194"/>
              <a:gd name="connsiteY58" fmla="*/ 646364 h 6857999"/>
              <a:gd name="connsiteX59" fmla="*/ 1311449 w 2960194"/>
              <a:gd name="connsiteY59" fmla="*/ 646364 h 6857999"/>
              <a:gd name="connsiteX60" fmla="*/ 1311449 w 2960194"/>
              <a:gd name="connsiteY60" fmla="*/ 581747 h 6857999"/>
              <a:gd name="connsiteX61" fmla="*/ 1363213 w 2960194"/>
              <a:gd name="connsiteY61" fmla="*/ 507048 h 6857999"/>
              <a:gd name="connsiteX62" fmla="*/ 1344842 w 2960194"/>
              <a:gd name="connsiteY62" fmla="*/ 525419 h 6857999"/>
              <a:gd name="connsiteX63" fmla="*/ 1363213 w 2960194"/>
              <a:gd name="connsiteY63" fmla="*/ 543791 h 6857999"/>
              <a:gd name="connsiteX64" fmla="*/ 1381613 w 2960194"/>
              <a:gd name="connsiteY64" fmla="*/ 525419 h 6857999"/>
              <a:gd name="connsiteX65" fmla="*/ 1363213 w 2960194"/>
              <a:gd name="connsiteY65" fmla="*/ 507048 h 6857999"/>
              <a:gd name="connsiteX66" fmla="*/ 484888 w 2960194"/>
              <a:gd name="connsiteY66" fmla="*/ 506905 h 6857999"/>
              <a:gd name="connsiteX67" fmla="*/ 463051 w 2960194"/>
              <a:gd name="connsiteY67" fmla="*/ 510718 h 6857999"/>
              <a:gd name="connsiteX68" fmla="*/ 466055 w 2960194"/>
              <a:gd name="connsiteY68" fmla="*/ 539892 h 6857999"/>
              <a:gd name="connsiteX69" fmla="*/ 466055 w 2960194"/>
              <a:gd name="connsiteY69" fmla="*/ 725511 h 6857999"/>
              <a:gd name="connsiteX70" fmla="*/ 487344 w 2960194"/>
              <a:gd name="connsiteY70" fmla="*/ 721439 h 6857999"/>
              <a:gd name="connsiteX71" fmla="*/ 487344 w 2960194"/>
              <a:gd name="connsiteY71" fmla="*/ 634117 h 6857999"/>
              <a:gd name="connsiteX72" fmla="*/ 524722 w 2960194"/>
              <a:gd name="connsiteY72" fmla="*/ 649947 h 6857999"/>
              <a:gd name="connsiteX73" fmla="*/ 566779 w 2960194"/>
              <a:gd name="connsiteY73" fmla="*/ 625105 h 6857999"/>
              <a:gd name="connsiteX74" fmla="*/ 577698 w 2960194"/>
              <a:gd name="connsiteY74" fmla="*/ 578166 h 6857999"/>
              <a:gd name="connsiteX75" fmla="*/ 562677 w 2960194"/>
              <a:gd name="connsiteY75" fmla="*/ 524641 h 6857999"/>
              <a:gd name="connsiteX76" fmla="*/ 526368 w 2960194"/>
              <a:gd name="connsiteY76" fmla="*/ 507714 h 6857999"/>
              <a:gd name="connsiteX77" fmla="*/ 486246 w 2960194"/>
              <a:gd name="connsiteY77" fmla="*/ 527645 h 6857999"/>
              <a:gd name="connsiteX78" fmla="*/ 484888 w 2960194"/>
              <a:gd name="connsiteY78" fmla="*/ 506905 h 6857999"/>
              <a:gd name="connsiteX79" fmla="*/ 1006534 w 2960194"/>
              <a:gd name="connsiteY79" fmla="*/ 506904 h 6857999"/>
              <a:gd name="connsiteX80" fmla="*/ 984696 w 2960194"/>
              <a:gd name="connsiteY80" fmla="*/ 511497 h 6857999"/>
              <a:gd name="connsiteX81" fmla="*/ 1033570 w 2960194"/>
              <a:gd name="connsiteY81" fmla="*/ 647721 h 6857999"/>
              <a:gd name="connsiteX82" fmla="*/ 1054570 w 2960194"/>
              <a:gd name="connsiteY82" fmla="*/ 647721 h 6857999"/>
              <a:gd name="connsiteX83" fmla="*/ 1105669 w 2960194"/>
              <a:gd name="connsiteY83" fmla="*/ 510428 h 6857999"/>
              <a:gd name="connsiteX84" fmla="*/ 1082994 w 2960194"/>
              <a:gd name="connsiteY84" fmla="*/ 510428 h 6857999"/>
              <a:gd name="connsiteX85" fmla="*/ 1051855 w 2960194"/>
              <a:gd name="connsiteY85" fmla="*/ 600840 h 6857999"/>
              <a:gd name="connsiteX86" fmla="*/ 1045298 w 2960194"/>
              <a:gd name="connsiteY86" fmla="*/ 623717 h 6857999"/>
              <a:gd name="connsiteX87" fmla="*/ 1044749 w 2960194"/>
              <a:gd name="connsiteY87" fmla="*/ 623717 h 6857999"/>
              <a:gd name="connsiteX88" fmla="*/ 1038221 w 2960194"/>
              <a:gd name="connsiteY88" fmla="*/ 600522 h 6857999"/>
              <a:gd name="connsiteX89" fmla="*/ 674292 w 2960194"/>
              <a:gd name="connsiteY89" fmla="*/ 506356 h 6857999"/>
              <a:gd name="connsiteX90" fmla="*/ 636105 w 2960194"/>
              <a:gd name="connsiteY90" fmla="*/ 529002 h 6857999"/>
              <a:gd name="connsiteX91" fmla="*/ 631744 w 2960194"/>
              <a:gd name="connsiteY91" fmla="*/ 506876 h 6857999"/>
              <a:gd name="connsiteX92" fmla="*/ 610455 w 2960194"/>
              <a:gd name="connsiteY92" fmla="*/ 512624 h 6857999"/>
              <a:gd name="connsiteX93" fmla="*/ 615077 w 2960194"/>
              <a:gd name="connsiteY93" fmla="*/ 541539 h 6857999"/>
              <a:gd name="connsiteX94" fmla="*/ 615077 w 2960194"/>
              <a:gd name="connsiteY94" fmla="*/ 646394 h 6857999"/>
              <a:gd name="connsiteX95" fmla="*/ 636365 w 2960194"/>
              <a:gd name="connsiteY95" fmla="*/ 646394 h 6857999"/>
              <a:gd name="connsiteX96" fmla="*/ 636365 w 2960194"/>
              <a:gd name="connsiteY96" fmla="*/ 561239 h 6857999"/>
              <a:gd name="connsiteX97" fmla="*/ 644280 w 2960194"/>
              <a:gd name="connsiteY97" fmla="*/ 539690 h 6857999"/>
              <a:gd name="connsiteX98" fmla="*/ 666926 w 2960194"/>
              <a:gd name="connsiteY98" fmla="*/ 529840 h 6857999"/>
              <a:gd name="connsiteX99" fmla="*/ 672935 w 2960194"/>
              <a:gd name="connsiteY99" fmla="*/ 530938 h 6857999"/>
              <a:gd name="connsiteX100" fmla="*/ 681687 w 2960194"/>
              <a:gd name="connsiteY100" fmla="*/ 507714 h 6857999"/>
              <a:gd name="connsiteX101" fmla="*/ 674292 w 2960194"/>
              <a:gd name="connsiteY101" fmla="*/ 506356 h 6857999"/>
              <a:gd name="connsiteX102" fmla="*/ 752138 w 2960194"/>
              <a:gd name="connsiteY102" fmla="*/ 506355 h 6857999"/>
              <a:gd name="connsiteX103" fmla="*/ 694251 w 2960194"/>
              <a:gd name="connsiteY103" fmla="*/ 577617 h 6857999"/>
              <a:gd name="connsiteX104" fmla="*/ 752947 w 2960194"/>
              <a:gd name="connsiteY104" fmla="*/ 649945 h 6857999"/>
              <a:gd name="connsiteX105" fmla="*/ 811353 w 2960194"/>
              <a:gd name="connsiteY105" fmla="*/ 580592 h 6857999"/>
              <a:gd name="connsiteX106" fmla="*/ 798817 w 2960194"/>
              <a:gd name="connsiteY106" fmla="*/ 530129 h 6857999"/>
              <a:gd name="connsiteX107" fmla="*/ 752138 w 2960194"/>
              <a:gd name="connsiteY107" fmla="*/ 506355 h 6857999"/>
              <a:gd name="connsiteX108" fmla="*/ 1225111 w 2960194"/>
              <a:gd name="connsiteY108" fmla="*/ 466261 h 6857999"/>
              <a:gd name="connsiteX109" fmla="*/ 1204977 w 2960194"/>
              <a:gd name="connsiteY109" fmla="*/ 470421 h 6857999"/>
              <a:gd name="connsiteX110" fmla="*/ 1204977 w 2960194"/>
              <a:gd name="connsiteY110" fmla="*/ 510398 h 6857999"/>
              <a:gd name="connsiteX111" fmla="*/ 1186144 w 2960194"/>
              <a:gd name="connsiteY111" fmla="*/ 510398 h 6857999"/>
              <a:gd name="connsiteX112" fmla="*/ 1186144 w 2960194"/>
              <a:gd name="connsiteY112" fmla="*/ 526516 h 6857999"/>
              <a:gd name="connsiteX113" fmla="*/ 1203880 w 2960194"/>
              <a:gd name="connsiteY113" fmla="*/ 526516 h 6857999"/>
              <a:gd name="connsiteX114" fmla="*/ 1203880 w 2960194"/>
              <a:gd name="connsiteY114" fmla="*/ 619875 h 6857999"/>
              <a:gd name="connsiteX115" fmla="*/ 1216965 w 2960194"/>
              <a:gd name="connsiteY115" fmla="*/ 646883 h 6857999"/>
              <a:gd name="connsiteX116" fmla="*/ 1234730 w 2960194"/>
              <a:gd name="connsiteY116" fmla="*/ 650725 h 6857999"/>
              <a:gd name="connsiteX117" fmla="*/ 1258762 w 2960194"/>
              <a:gd name="connsiteY117" fmla="*/ 645236 h 6857999"/>
              <a:gd name="connsiteX118" fmla="*/ 1255758 w 2960194"/>
              <a:gd name="connsiteY118" fmla="*/ 631602 h 6857999"/>
              <a:gd name="connsiteX119" fmla="*/ 1242384 w 2960194"/>
              <a:gd name="connsiteY119" fmla="*/ 634375 h 6857999"/>
              <a:gd name="connsiteX120" fmla="*/ 1224909 w 2960194"/>
              <a:gd name="connsiteY120" fmla="*/ 614155 h 6857999"/>
              <a:gd name="connsiteX121" fmla="*/ 1224909 w 2960194"/>
              <a:gd name="connsiteY121" fmla="*/ 526516 h 6857999"/>
              <a:gd name="connsiteX122" fmla="*/ 1253303 w 2960194"/>
              <a:gd name="connsiteY122" fmla="*/ 526516 h 6857999"/>
              <a:gd name="connsiteX123" fmla="*/ 1259860 w 2960194"/>
              <a:gd name="connsiteY123" fmla="*/ 510398 h 6857999"/>
              <a:gd name="connsiteX124" fmla="*/ 1225111 w 2960194"/>
              <a:gd name="connsiteY124" fmla="*/ 510398 h 6857999"/>
              <a:gd name="connsiteX125" fmla="*/ 873486 w 2960194"/>
              <a:gd name="connsiteY125" fmla="*/ 466261 h 6857999"/>
              <a:gd name="connsiteX126" fmla="*/ 853352 w 2960194"/>
              <a:gd name="connsiteY126" fmla="*/ 470421 h 6857999"/>
              <a:gd name="connsiteX127" fmla="*/ 853352 w 2960194"/>
              <a:gd name="connsiteY127" fmla="*/ 510398 h 6857999"/>
              <a:gd name="connsiteX128" fmla="*/ 834490 w 2960194"/>
              <a:gd name="connsiteY128" fmla="*/ 510398 h 6857999"/>
              <a:gd name="connsiteX129" fmla="*/ 834490 w 2960194"/>
              <a:gd name="connsiteY129" fmla="*/ 526516 h 6857999"/>
              <a:gd name="connsiteX130" fmla="*/ 852226 w 2960194"/>
              <a:gd name="connsiteY130" fmla="*/ 526516 h 6857999"/>
              <a:gd name="connsiteX131" fmla="*/ 852226 w 2960194"/>
              <a:gd name="connsiteY131" fmla="*/ 619875 h 6857999"/>
              <a:gd name="connsiteX132" fmla="*/ 865340 w 2960194"/>
              <a:gd name="connsiteY132" fmla="*/ 646883 h 6857999"/>
              <a:gd name="connsiteX133" fmla="*/ 883076 w 2960194"/>
              <a:gd name="connsiteY133" fmla="*/ 650725 h 6857999"/>
              <a:gd name="connsiteX134" fmla="*/ 907108 w 2960194"/>
              <a:gd name="connsiteY134" fmla="*/ 645236 h 6857999"/>
              <a:gd name="connsiteX135" fmla="*/ 904075 w 2960194"/>
              <a:gd name="connsiteY135" fmla="*/ 631602 h 6857999"/>
              <a:gd name="connsiteX136" fmla="*/ 890701 w 2960194"/>
              <a:gd name="connsiteY136" fmla="*/ 634375 h 6857999"/>
              <a:gd name="connsiteX137" fmla="*/ 873226 w 2960194"/>
              <a:gd name="connsiteY137" fmla="*/ 614155 h 6857999"/>
              <a:gd name="connsiteX138" fmla="*/ 873226 w 2960194"/>
              <a:gd name="connsiteY138" fmla="*/ 526516 h 6857999"/>
              <a:gd name="connsiteX139" fmla="*/ 901620 w 2960194"/>
              <a:gd name="connsiteY139" fmla="*/ 526516 h 6857999"/>
              <a:gd name="connsiteX140" fmla="*/ 908177 w 2960194"/>
              <a:gd name="connsiteY140" fmla="*/ 510398 h 6857999"/>
              <a:gd name="connsiteX141" fmla="*/ 873486 w 2960194"/>
              <a:gd name="connsiteY141" fmla="*/ 510398 h 6857999"/>
              <a:gd name="connsiteX142" fmla="*/ 949513 w 2960194"/>
              <a:gd name="connsiteY142" fmla="*/ 453408 h 6857999"/>
              <a:gd name="connsiteX143" fmla="*/ 934522 w 2960194"/>
              <a:gd name="connsiteY143" fmla="*/ 468602 h 6857999"/>
              <a:gd name="connsiteX144" fmla="*/ 949513 w 2960194"/>
              <a:gd name="connsiteY144" fmla="*/ 483391 h 6857999"/>
              <a:gd name="connsiteX145" fmla="*/ 964475 w 2960194"/>
              <a:gd name="connsiteY145" fmla="*/ 468371 h 6857999"/>
              <a:gd name="connsiteX146" fmla="*/ 949513 w 2960194"/>
              <a:gd name="connsiteY146" fmla="*/ 453408 h 6857999"/>
              <a:gd name="connsiteX147" fmla="*/ 1144925 w 2960194"/>
              <a:gd name="connsiteY147" fmla="*/ 453408 h 6857999"/>
              <a:gd name="connsiteX148" fmla="*/ 1129933 w 2960194"/>
              <a:gd name="connsiteY148" fmla="*/ 468602 h 6857999"/>
              <a:gd name="connsiteX149" fmla="*/ 1144925 w 2960194"/>
              <a:gd name="connsiteY149" fmla="*/ 483391 h 6857999"/>
              <a:gd name="connsiteX150" fmla="*/ 1159916 w 2960194"/>
              <a:gd name="connsiteY150" fmla="*/ 468371 h 6857999"/>
              <a:gd name="connsiteX151" fmla="*/ 1144925 w 2960194"/>
              <a:gd name="connsiteY151" fmla="*/ 453408 h 6857999"/>
              <a:gd name="connsiteX152" fmla="*/ 1300791 w 2960194"/>
              <a:gd name="connsiteY152" fmla="*/ 453408 h 6857999"/>
              <a:gd name="connsiteX153" fmla="*/ 1285799 w 2960194"/>
              <a:gd name="connsiteY153" fmla="*/ 468602 h 6857999"/>
              <a:gd name="connsiteX154" fmla="*/ 1300791 w 2960194"/>
              <a:gd name="connsiteY154" fmla="*/ 483391 h 6857999"/>
              <a:gd name="connsiteX155" fmla="*/ 1315782 w 2960194"/>
              <a:gd name="connsiteY155" fmla="*/ 468371 h 6857999"/>
              <a:gd name="connsiteX156" fmla="*/ 1300791 w 2960194"/>
              <a:gd name="connsiteY156" fmla="*/ 453408 h 6857999"/>
              <a:gd name="connsiteX157" fmla="*/ 0 w 2960194"/>
              <a:gd name="connsiteY157" fmla="*/ 0 h 6857999"/>
              <a:gd name="connsiteX158" fmla="*/ 2960194 w 2960194"/>
              <a:gd name="connsiteY158" fmla="*/ 0 h 6857999"/>
              <a:gd name="connsiteX159" fmla="*/ 2960194 w 2960194"/>
              <a:gd name="connsiteY159" fmla="*/ 6857999 h 6857999"/>
              <a:gd name="connsiteX160" fmla="*/ 0 w 2960194"/>
              <a:gd name="connsiteY160"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Lst>
            <a:rect l="l" t="t" r="r" b="b"/>
            <a:pathLst>
              <a:path w="2960194" h="6857999">
                <a:moveTo>
                  <a:pt x="523624" y="526807"/>
                </a:moveTo>
                <a:cubicBezTo>
                  <a:pt x="534543" y="526807"/>
                  <a:pt x="544393" y="532527"/>
                  <a:pt x="548726" y="541828"/>
                </a:cubicBezTo>
                <a:cubicBezTo>
                  <a:pt x="552568" y="550002"/>
                  <a:pt x="555023" y="564474"/>
                  <a:pt x="555023" y="580852"/>
                </a:cubicBezTo>
                <a:cubicBezTo>
                  <a:pt x="555023" y="596133"/>
                  <a:pt x="553376" y="606532"/>
                  <a:pt x="549275" y="615255"/>
                </a:cubicBezTo>
                <a:cubicBezTo>
                  <a:pt x="544653" y="625394"/>
                  <a:pt x="533185" y="632182"/>
                  <a:pt x="520619" y="632182"/>
                </a:cubicBezTo>
                <a:cubicBezTo>
                  <a:pt x="509180" y="632182"/>
                  <a:pt x="497425" y="625914"/>
                  <a:pt x="487344" y="614417"/>
                </a:cubicBezTo>
                <a:lnTo>
                  <a:pt x="487344" y="545929"/>
                </a:lnTo>
                <a:cubicBezTo>
                  <a:pt x="497713" y="533335"/>
                  <a:pt x="509990" y="526807"/>
                  <a:pt x="523624" y="526807"/>
                </a:cubicBezTo>
                <a:close/>
                <a:moveTo>
                  <a:pt x="751878" y="523803"/>
                </a:moveTo>
                <a:cubicBezTo>
                  <a:pt x="763057" y="523803"/>
                  <a:pt x="775044" y="529290"/>
                  <a:pt x="780763" y="541279"/>
                </a:cubicBezTo>
                <a:cubicBezTo>
                  <a:pt x="785154" y="550291"/>
                  <a:pt x="787060" y="563174"/>
                  <a:pt x="787060" y="582210"/>
                </a:cubicBezTo>
                <a:cubicBezTo>
                  <a:pt x="787060" y="595640"/>
                  <a:pt x="785963" y="603267"/>
                  <a:pt x="782988" y="611760"/>
                </a:cubicBezTo>
                <a:cubicBezTo>
                  <a:pt x="778337" y="624816"/>
                  <a:pt x="767707" y="632182"/>
                  <a:pt x="753495" y="632182"/>
                </a:cubicBezTo>
                <a:cubicBezTo>
                  <a:pt x="741768" y="632182"/>
                  <a:pt x="730849" y="626751"/>
                  <a:pt x="725939" y="618548"/>
                </a:cubicBezTo>
                <a:cubicBezTo>
                  <a:pt x="720768" y="610083"/>
                  <a:pt x="717475" y="593156"/>
                  <a:pt x="717475" y="574034"/>
                </a:cubicBezTo>
                <a:cubicBezTo>
                  <a:pt x="717475" y="557888"/>
                  <a:pt x="719670" y="547027"/>
                  <a:pt x="724032" y="538562"/>
                </a:cubicBezTo>
                <a:cubicBezTo>
                  <a:pt x="728654" y="529522"/>
                  <a:pt x="739861" y="523803"/>
                  <a:pt x="751878" y="523803"/>
                </a:cubicBezTo>
                <a:close/>
                <a:moveTo>
                  <a:pt x="1360411" y="517418"/>
                </a:moveTo>
                <a:lnTo>
                  <a:pt x="1362520" y="517418"/>
                </a:lnTo>
                <a:cubicBezTo>
                  <a:pt x="1363589" y="517418"/>
                  <a:pt x="1364455" y="517562"/>
                  <a:pt x="1365033" y="517822"/>
                </a:cubicBezTo>
                <a:cubicBezTo>
                  <a:pt x="1366131" y="518256"/>
                  <a:pt x="1366940" y="519382"/>
                  <a:pt x="1366940" y="520826"/>
                </a:cubicBezTo>
                <a:cubicBezTo>
                  <a:pt x="1366940" y="522040"/>
                  <a:pt x="1366535" y="522993"/>
                  <a:pt x="1365957" y="523599"/>
                </a:cubicBezTo>
                <a:cubicBezTo>
                  <a:pt x="1365235" y="524235"/>
                  <a:pt x="1364224" y="524553"/>
                  <a:pt x="1362405" y="524553"/>
                </a:cubicBezTo>
                <a:lnTo>
                  <a:pt x="1360411" y="524553"/>
                </a:lnTo>
                <a:close/>
                <a:moveTo>
                  <a:pt x="1357523" y="515049"/>
                </a:moveTo>
                <a:lnTo>
                  <a:pt x="1357523" y="535500"/>
                </a:lnTo>
                <a:lnTo>
                  <a:pt x="1360382" y="535500"/>
                </a:lnTo>
                <a:lnTo>
                  <a:pt x="1360382" y="526459"/>
                </a:lnTo>
                <a:cubicBezTo>
                  <a:pt x="1361220" y="526517"/>
                  <a:pt x="1361653" y="526806"/>
                  <a:pt x="1362202" y="527412"/>
                </a:cubicBezTo>
                <a:cubicBezTo>
                  <a:pt x="1363675" y="529030"/>
                  <a:pt x="1364195" y="529897"/>
                  <a:pt x="1365755" y="532496"/>
                </a:cubicBezTo>
                <a:cubicBezTo>
                  <a:pt x="1366564" y="533883"/>
                  <a:pt x="1366853" y="534374"/>
                  <a:pt x="1367431" y="535500"/>
                </a:cubicBezTo>
                <a:lnTo>
                  <a:pt x="1370926" y="535500"/>
                </a:lnTo>
                <a:cubicBezTo>
                  <a:pt x="1370521" y="534865"/>
                  <a:pt x="1368846" y="532178"/>
                  <a:pt x="1367979" y="530792"/>
                </a:cubicBezTo>
                <a:cubicBezTo>
                  <a:pt x="1367286" y="529694"/>
                  <a:pt x="1366680" y="528828"/>
                  <a:pt x="1366217" y="528250"/>
                </a:cubicBezTo>
                <a:cubicBezTo>
                  <a:pt x="1365900" y="527759"/>
                  <a:pt x="1365380" y="527124"/>
                  <a:pt x="1364455" y="526401"/>
                </a:cubicBezTo>
                <a:cubicBezTo>
                  <a:pt x="1367864" y="526488"/>
                  <a:pt x="1369944" y="523917"/>
                  <a:pt x="1369944" y="520740"/>
                </a:cubicBezTo>
                <a:cubicBezTo>
                  <a:pt x="1369944" y="518776"/>
                  <a:pt x="1369077" y="517389"/>
                  <a:pt x="1368124" y="516551"/>
                </a:cubicBezTo>
                <a:cubicBezTo>
                  <a:pt x="1367113" y="515598"/>
                  <a:pt x="1365697" y="515049"/>
                  <a:pt x="1363271" y="515049"/>
                </a:cubicBezTo>
                <a:close/>
                <a:moveTo>
                  <a:pt x="1363213" y="509705"/>
                </a:moveTo>
                <a:cubicBezTo>
                  <a:pt x="1371590" y="509705"/>
                  <a:pt x="1378320" y="516522"/>
                  <a:pt x="1378320" y="525419"/>
                </a:cubicBezTo>
                <a:cubicBezTo>
                  <a:pt x="1378320" y="534287"/>
                  <a:pt x="1371590" y="541133"/>
                  <a:pt x="1363213" y="541133"/>
                </a:cubicBezTo>
                <a:cubicBezTo>
                  <a:pt x="1354779" y="541133"/>
                  <a:pt x="1348106" y="534316"/>
                  <a:pt x="1348106" y="525419"/>
                </a:cubicBezTo>
                <a:cubicBezTo>
                  <a:pt x="1348106" y="516522"/>
                  <a:pt x="1354779" y="509705"/>
                  <a:pt x="1363213" y="509705"/>
                </a:cubicBezTo>
                <a:close/>
                <a:moveTo>
                  <a:pt x="1155583" y="507453"/>
                </a:moveTo>
                <a:lnTo>
                  <a:pt x="1133486" y="510948"/>
                </a:lnTo>
                <a:lnTo>
                  <a:pt x="1133486" y="568026"/>
                </a:lnTo>
                <a:lnTo>
                  <a:pt x="1133486" y="646364"/>
                </a:lnTo>
                <a:lnTo>
                  <a:pt x="1155583" y="646364"/>
                </a:lnTo>
                <a:lnTo>
                  <a:pt x="1155583" y="543820"/>
                </a:lnTo>
                <a:close/>
                <a:moveTo>
                  <a:pt x="960115" y="507453"/>
                </a:moveTo>
                <a:lnTo>
                  <a:pt x="938046" y="510948"/>
                </a:lnTo>
                <a:lnTo>
                  <a:pt x="938046" y="570193"/>
                </a:lnTo>
                <a:lnTo>
                  <a:pt x="938046" y="646364"/>
                </a:lnTo>
                <a:lnTo>
                  <a:pt x="960115" y="646364"/>
                </a:lnTo>
                <a:lnTo>
                  <a:pt x="960115" y="585358"/>
                </a:lnTo>
                <a:close/>
                <a:moveTo>
                  <a:pt x="1311449" y="507453"/>
                </a:moveTo>
                <a:lnTo>
                  <a:pt x="1289323" y="510948"/>
                </a:lnTo>
                <a:lnTo>
                  <a:pt x="1289323" y="568026"/>
                </a:lnTo>
                <a:lnTo>
                  <a:pt x="1289323" y="646364"/>
                </a:lnTo>
                <a:lnTo>
                  <a:pt x="1311449" y="646364"/>
                </a:lnTo>
                <a:lnTo>
                  <a:pt x="1311449" y="581747"/>
                </a:lnTo>
                <a:close/>
                <a:moveTo>
                  <a:pt x="1363213" y="507048"/>
                </a:moveTo>
                <a:cubicBezTo>
                  <a:pt x="1353190" y="507048"/>
                  <a:pt x="1344842" y="514934"/>
                  <a:pt x="1344842" y="525419"/>
                </a:cubicBezTo>
                <a:cubicBezTo>
                  <a:pt x="1344842" y="535876"/>
                  <a:pt x="1353190" y="543791"/>
                  <a:pt x="1363213" y="543791"/>
                </a:cubicBezTo>
                <a:cubicBezTo>
                  <a:pt x="1373208" y="543791"/>
                  <a:pt x="1381613" y="535876"/>
                  <a:pt x="1381613" y="525419"/>
                </a:cubicBezTo>
                <a:cubicBezTo>
                  <a:pt x="1381613" y="514934"/>
                  <a:pt x="1373208" y="507048"/>
                  <a:pt x="1363213" y="507048"/>
                </a:cubicBezTo>
                <a:close/>
                <a:moveTo>
                  <a:pt x="484888" y="506905"/>
                </a:moveTo>
                <a:lnTo>
                  <a:pt x="463051" y="510718"/>
                </a:lnTo>
                <a:cubicBezTo>
                  <a:pt x="463051" y="510718"/>
                  <a:pt x="466084" y="519153"/>
                  <a:pt x="466055" y="539892"/>
                </a:cubicBezTo>
                <a:lnTo>
                  <a:pt x="466055" y="725511"/>
                </a:lnTo>
                <a:lnTo>
                  <a:pt x="487344" y="721439"/>
                </a:lnTo>
                <a:lnTo>
                  <a:pt x="487344" y="634117"/>
                </a:lnTo>
                <a:cubicBezTo>
                  <a:pt x="496876" y="643967"/>
                  <a:pt x="510799" y="649947"/>
                  <a:pt x="524722" y="649947"/>
                </a:cubicBezTo>
                <a:cubicBezTo>
                  <a:pt x="542458" y="649947"/>
                  <a:pt x="556929" y="640905"/>
                  <a:pt x="566779" y="625105"/>
                </a:cubicBezTo>
                <a:cubicBezTo>
                  <a:pt x="574433" y="612511"/>
                  <a:pt x="577698" y="599974"/>
                  <a:pt x="577698" y="578166"/>
                </a:cubicBezTo>
                <a:cubicBezTo>
                  <a:pt x="577698" y="553902"/>
                  <a:pt x="572787" y="537206"/>
                  <a:pt x="562677" y="524641"/>
                </a:cubicBezTo>
                <a:cubicBezTo>
                  <a:pt x="553954" y="513722"/>
                  <a:pt x="540291" y="507714"/>
                  <a:pt x="526368" y="507714"/>
                </a:cubicBezTo>
                <a:cubicBezTo>
                  <a:pt x="511376" y="507714"/>
                  <a:pt x="497425" y="514589"/>
                  <a:pt x="486246" y="527645"/>
                </a:cubicBezTo>
                <a:cubicBezTo>
                  <a:pt x="486246" y="512653"/>
                  <a:pt x="484888" y="506905"/>
                  <a:pt x="484888" y="506905"/>
                </a:cubicBezTo>
                <a:close/>
                <a:moveTo>
                  <a:pt x="1006534" y="506904"/>
                </a:moveTo>
                <a:lnTo>
                  <a:pt x="984696" y="511497"/>
                </a:lnTo>
                <a:lnTo>
                  <a:pt x="1033570" y="647721"/>
                </a:lnTo>
                <a:lnTo>
                  <a:pt x="1054570" y="647721"/>
                </a:lnTo>
                <a:lnTo>
                  <a:pt x="1105669" y="510428"/>
                </a:lnTo>
                <a:lnTo>
                  <a:pt x="1082994" y="510428"/>
                </a:lnTo>
                <a:lnTo>
                  <a:pt x="1051855" y="600840"/>
                </a:lnTo>
                <a:cubicBezTo>
                  <a:pt x="1047493" y="613059"/>
                  <a:pt x="1045298" y="623717"/>
                  <a:pt x="1045298" y="623717"/>
                </a:cubicBezTo>
                <a:lnTo>
                  <a:pt x="1044749" y="623717"/>
                </a:lnTo>
                <a:cubicBezTo>
                  <a:pt x="1044749" y="623717"/>
                  <a:pt x="1042034" y="611730"/>
                  <a:pt x="1038221" y="600522"/>
                </a:cubicBezTo>
                <a:close/>
                <a:moveTo>
                  <a:pt x="674292" y="506356"/>
                </a:moveTo>
                <a:cubicBezTo>
                  <a:pt x="660398" y="506356"/>
                  <a:pt x="645927" y="515079"/>
                  <a:pt x="636105" y="529002"/>
                </a:cubicBezTo>
                <a:cubicBezTo>
                  <a:pt x="636943" y="517506"/>
                  <a:pt x="631744" y="506876"/>
                  <a:pt x="631744" y="506876"/>
                </a:cubicBezTo>
                <a:lnTo>
                  <a:pt x="610455" y="512624"/>
                </a:lnTo>
                <a:cubicBezTo>
                  <a:pt x="610455" y="512624"/>
                  <a:pt x="615077" y="521665"/>
                  <a:pt x="615077" y="541539"/>
                </a:cubicBezTo>
                <a:lnTo>
                  <a:pt x="615077" y="646394"/>
                </a:lnTo>
                <a:lnTo>
                  <a:pt x="636365" y="646394"/>
                </a:lnTo>
                <a:lnTo>
                  <a:pt x="636365" y="561239"/>
                </a:lnTo>
                <a:cubicBezTo>
                  <a:pt x="636365" y="550031"/>
                  <a:pt x="637983" y="545958"/>
                  <a:pt x="644280" y="539690"/>
                </a:cubicBezTo>
                <a:cubicBezTo>
                  <a:pt x="650548" y="533335"/>
                  <a:pt x="658752" y="529840"/>
                  <a:pt x="666926" y="529840"/>
                </a:cubicBezTo>
                <a:cubicBezTo>
                  <a:pt x="669122" y="529840"/>
                  <a:pt x="671577" y="530389"/>
                  <a:pt x="672935" y="530938"/>
                </a:cubicBezTo>
                <a:lnTo>
                  <a:pt x="681687" y="507714"/>
                </a:lnTo>
                <a:cubicBezTo>
                  <a:pt x="681687" y="507714"/>
                  <a:pt x="677845" y="506356"/>
                  <a:pt x="674292" y="506356"/>
                </a:cubicBezTo>
                <a:close/>
                <a:moveTo>
                  <a:pt x="752138" y="506355"/>
                </a:moveTo>
                <a:cubicBezTo>
                  <a:pt x="716377" y="506355"/>
                  <a:pt x="694251" y="533335"/>
                  <a:pt x="694251" y="577617"/>
                </a:cubicBezTo>
                <a:cubicBezTo>
                  <a:pt x="694251" y="622361"/>
                  <a:pt x="715540" y="649945"/>
                  <a:pt x="752947" y="649945"/>
                </a:cubicBezTo>
                <a:cubicBezTo>
                  <a:pt x="787060" y="649945"/>
                  <a:pt x="811353" y="625942"/>
                  <a:pt x="811353" y="580592"/>
                </a:cubicBezTo>
                <a:cubicBezTo>
                  <a:pt x="811353" y="558495"/>
                  <a:pt x="807280" y="542347"/>
                  <a:pt x="798817" y="530129"/>
                </a:cubicBezTo>
                <a:cubicBezTo>
                  <a:pt x="789516" y="516697"/>
                  <a:pt x="774784" y="506355"/>
                  <a:pt x="752138" y="506355"/>
                </a:cubicBezTo>
                <a:close/>
                <a:moveTo>
                  <a:pt x="1225111" y="466261"/>
                </a:moveTo>
                <a:lnTo>
                  <a:pt x="1204977" y="470421"/>
                </a:lnTo>
                <a:lnTo>
                  <a:pt x="1204977" y="510398"/>
                </a:lnTo>
                <a:lnTo>
                  <a:pt x="1186144" y="510398"/>
                </a:lnTo>
                <a:lnTo>
                  <a:pt x="1186144" y="526516"/>
                </a:lnTo>
                <a:lnTo>
                  <a:pt x="1203880" y="526516"/>
                </a:lnTo>
                <a:lnTo>
                  <a:pt x="1203880" y="619875"/>
                </a:lnTo>
                <a:cubicBezTo>
                  <a:pt x="1203880" y="633538"/>
                  <a:pt x="1207433" y="642261"/>
                  <a:pt x="1216965" y="646883"/>
                </a:cubicBezTo>
                <a:cubicBezTo>
                  <a:pt x="1222164" y="649338"/>
                  <a:pt x="1227624" y="650725"/>
                  <a:pt x="1234730" y="650725"/>
                </a:cubicBezTo>
                <a:cubicBezTo>
                  <a:pt x="1244262" y="650725"/>
                  <a:pt x="1251917" y="648789"/>
                  <a:pt x="1258762" y="645236"/>
                </a:cubicBezTo>
                <a:lnTo>
                  <a:pt x="1255758" y="631602"/>
                </a:lnTo>
                <a:cubicBezTo>
                  <a:pt x="1251917" y="633567"/>
                  <a:pt x="1248393" y="634375"/>
                  <a:pt x="1242384" y="634375"/>
                </a:cubicBezTo>
                <a:cubicBezTo>
                  <a:pt x="1229010" y="634375"/>
                  <a:pt x="1224909" y="629147"/>
                  <a:pt x="1224909" y="614155"/>
                </a:cubicBezTo>
                <a:lnTo>
                  <a:pt x="1224909" y="526516"/>
                </a:lnTo>
                <a:lnTo>
                  <a:pt x="1253303" y="526516"/>
                </a:lnTo>
                <a:lnTo>
                  <a:pt x="1259860" y="510398"/>
                </a:lnTo>
                <a:lnTo>
                  <a:pt x="1225111" y="510398"/>
                </a:lnTo>
                <a:close/>
                <a:moveTo>
                  <a:pt x="873486" y="466261"/>
                </a:moveTo>
                <a:lnTo>
                  <a:pt x="853352" y="470421"/>
                </a:lnTo>
                <a:lnTo>
                  <a:pt x="853352" y="510398"/>
                </a:lnTo>
                <a:lnTo>
                  <a:pt x="834490" y="510398"/>
                </a:lnTo>
                <a:lnTo>
                  <a:pt x="834490" y="526516"/>
                </a:lnTo>
                <a:lnTo>
                  <a:pt x="852226" y="526516"/>
                </a:lnTo>
                <a:lnTo>
                  <a:pt x="852226" y="619875"/>
                </a:lnTo>
                <a:cubicBezTo>
                  <a:pt x="852226" y="633538"/>
                  <a:pt x="855779" y="642261"/>
                  <a:pt x="865340" y="646883"/>
                </a:cubicBezTo>
                <a:cubicBezTo>
                  <a:pt x="870539" y="649338"/>
                  <a:pt x="875970" y="650725"/>
                  <a:pt x="883076" y="650725"/>
                </a:cubicBezTo>
                <a:cubicBezTo>
                  <a:pt x="892608" y="650725"/>
                  <a:pt x="900263" y="648789"/>
                  <a:pt x="907108" y="645236"/>
                </a:cubicBezTo>
                <a:lnTo>
                  <a:pt x="904075" y="631602"/>
                </a:lnTo>
                <a:cubicBezTo>
                  <a:pt x="900263" y="633567"/>
                  <a:pt x="896681" y="634375"/>
                  <a:pt x="890701" y="634375"/>
                </a:cubicBezTo>
                <a:cubicBezTo>
                  <a:pt x="877299" y="634375"/>
                  <a:pt x="873226" y="629147"/>
                  <a:pt x="873226" y="614155"/>
                </a:cubicBezTo>
                <a:lnTo>
                  <a:pt x="873226" y="526516"/>
                </a:lnTo>
                <a:lnTo>
                  <a:pt x="901620" y="526516"/>
                </a:lnTo>
                <a:lnTo>
                  <a:pt x="908177" y="510398"/>
                </a:lnTo>
                <a:lnTo>
                  <a:pt x="873486" y="510398"/>
                </a:lnTo>
                <a:close/>
                <a:moveTo>
                  <a:pt x="949513" y="453408"/>
                </a:moveTo>
                <a:cubicBezTo>
                  <a:pt x="941136" y="453408"/>
                  <a:pt x="934493" y="460225"/>
                  <a:pt x="934522" y="468602"/>
                </a:cubicBezTo>
                <a:cubicBezTo>
                  <a:pt x="934522" y="476748"/>
                  <a:pt x="941166" y="483391"/>
                  <a:pt x="949513" y="483391"/>
                </a:cubicBezTo>
                <a:cubicBezTo>
                  <a:pt x="957861" y="483391"/>
                  <a:pt x="964475" y="476748"/>
                  <a:pt x="964475" y="468371"/>
                </a:cubicBezTo>
                <a:cubicBezTo>
                  <a:pt x="964475" y="460023"/>
                  <a:pt x="957861" y="453408"/>
                  <a:pt x="949513" y="453408"/>
                </a:cubicBezTo>
                <a:close/>
                <a:moveTo>
                  <a:pt x="1144925" y="453408"/>
                </a:moveTo>
                <a:cubicBezTo>
                  <a:pt x="1136606" y="453408"/>
                  <a:pt x="1129933" y="460225"/>
                  <a:pt x="1129933" y="468602"/>
                </a:cubicBezTo>
                <a:cubicBezTo>
                  <a:pt x="1129933" y="476748"/>
                  <a:pt x="1136606" y="483391"/>
                  <a:pt x="1144925" y="483391"/>
                </a:cubicBezTo>
                <a:cubicBezTo>
                  <a:pt x="1153301" y="483391"/>
                  <a:pt x="1159916" y="476748"/>
                  <a:pt x="1159916" y="468371"/>
                </a:cubicBezTo>
                <a:cubicBezTo>
                  <a:pt x="1159916" y="460023"/>
                  <a:pt x="1153301" y="453408"/>
                  <a:pt x="1144925" y="453408"/>
                </a:cubicBezTo>
                <a:close/>
                <a:moveTo>
                  <a:pt x="1300791" y="453408"/>
                </a:moveTo>
                <a:cubicBezTo>
                  <a:pt x="1292443" y="453408"/>
                  <a:pt x="1285828" y="460225"/>
                  <a:pt x="1285799" y="468602"/>
                </a:cubicBezTo>
                <a:cubicBezTo>
                  <a:pt x="1285799" y="476748"/>
                  <a:pt x="1292443" y="483391"/>
                  <a:pt x="1300791" y="483391"/>
                </a:cubicBezTo>
                <a:cubicBezTo>
                  <a:pt x="1309168" y="483391"/>
                  <a:pt x="1315782" y="476748"/>
                  <a:pt x="1315782" y="468371"/>
                </a:cubicBezTo>
                <a:cubicBezTo>
                  <a:pt x="1315782" y="460023"/>
                  <a:pt x="1309168" y="453408"/>
                  <a:pt x="1300791" y="453408"/>
                </a:cubicBezTo>
                <a:close/>
                <a:moveTo>
                  <a:pt x="0" y="0"/>
                </a:moveTo>
                <a:lnTo>
                  <a:pt x="2960194" y="0"/>
                </a:lnTo>
                <a:lnTo>
                  <a:pt x="2960194" y="6857999"/>
                </a:lnTo>
                <a:lnTo>
                  <a:pt x="0" y="6857999"/>
                </a:lnTo>
                <a:close/>
              </a:path>
            </a:pathLst>
          </a:custGeom>
          <a:solidFill>
            <a:schemeClr val="bg2"/>
          </a:solidFill>
        </p:spPr>
        <p:txBody>
          <a:bodyPr wrap="square">
            <a:noAutofit/>
          </a:bodyPr>
          <a:lstStyle>
            <a:lvl1pPr>
              <a:defRPr sz="1400"/>
            </a:lvl1pPr>
          </a:lstStyle>
          <a:p>
            <a:r>
              <a:rPr lang="en-US"/>
              <a:t>Click icon to add picture</a:t>
            </a:r>
            <a:endParaRPr lang="de-DE"/>
          </a:p>
        </p:txBody>
      </p:sp>
      <p:sp>
        <p:nvSpPr>
          <p:cNvPr id="3" name="Foliennummernplatzhalter 2">
            <a:extLst>
              <a:ext uri="{FF2B5EF4-FFF2-40B4-BE49-F238E27FC236}">
                <a16:creationId xmlns:a16="http://schemas.microsoft.com/office/drawing/2014/main" id="{76788B65-609F-30BE-4B16-C60C1EDCD1C2}"/>
              </a:ext>
            </a:extLst>
          </p:cNvPr>
          <p:cNvSpPr>
            <a:spLocks noGrp="1"/>
          </p:cNvSpPr>
          <p:nvPr>
            <p:ph type="sldNum" sz="quarter" idx="10"/>
          </p:nvPr>
        </p:nvSpPr>
        <p:spPr/>
        <p:txBody>
          <a:bodyPr/>
          <a:lstStyle/>
          <a:p>
            <a:fld id="{9678312F-8BDE-4502-9E53-473B40D118CD}" type="slidenum">
              <a:rPr lang="de-DE" smtClean="0"/>
              <a:pPr/>
              <a:t>‹#›</a:t>
            </a:fld>
            <a:endParaRPr lang="de-DE"/>
          </a:p>
        </p:txBody>
      </p:sp>
      <p:sp>
        <p:nvSpPr>
          <p:cNvPr id="7" name="Textplatzhalter 8">
            <a:extLst>
              <a:ext uri="{FF2B5EF4-FFF2-40B4-BE49-F238E27FC236}">
                <a16:creationId xmlns:a16="http://schemas.microsoft.com/office/drawing/2014/main" id="{4120F231-65BD-968D-0851-B4C84BC12707}"/>
              </a:ext>
            </a:extLst>
          </p:cNvPr>
          <p:cNvSpPr>
            <a:spLocks noGrp="1"/>
          </p:cNvSpPr>
          <p:nvPr>
            <p:ph type="body" sz="quarter" idx="13" hasCustomPrompt="1"/>
          </p:nvPr>
        </p:nvSpPr>
        <p:spPr>
          <a:xfrm>
            <a:off x="988265" y="3503723"/>
            <a:ext cx="2135936" cy="2973275"/>
          </a:xfrm>
          <a:solidFill>
            <a:schemeClr val="accent5"/>
          </a:solidFill>
        </p:spPr>
        <p:txBody>
          <a:bodyPr lIns="216000" tIns="180000" rIns="144000" bIns="251999"/>
          <a:lstStyle>
            <a:lvl1pPr>
              <a:lnSpc>
                <a:spcPct val="100000"/>
              </a:lnSpc>
              <a:spcAft>
                <a:spcPts val="300"/>
              </a:spcAft>
              <a:defRPr sz="1400"/>
            </a:lvl1pPr>
            <a:lvl2pPr>
              <a:lnSpc>
                <a:spcPct val="100000"/>
              </a:lnSpc>
              <a:spcBef>
                <a:spcPts val="400"/>
              </a:spcBef>
              <a:spcAft>
                <a:spcPts val="0"/>
              </a:spcAft>
              <a:defRPr sz="1000" b="0" i="0" spc="0" baseline="0">
                <a:solidFill>
                  <a:schemeClr val="bg1"/>
                </a:solidFill>
                <a:latin typeface="+mn-lt"/>
              </a:defRPr>
            </a:lvl2pPr>
            <a:lvl3pPr>
              <a:lnSpc>
                <a:spcPct val="100000"/>
              </a:lnSpc>
              <a:spcBef>
                <a:spcPts val="0"/>
              </a:spcBef>
              <a:spcAft>
                <a:spcPts val="200"/>
              </a:spcAft>
              <a:defRPr sz="1600" u="sng" cap="all" spc="90" baseline="0">
                <a:solidFill>
                  <a:schemeClr val="accent4"/>
                </a:solidFill>
                <a:latin typeface="+mj-lt"/>
              </a:defRPr>
            </a:lvl3pPr>
          </a:lstStyle>
          <a:p>
            <a:pPr lvl="0"/>
            <a:r>
              <a:rPr lang="de-DE" noProof="0"/>
              <a:t>Text hinzufügen</a:t>
            </a:r>
          </a:p>
          <a:p>
            <a:pPr lvl="1"/>
            <a:r>
              <a:rPr lang="de-DE" noProof="0"/>
              <a:t>Zweite Ebene</a:t>
            </a:r>
          </a:p>
        </p:txBody>
      </p:sp>
      <p:sp>
        <p:nvSpPr>
          <p:cNvPr id="8" name="Textplatzhalter 10">
            <a:extLst>
              <a:ext uri="{FF2B5EF4-FFF2-40B4-BE49-F238E27FC236}">
                <a16:creationId xmlns:a16="http://schemas.microsoft.com/office/drawing/2014/main" id="{797233C7-532F-0A5C-626A-31C86579DEC1}"/>
              </a:ext>
            </a:extLst>
          </p:cNvPr>
          <p:cNvSpPr>
            <a:spLocks noGrp="1"/>
          </p:cNvSpPr>
          <p:nvPr>
            <p:ph type="body" sz="quarter" idx="14" hasCustomPrompt="1"/>
          </p:nvPr>
        </p:nvSpPr>
        <p:spPr>
          <a:xfrm>
            <a:off x="3366931" y="1652136"/>
            <a:ext cx="2340000" cy="3875453"/>
          </a:xfrm>
        </p:spPr>
        <p:txBody>
          <a:bodyPr/>
          <a:lstStyle>
            <a:lvl1pPr marL="549275" indent="0">
              <a:spcAft>
                <a:spcPts val="1200"/>
              </a:spcAft>
              <a:defRPr sz="1400"/>
            </a:lvl1pPr>
            <a:lvl2pPr>
              <a:lnSpc>
                <a:spcPct val="118000"/>
              </a:lnSpc>
              <a:spcBef>
                <a:spcPts val="0"/>
              </a:spcBef>
              <a:defRPr sz="1000" spc="0" baseline="0">
                <a:latin typeface="+mn-lt"/>
              </a:defRPr>
            </a:lvl2pPr>
            <a:lvl3pPr marL="171450" indent="-171450">
              <a:lnSpc>
                <a:spcPct val="118000"/>
              </a:lnSpc>
              <a:buFont typeface="Merriweather Light" panose="00000400000000000000" pitchFamily="2" charset="0"/>
              <a:buChar char="→"/>
              <a:defRPr sz="1000"/>
            </a:lvl3pPr>
            <a:lvl4pPr marL="180000" indent="-180000">
              <a:buFont typeface="Merriweather Light" panose="00000400000000000000" pitchFamily="2" charset="0"/>
              <a:buChar char="•"/>
              <a:defRPr sz="850"/>
            </a:lvl4pPr>
            <a:lvl5pPr>
              <a:defRPr sz="850"/>
            </a:lvl5pPr>
          </a:lstStyle>
          <a:p>
            <a:pPr lvl="0"/>
            <a:r>
              <a:rPr lang="de-DE" noProof="0"/>
              <a:t>Text hinzufügen</a:t>
            </a:r>
          </a:p>
          <a:p>
            <a:pPr lvl="1"/>
            <a:r>
              <a:rPr lang="de-DE" noProof="0"/>
              <a:t>Zweite Ebene</a:t>
            </a:r>
          </a:p>
          <a:p>
            <a:pPr lvl="2"/>
            <a:r>
              <a:rPr lang="de-DE" noProof="0"/>
              <a:t>Dritte Ebene</a:t>
            </a:r>
          </a:p>
        </p:txBody>
      </p:sp>
      <p:sp>
        <p:nvSpPr>
          <p:cNvPr id="9" name="Textplatzhalter 10">
            <a:extLst>
              <a:ext uri="{FF2B5EF4-FFF2-40B4-BE49-F238E27FC236}">
                <a16:creationId xmlns:a16="http://schemas.microsoft.com/office/drawing/2014/main" id="{6E2CBB66-0CF6-A39C-EAEF-3E6CD4475856}"/>
              </a:ext>
            </a:extLst>
          </p:cNvPr>
          <p:cNvSpPr>
            <a:spLocks noGrp="1"/>
          </p:cNvSpPr>
          <p:nvPr>
            <p:ph type="body" sz="quarter" idx="15" hasCustomPrompt="1"/>
          </p:nvPr>
        </p:nvSpPr>
        <p:spPr>
          <a:xfrm>
            <a:off x="5972766" y="1652136"/>
            <a:ext cx="2340000" cy="3875453"/>
          </a:xfrm>
        </p:spPr>
        <p:txBody>
          <a:bodyPr/>
          <a:lstStyle>
            <a:lvl1pPr marL="549275" indent="0">
              <a:spcAft>
                <a:spcPts val="1200"/>
              </a:spcAft>
              <a:defRPr sz="1400"/>
            </a:lvl1pPr>
            <a:lvl2pPr>
              <a:lnSpc>
                <a:spcPct val="118000"/>
              </a:lnSpc>
              <a:spcBef>
                <a:spcPts val="0"/>
              </a:spcBef>
              <a:defRPr sz="1000" spc="0" baseline="0">
                <a:latin typeface="+mn-lt"/>
              </a:defRPr>
            </a:lvl2pPr>
            <a:lvl3pPr marL="171450" indent="-171450">
              <a:lnSpc>
                <a:spcPct val="118000"/>
              </a:lnSpc>
              <a:buFont typeface="Merriweather Light" panose="00000400000000000000" pitchFamily="2" charset="0"/>
              <a:buChar char="→"/>
              <a:defRPr sz="1000"/>
            </a:lvl3pPr>
            <a:lvl4pPr marL="180000" indent="-180000">
              <a:buFont typeface="Merriweather Light" panose="00000400000000000000" pitchFamily="2" charset="0"/>
              <a:buChar char="•"/>
              <a:defRPr sz="850"/>
            </a:lvl4pPr>
            <a:lvl5pPr>
              <a:defRPr sz="850"/>
            </a:lvl5pPr>
          </a:lstStyle>
          <a:p>
            <a:pPr lvl="0"/>
            <a:r>
              <a:rPr lang="de-DE" noProof="0"/>
              <a:t>Text hinzufügen</a:t>
            </a:r>
          </a:p>
          <a:p>
            <a:pPr lvl="1"/>
            <a:r>
              <a:rPr lang="de-DE" noProof="0"/>
              <a:t>Zweite Ebene</a:t>
            </a:r>
          </a:p>
          <a:p>
            <a:pPr lvl="2"/>
            <a:r>
              <a:rPr lang="de-DE" noProof="0"/>
              <a:t>Dritte Ebene</a:t>
            </a:r>
          </a:p>
        </p:txBody>
      </p:sp>
      <p:sp>
        <p:nvSpPr>
          <p:cNvPr id="10" name="Textplatzhalter 10">
            <a:extLst>
              <a:ext uri="{FF2B5EF4-FFF2-40B4-BE49-F238E27FC236}">
                <a16:creationId xmlns:a16="http://schemas.microsoft.com/office/drawing/2014/main" id="{66AFC7D3-5E92-E8B1-A5FB-C262A77E2607}"/>
              </a:ext>
            </a:extLst>
          </p:cNvPr>
          <p:cNvSpPr>
            <a:spLocks noGrp="1"/>
          </p:cNvSpPr>
          <p:nvPr>
            <p:ph type="body" sz="quarter" idx="16" hasCustomPrompt="1"/>
          </p:nvPr>
        </p:nvSpPr>
        <p:spPr>
          <a:xfrm>
            <a:off x="8578601" y="1652136"/>
            <a:ext cx="2340000" cy="3875453"/>
          </a:xfrm>
        </p:spPr>
        <p:txBody>
          <a:bodyPr/>
          <a:lstStyle>
            <a:lvl1pPr marL="549275" indent="0">
              <a:spcAft>
                <a:spcPts val="1200"/>
              </a:spcAft>
              <a:defRPr sz="1400"/>
            </a:lvl1pPr>
            <a:lvl2pPr>
              <a:lnSpc>
                <a:spcPct val="118000"/>
              </a:lnSpc>
              <a:spcBef>
                <a:spcPts val="0"/>
              </a:spcBef>
              <a:defRPr sz="1000" spc="0" baseline="0">
                <a:latin typeface="+mn-lt"/>
              </a:defRPr>
            </a:lvl2pPr>
            <a:lvl3pPr marL="171450" indent="-171450">
              <a:lnSpc>
                <a:spcPct val="118000"/>
              </a:lnSpc>
              <a:buFont typeface="Merriweather Light" panose="00000400000000000000" pitchFamily="2" charset="0"/>
              <a:buChar char="→"/>
              <a:defRPr sz="1000"/>
            </a:lvl3pPr>
            <a:lvl4pPr marL="180000" indent="-180000">
              <a:buFont typeface="Merriweather Light" panose="00000400000000000000" pitchFamily="2" charset="0"/>
              <a:buChar char="•"/>
              <a:defRPr sz="850"/>
            </a:lvl4pPr>
            <a:lvl5pPr>
              <a:defRPr sz="850"/>
            </a:lvl5pPr>
          </a:lstStyle>
          <a:p>
            <a:pPr lvl="0"/>
            <a:r>
              <a:rPr lang="de-DE" noProof="0"/>
              <a:t>Text hinzufügen</a:t>
            </a:r>
          </a:p>
          <a:p>
            <a:pPr lvl="1"/>
            <a:r>
              <a:rPr lang="de-DE" noProof="0"/>
              <a:t>Zweite Ebene</a:t>
            </a:r>
          </a:p>
          <a:p>
            <a:pPr lvl="2"/>
            <a:r>
              <a:rPr lang="de-DE" noProof="0"/>
              <a:t>Dritte Ebene</a:t>
            </a:r>
          </a:p>
        </p:txBody>
      </p:sp>
      <p:sp>
        <p:nvSpPr>
          <p:cNvPr id="11" name="Textplatzhalter 18">
            <a:extLst>
              <a:ext uri="{FF2B5EF4-FFF2-40B4-BE49-F238E27FC236}">
                <a16:creationId xmlns:a16="http://schemas.microsoft.com/office/drawing/2014/main" id="{84265736-53FF-6087-5E45-038E96CB91A4}"/>
              </a:ext>
            </a:extLst>
          </p:cNvPr>
          <p:cNvSpPr>
            <a:spLocks noGrp="1"/>
          </p:cNvSpPr>
          <p:nvPr>
            <p:ph type="body" sz="quarter" idx="17" hasCustomPrompt="1"/>
          </p:nvPr>
        </p:nvSpPr>
        <p:spPr>
          <a:xfrm>
            <a:off x="5600700" y="5782962"/>
            <a:ext cx="5318125" cy="694037"/>
          </a:xfrm>
        </p:spPr>
        <p:txBody>
          <a:bodyPr/>
          <a:lstStyle>
            <a:lvl1pPr algn="r">
              <a:spcBef>
                <a:spcPts val="0"/>
              </a:spcBef>
              <a:spcAft>
                <a:spcPts val="200"/>
              </a:spcAft>
              <a:defRPr sz="1200" b="0" i="0">
                <a:solidFill>
                  <a:schemeClr val="accent5"/>
                </a:solidFill>
                <a:latin typeface="Barlow Condensed Light" pitchFamily="2" charset="77"/>
              </a:defRPr>
            </a:lvl1pPr>
            <a:lvl2pPr algn="r">
              <a:lnSpc>
                <a:spcPct val="80000"/>
              </a:lnSpc>
              <a:spcBef>
                <a:spcPts val="0"/>
              </a:spcBef>
              <a:defRPr sz="2200" b="0" i="0" spc="0" baseline="0">
                <a:solidFill>
                  <a:schemeClr val="accent1"/>
                </a:solidFill>
                <a:latin typeface="Barlow Condensed Light" pitchFamily="2" charset="77"/>
              </a:defRPr>
            </a:lvl2pPr>
            <a:lvl3pPr algn="r">
              <a:defRPr/>
            </a:lvl3pPr>
            <a:lvl4pPr algn="r">
              <a:defRPr/>
            </a:lvl4pPr>
            <a:lvl5pPr algn="r">
              <a:defRPr/>
            </a:lvl5pPr>
          </a:lstStyle>
          <a:p>
            <a:pPr lvl="0"/>
            <a:r>
              <a:rPr lang="de-DE" noProof="0"/>
              <a:t>Text hinzufügen</a:t>
            </a:r>
          </a:p>
          <a:p>
            <a:pPr lvl="1"/>
            <a:r>
              <a:rPr lang="de-DE" noProof="0"/>
              <a:t>Zweite Ebene</a:t>
            </a:r>
            <a:br>
              <a:rPr lang="de-DE" noProof="0"/>
            </a:br>
            <a:endParaRPr lang="de-DE" noProof="0"/>
          </a:p>
        </p:txBody>
      </p:sp>
      <p:sp>
        <p:nvSpPr>
          <p:cNvPr id="2" name="Fußzeilenplatzhalter 5">
            <a:extLst>
              <a:ext uri="{FF2B5EF4-FFF2-40B4-BE49-F238E27FC236}">
                <a16:creationId xmlns:a16="http://schemas.microsoft.com/office/drawing/2014/main" id="{AD28606B-DE73-FD01-6AA3-6CC87912C3C4}"/>
              </a:ext>
            </a:extLst>
          </p:cNvPr>
          <p:cNvSpPr>
            <a:spLocks noGrp="1"/>
          </p:cNvSpPr>
          <p:nvPr>
            <p:ph type="ftr" sz="quarter" idx="3"/>
          </p:nvPr>
        </p:nvSpPr>
        <p:spPr>
          <a:xfrm rot="16200000">
            <a:off x="9687412" y="3627858"/>
            <a:ext cx="4114800" cy="180000"/>
          </a:xfrm>
          <a:prstGeom prst="rect">
            <a:avLst/>
          </a:prstGeom>
        </p:spPr>
        <p:txBody>
          <a:bodyPr vert="horz" lIns="0" tIns="0" rIns="0" bIns="0" rtlCol="0" anchor="b"/>
          <a:lstStyle>
            <a:lvl1pPr algn="l">
              <a:defRPr sz="800" cap="all" spc="50" baseline="0">
                <a:solidFill>
                  <a:schemeClr val="accent3"/>
                </a:solidFill>
                <a:latin typeface="Merriweather" panose="00000500000000000000" pitchFamily="2" charset="0"/>
              </a:defRPr>
            </a:lvl1pPr>
          </a:lstStyle>
          <a:p>
            <a:r>
              <a:rPr lang="de-DE"/>
              <a:t>Corporate Presentation</a:t>
            </a:r>
          </a:p>
        </p:txBody>
      </p:sp>
      <p:sp>
        <p:nvSpPr>
          <p:cNvPr id="15" name="Untertitel 2">
            <a:extLst>
              <a:ext uri="{FF2B5EF4-FFF2-40B4-BE49-F238E27FC236}">
                <a16:creationId xmlns:a16="http://schemas.microsoft.com/office/drawing/2014/main" id="{AF02C781-24E4-0F63-27CD-9280108AA9BE}"/>
              </a:ext>
            </a:extLst>
          </p:cNvPr>
          <p:cNvSpPr>
            <a:spLocks noGrp="1"/>
          </p:cNvSpPr>
          <p:nvPr>
            <p:ph type="subTitle" idx="1" hasCustomPrompt="1"/>
          </p:nvPr>
        </p:nvSpPr>
        <p:spPr>
          <a:xfrm>
            <a:off x="3301999" y="903600"/>
            <a:ext cx="7616602" cy="495406"/>
          </a:xfrm>
        </p:spPr>
        <p:txBody>
          <a:bodyPr lIns="0" tIns="0" rIns="0" bIns="0"/>
          <a:lstStyle>
            <a:lvl1pPr marL="0" indent="0" algn="r">
              <a:lnSpc>
                <a:spcPct val="85000"/>
              </a:lnSpc>
              <a:buNone/>
              <a:defRPr sz="2600" b="0" i="0" cap="none" baseline="0">
                <a:solidFill>
                  <a:schemeClr val="tx1"/>
                </a:solidFill>
                <a:latin typeface="Barlow Condensed Light"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noProof="0"/>
              <a:t>Untertitel hinzufügen</a:t>
            </a:r>
          </a:p>
        </p:txBody>
      </p:sp>
      <p:sp>
        <p:nvSpPr>
          <p:cNvPr id="16" name="Titel 3">
            <a:extLst>
              <a:ext uri="{FF2B5EF4-FFF2-40B4-BE49-F238E27FC236}">
                <a16:creationId xmlns:a16="http://schemas.microsoft.com/office/drawing/2014/main" id="{7ADFBC3D-6CB5-BC73-D0FE-FA6C18EC3E14}"/>
              </a:ext>
            </a:extLst>
          </p:cNvPr>
          <p:cNvSpPr>
            <a:spLocks noGrp="1"/>
          </p:cNvSpPr>
          <p:nvPr>
            <p:ph type="title" hasCustomPrompt="1"/>
          </p:nvPr>
        </p:nvSpPr>
        <p:spPr>
          <a:xfrm>
            <a:off x="3301998" y="410400"/>
            <a:ext cx="7616601" cy="394215"/>
          </a:xfrm>
          <a:prstGeom prst="rect">
            <a:avLst/>
          </a:prstGeom>
        </p:spPr>
        <p:txBody>
          <a:bodyPr/>
          <a:lstStyle>
            <a:lvl1pPr>
              <a:defRPr>
                <a:latin typeface="+mj-lt"/>
              </a:defRPr>
            </a:lvl1pPr>
          </a:lstStyle>
          <a:p>
            <a:r>
              <a:rPr lang="de-DE"/>
              <a:t>Titel hinzufügen</a:t>
            </a:r>
          </a:p>
        </p:txBody>
      </p:sp>
      <p:sp>
        <p:nvSpPr>
          <p:cNvPr id="13" name="Rechtwinkliges Dreieck 12">
            <a:extLst>
              <a:ext uri="{FF2B5EF4-FFF2-40B4-BE49-F238E27FC236}">
                <a16:creationId xmlns:a16="http://schemas.microsoft.com/office/drawing/2014/main" id="{8DAE7BD7-DAD7-BAF7-95AD-7FF6FE9F8B3B}"/>
              </a:ext>
            </a:extLst>
          </p:cNvPr>
          <p:cNvSpPr/>
          <p:nvPr userDrawn="1"/>
        </p:nvSpPr>
        <p:spPr>
          <a:xfrm rot="16200000" flipV="1">
            <a:off x="2959648" y="3339170"/>
            <a:ext cx="165100" cy="164006"/>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0" i="0">
              <a:latin typeface="Barlow Condensed Light" pitchFamily="2" charset="77"/>
            </a:endParaRPr>
          </a:p>
        </p:txBody>
      </p:sp>
    </p:spTree>
    <p:extLst>
      <p:ext uri="{BB962C8B-B14F-4D97-AF65-F5344CB8AC3E}">
        <p14:creationId xmlns:p14="http://schemas.microsoft.com/office/powerpoint/2010/main" val="13223653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9-qualifications">
    <p:spTree>
      <p:nvGrpSpPr>
        <p:cNvPr id="1" name=""/>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1FD4D19C-1914-D5F8-55C2-D1C0D4C362D6}"/>
              </a:ext>
            </a:extLst>
          </p:cNvPr>
          <p:cNvSpPr>
            <a:spLocks noGrp="1"/>
          </p:cNvSpPr>
          <p:nvPr>
            <p:ph type="sldNum" sz="quarter" idx="11"/>
          </p:nvPr>
        </p:nvSpPr>
        <p:spPr>
          <a:xfrm>
            <a:off x="11277376" y="417380"/>
            <a:ext cx="914622" cy="365125"/>
          </a:xfrm>
          <a:prstGeom prst="rect">
            <a:avLst/>
          </a:prstGeom>
        </p:spPr>
        <p:txBody>
          <a:bodyPr/>
          <a:lstStyle/>
          <a:p>
            <a:fld id="{9678312F-8BDE-4502-9E53-473B40D118CD}" type="slidenum">
              <a:rPr lang="de-DE" smtClean="0"/>
              <a:pPr/>
              <a:t>‹#›</a:t>
            </a:fld>
            <a:endParaRPr lang="de-DE"/>
          </a:p>
        </p:txBody>
      </p:sp>
      <p:sp>
        <p:nvSpPr>
          <p:cNvPr id="14" name="Textplatzhalter 13">
            <a:extLst>
              <a:ext uri="{FF2B5EF4-FFF2-40B4-BE49-F238E27FC236}">
                <a16:creationId xmlns:a16="http://schemas.microsoft.com/office/drawing/2014/main" id="{3539F7BD-4962-021C-1415-07B0694C6720}"/>
              </a:ext>
            </a:extLst>
          </p:cNvPr>
          <p:cNvSpPr>
            <a:spLocks noGrp="1"/>
          </p:cNvSpPr>
          <p:nvPr>
            <p:ph type="body" sz="quarter" idx="15" hasCustomPrompt="1"/>
          </p:nvPr>
        </p:nvSpPr>
        <p:spPr>
          <a:xfrm>
            <a:off x="1766361" y="1914659"/>
            <a:ext cx="2145239" cy="542143"/>
          </a:xfrm>
        </p:spPr>
        <p:txBody>
          <a:bodyPr/>
          <a:lstStyle>
            <a:lvl1pPr>
              <a:lnSpc>
                <a:spcPct val="100000"/>
              </a:lnSpc>
              <a:spcBef>
                <a:spcPts val="600"/>
              </a:spcBef>
              <a:spcAft>
                <a:spcPts val="300"/>
              </a:spcAft>
              <a:defRPr sz="1400" u="none">
                <a:solidFill>
                  <a:schemeClr val="accent5"/>
                </a:solidFill>
              </a:defRPr>
            </a:lvl1pPr>
            <a:lvl2pPr>
              <a:defRPr lang="en-US" sz="1250" b="0" i="0" kern="1200" spc="0" baseline="0">
                <a:solidFill>
                  <a:schemeClr val="tx1"/>
                </a:solidFill>
                <a:latin typeface="Barlow Condensed Light" pitchFamily="2" charset="77"/>
                <a:ea typeface="+mn-ea"/>
                <a:cs typeface="+mn-cs"/>
              </a:defRPr>
            </a:lvl2pPr>
          </a:lstStyle>
          <a:p>
            <a:pPr lvl="0"/>
            <a:r>
              <a:rPr lang="de-DE" noProof="0"/>
              <a:t>Text hinzufügen</a:t>
            </a:r>
          </a:p>
          <a:p>
            <a:pPr marL="0" lvl="1" indent="0" algn="l" defTabSz="914400" rtl="0" eaLnBrk="1" latinLnBrk="0" hangingPunct="1">
              <a:lnSpc>
                <a:spcPct val="100000"/>
              </a:lnSpc>
              <a:spcBef>
                <a:spcPts val="400"/>
              </a:spcBef>
              <a:spcAft>
                <a:spcPts val="0"/>
              </a:spcAft>
              <a:buFont typeface="Arial" panose="020B0604020202020204" pitchFamily="34" charset="0"/>
              <a:buNone/>
            </a:pPr>
            <a:r>
              <a:rPr lang="de-DE" noProof="0"/>
              <a:t>Zweite Ebene</a:t>
            </a:r>
          </a:p>
        </p:txBody>
      </p:sp>
      <p:sp>
        <p:nvSpPr>
          <p:cNvPr id="15" name="Textplatzhalter 13">
            <a:extLst>
              <a:ext uri="{FF2B5EF4-FFF2-40B4-BE49-F238E27FC236}">
                <a16:creationId xmlns:a16="http://schemas.microsoft.com/office/drawing/2014/main" id="{A7AEDF07-13EC-7444-CEBC-A04184977E0F}"/>
              </a:ext>
            </a:extLst>
          </p:cNvPr>
          <p:cNvSpPr>
            <a:spLocks noGrp="1"/>
          </p:cNvSpPr>
          <p:nvPr>
            <p:ph type="body" sz="quarter" idx="16" hasCustomPrompt="1"/>
          </p:nvPr>
        </p:nvSpPr>
        <p:spPr>
          <a:xfrm>
            <a:off x="5215130" y="1914659"/>
            <a:ext cx="2157220" cy="542143"/>
          </a:xfrm>
        </p:spPr>
        <p:txBody>
          <a:bodyPr/>
          <a:lstStyle>
            <a:lvl1pPr>
              <a:lnSpc>
                <a:spcPct val="100000"/>
              </a:lnSpc>
              <a:spcBef>
                <a:spcPts val="600"/>
              </a:spcBef>
              <a:spcAft>
                <a:spcPts val="300"/>
              </a:spcAft>
              <a:defRPr sz="1400" u="none">
                <a:solidFill>
                  <a:schemeClr val="accent5"/>
                </a:solidFill>
              </a:defRPr>
            </a:lvl1pPr>
            <a:lvl2pPr>
              <a:defRPr lang="en-US" sz="1250" b="0" i="0" kern="1200" spc="0" baseline="0">
                <a:solidFill>
                  <a:schemeClr val="tx1"/>
                </a:solidFill>
                <a:latin typeface="Barlow Condensed Light" pitchFamily="2" charset="77"/>
                <a:ea typeface="+mn-ea"/>
                <a:cs typeface="+mn-cs"/>
              </a:defRPr>
            </a:lvl2pPr>
          </a:lstStyle>
          <a:p>
            <a:pPr lvl="0"/>
            <a:r>
              <a:rPr lang="de-DE" noProof="0"/>
              <a:t>Text hinzufügen</a:t>
            </a:r>
          </a:p>
          <a:p>
            <a:pPr lvl="1"/>
            <a:r>
              <a:rPr lang="de-DE" noProof="0"/>
              <a:t>Zweite Ebene</a:t>
            </a:r>
          </a:p>
        </p:txBody>
      </p:sp>
      <p:sp>
        <p:nvSpPr>
          <p:cNvPr id="17" name="Bildplatzhalter 16">
            <a:extLst>
              <a:ext uri="{FF2B5EF4-FFF2-40B4-BE49-F238E27FC236}">
                <a16:creationId xmlns:a16="http://schemas.microsoft.com/office/drawing/2014/main" id="{7B5D5BA4-1A3A-398D-5D4B-3E5E48A8B7DE}"/>
              </a:ext>
            </a:extLst>
          </p:cNvPr>
          <p:cNvSpPr>
            <a:spLocks noGrp="1"/>
          </p:cNvSpPr>
          <p:nvPr>
            <p:ph type="pic" sz="quarter" idx="17"/>
          </p:nvPr>
        </p:nvSpPr>
        <p:spPr>
          <a:xfrm>
            <a:off x="540303" y="1914659"/>
            <a:ext cx="1125668" cy="1125668"/>
          </a:xfrm>
          <a:prstGeom prst="ellipse">
            <a:avLst/>
          </a:prstGeom>
          <a:solidFill>
            <a:schemeClr val="accent2"/>
          </a:solidFill>
        </p:spPr>
        <p:txBody>
          <a:bodyPr/>
          <a:lstStyle>
            <a:lvl1pPr>
              <a:defRPr sz="900"/>
            </a:lvl1pPr>
          </a:lstStyle>
          <a:p>
            <a:r>
              <a:rPr lang="en-US"/>
              <a:t>Click icon to add picture</a:t>
            </a:r>
            <a:endParaRPr lang="de-DE"/>
          </a:p>
        </p:txBody>
      </p:sp>
      <p:sp>
        <p:nvSpPr>
          <p:cNvPr id="18" name="Bildplatzhalter 16">
            <a:extLst>
              <a:ext uri="{FF2B5EF4-FFF2-40B4-BE49-F238E27FC236}">
                <a16:creationId xmlns:a16="http://schemas.microsoft.com/office/drawing/2014/main" id="{6CA5CBC1-FE1F-EEA6-6FFF-6FA8D4B1E743}"/>
              </a:ext>
            </a:extLst>
          </p:cNvPr>
          <p:cNvSpPr>
            <a:spLocks noGrp="1"/>
          </p:cNvSpPr>
          <p:nvPr>
            <p:ph type="pic" sz="quarter" idx="18"/>
          </p:nvPr>
        </p:nvSpPr>
        <p:spPr>
          <a:xfrm>
            <a:off x="4019298" y="1914659"/>
            <a:ext cx="1125668" cy="1125668"/>
          </a:xfrm>
          <a:prstGeom prst="ellipse">
            <a:avLst/>
          </a:prstGeom>
          <a:solidFill>
            <a:schemeClr val="accent2"/>
          </a:solidFill>
        </p:spPr>
        <p:txBody>
          <a:bodyPr/>
          <a:lstStyle>
            <a:lvl1pPr>
              <a:defRPr sz="900"/>
            </a:lvl1pPr>
          </a:lstStyle>
          <a:p>
            <a:r>
              <a:rPr lang="en-US"/>
              <a:t>Click icon to add picture</a:t>
            </a:r>
            <a:endParaRPr lang="de-DE"/>
          </a:p>
        </p:txBody>
      </p:sp>
      <p:sp>
        <p:nvSpPr>
          <p:cNvPr id="10" name="Textplatzhalter 9">
            <a:extLst>
              <a:ext uri="{FF2B5EF4-FFF2-40B4-BE49-F238E27FC236}">
                <a16:creationId xmlns:a16="http://schemas.microsoft.com/office/drawing/2014/main" id="{79AF6ADF-D54A-9C25-3572-A82CE7587854}"/>
              </a:ext>
            </a:extLst>
          </p:cNvPr>
          <p:cNvSpPr>
            <a:spLocks noGrp="1"/>
          </p:cNvSpPr>
          <p:nvPr>
            <p:ph type="body" sz="quarter" idx="19" hasCustomPrompt="1"/>
          </p:nvPr>
        </p:nvSpPr>
        <p:spPr>
          <a:xfrm>
            <a:off x="4019298" y="3282659"/>
            <a:ext cx="3204000" cy="3193200"/>
          </a:xfrm>
        </p:spPr>
        <p:txBody>
          <a:bodyPr/>
          <a:lstStyle>
            <a:lvl1pPr>
              <a:defRPr sz="1400">
                <a:solidFill>
                  <a:schemeClr val="accent5"/>
                </a:solidFill>
              </a:defRPr>
            </a:lvl1pPr>
            <a:lvl2pPr>
              <a:defRPr/>
            </a:lvl2pPr>
            <a:lvl3pPr>
              <a:lnSpc>
                <a:spcPct val="115000"/>
              </a:lnSpc>
              <a:defRPr sz="1000"/>
            </a:lvl3pPr>
            <a:lvl4pPr>
              <a:lnSpc>
                <a:spcPct val="115000"/>
              </a:lnSpc>
              <a:spcAft>
                <a:spcPts val="400"/>
              </a:spcAft>
              <a:defRPr sz="1000"/>
            </a:lvl4pPr>
            <a:lvl5pPr>
              <a:lnSpc>
                <a:spcPct val="115000"/>
              </a:lnSpc>
              <a:defRPr sz="1000"/>
            </a:lvl5pPr>
          </a:lstStyle>
          <a:p>
            <a:pPr lvl="0"/>
            <a:r>
              <a:rPr lang="de-DE" noProof="0"/>
              <a:t>Text hinzufügen</a:t>
            </a:r>
          </a:p>
          <a:p>
            <a:pPr lvl="1"/>
            <a:r>
              <a:rPr lang="de-DE" noProof="0"/>
              <a:t>Zweite Ebene</a:t>
            </a:r>
          </a:p>
          <a:p>
            <a:pPr lvl="2"/>
            <a:r>
              <a:rPr lang="de-DE" noProof="0"/>
              <a:t>Dritte Ebene</a:t>
            </a:r>
          </a:p>
          <a:p>
            <a:pPr lvl="3"/>
            <a:r>
              <a:rPr lang="de-DE" noProof="0"/>
              <a:t>Vierte Ebene</a:t>
            </a:r>
          </a:p>
          <a:p>
            <a:pPr lvl="4"/>
            <a:r>
              <a:rPr lang="de-DE" noProof="0"/>
              <a:t>Fünfte Ebene</a:t>
            </a:r>
          </a:p>
        </p:txBody>
      </p:sp>
      <p:sp>
        <p:nvSpPr>
          <p:cNvPr id="11" name="Textplatzhalter 9">
            <a:extLst>
              <a:ext uri="{FF2B5EF4-FFF2-40B4-BE49-F238E27FC236}">
                <a16:creationId xmlns:a16="http://schemas.microsoft.com/office/drawing/2014/main" id="{E00DE5D0-F127-36CC-D359-FF292C5DC837}"/>
              </a:ext>
            </a:extLst>
          </p:cNvPr>
          <p:cNvSpPr>
            <a:spLocks noGrp="1"/>
          </p:cNvSpPr>
          <p:nvPr>
            <p:ph type="body" sz="quarter" idx="20" hasCustomPrompt="1"/>
          </p:nvPr>
        </p:nvSpPr>
        <p:spPr>
          <a:xfrm>
            <a:off x="463551" y="3282659"/>
            <a:ext cx="3204000" cy="3193200"/>
          </a:xfrm>
        </p:spPr>
        <p:txBody>
          <a:bodyPr/>
          <a:lstStyle>
            <a:lvl1pPr>
              <a:defRPr sz="1400">
                <a:solidFill>
                  <a:schemeClr val="accent5"/>
                </a:solidFill>
              </a:defRPr>
            </a:lvl1pPr>
            <a:lvl2pPr>
              <a:defRPr/>
            </a:lvl2pPr>
            <a:lvl3pPr>
              <a:lnSpc>
                <a:spcPct val="115000"/>
              </a:lnSpc>
              <a:defRPr sz="1000"/>
            </a:lvl3pPr>
            <a:lvl4pPr>
              <a:lnSpc>
                <a:spcPct val="115000"/>
              </a:lnSpc>
              <a:spcAft>
                <a:spcPts val="400"/>
              </a:spcAft>
              <a:defRPr sz="1000"/>
            </a:lvl4pPr>
            <a:lvl5pPr>
              <a:lnSpc>
                <a:spcPct val="115000"/>
              </a:lnSpc>
              <a:defRPr sz="1000"/>
            </a:lvl5pPr>
          </a:lstStyle>
          <a:p>
            <a:pPr lvl="0"/>
            <a:r>
              <a:rPr lang="de-DE" noProof="0"/>
              <a:t>Text hinzufügen</a:t>
            </a:r>
          </a:p>
          <a:p>
            <a:pPr lvl="1"/>
            <a:r>
              <a:rPr lang="de-DE" noProof="0"/>
              <a:t>Zweite Ebene</a:t>
            </a:r>
          </a:p>
          <a:p>
            <a:pPr lvl="2"/>
            <a:r>
              <a:rPr lang="de-DE" noProof="0"/>
              <a:t>Dritte Ebene</a:t>
            </a:r>
          </a:p>
          <a:p>
            <a:pPr lvl="3"/>
            <a:r>
              <a:rPr lang="de-DE" noProof="0"/>
              <a:t>Vierte Ebene</a:t>
            </a:r>
          </a:p>
          <a:p>
            <a:pPr lvl="4"/>
            <a:r>
              <a:rPr lang="de-DE" noProof="0"/>
              <a:t>Fünfte Ebene</a:t>
            </a:r>
          </a:p>
        </p:txBody>
      </p:sp>
      <p:sp>
        <p:nvSpPr>
          <p:cNvPr id="13" name="Textplatzhalter 9">
            <a:extLst>
              <a:ext uri="{FF2B5EF4-FFF2-40B4-BE49-F238E27FC236}">
                <a16:creationId xmlns:a16="http://schemas.microsoft.com/office/drawing/2014/main" id="{A1F2B7F2-2EAE-B5A8-8AB3-0AFDB213EA13}"/>
              </a:ext>
            </a:extLst>
          </p:cNvPr>
          <p:cNvSpPr>
            <a:spLocks noGrp="1"/>
          </p:cNvSpPr>
          <p:nvPr>
            <p:ph type="body" sz="quarter" idx="21" hasCustomPrompt="1"/>
          </p:nvPr>
        </p:nvSpPr>
        <p:spPr>
          <a:xfrm>
            <a:off x="7618300" y="1914659"/>
            <a:ext cx="3301200" cy="4561200"/>
          </a:xfrm>
        </p:spPr>
        <p:txBody>
          <a:bodyPr/>
          <a:lstStyle>
            <a:lvl1pPr>
              <a:spcBef>
                <a:spcPts val="600"/>
              </a:spcBef>
              <a:defRPr sz="1400">
                <a:solidFill>
                  <a:schemeClr val="accent5"/>
                </a:solidFill>
              </a:defRPr>
            </a:lvl1pPr>
            <a:lvl2pPr>
              <a:defRPr/>
            </a:lvl2pPr>
            <a:lvl3pPr>
              <a:lnSpc>
                <a:spcPct val="115000"/>
              </a:lnSpc>
              <a:defRPr sz="1000"/>
            </a:lvl3pPr>
            <a:lvl4pPr>
              <a:lnSpc>
                <a:spcPct val="115000"/>
              </a:lnSpc>
              <a:spcAft>
                <a:spcPts val="400"/>
              </a:spcAft>
              <a:defRPr sz="1000"/>
            </a:lvl4pPr>
            <a:lvl5pPr>
              <a:lnSpc>
                <a:spcPct val="115000"/>
              </a:lnSpc>
              <a:defRPr sz="1000"/>
            </a:lvl5pPr>
          </a:lstStyle>
          <a:p>
            <a:pPr lvl="0"/>
            <a:r>
              <a:rPr lang="de-DE" noProof="0"/>
              <a:t>Text hinzufügen</a:t>
            </a:r>
          </a:p>
          <a:p>
            <a:pPr lvl="1"/>
            <a:r>
              <a:rPr lang="de-DE" noProof="0"/>
              <a:t>Zweite Ebene</a:t>
            </a:r>
          </a:p>
          <a:p>
            <a:pPr lvl="2"/>
            <a:r>
              <a:rPr lang="de-DE" noProof="0"/>
              <a:t>Dritte Ebene</a:t>
            </a:r>
          </a:p>
          <a:p>
            <a:pPr lvl="3"/>
            <a:r>
              <a:rPr lang="de-DE" noProof="0"/>
              <a:t>Vierte Ebene</a:t>
            </a:r>
          </a:p>
          <a:p>
            <a:pPr lvl="4"/>
            <a:r>
              <a:rPr lang="de-DE" noProof="0"/>
              <a:t>Fünfte Ebene</a:t>
            </a:r>
          </a:p>
        </p:txBody>
      </p:sp>
      <p:sp>
        <p:nvSpPr>
          <p:cNvPr id="2" name="Fußzeilenplatzhalter 5">
            <a:extLst>
              <a:ext uri="{FF2B5EF4-FFF2-40B4-BE49-F238E27FC236}">
                <a16:creationId xmlns:a16="http://schemas.microsoft.com/office/drawing/2014/main" id="{12B6A08D-E9AA-9E57-76B3-934571DBB6C6}"/>
              </a:ext>
            </a:extLst>
          </p:cNvPr>
          <p:cNvSpPr>
            <a:spLocks noGrp="1"/>
          </p:cNvSpPr>
          <p:nvPr>
            <p:ph type="ftr" sz="quarter" idx="3"/>
          </p:nvPr>
        </p:nvSpPr>
        <p:spPr>
          <a:xfrm rot="16200000">
            <a:off x="9687412" y="3627858"/>
            <a:ext cx="4114800" cy="180000"/>
          </a:xfrm>
          <a:prstGeom prst="rect">
            <a:avLst/>
          </a:prstGeom>
        </p:spPr>
        <p:txBody>
          <a:bodyPr vert="horz" lIns="0" tIns="0" rIns="0" bIns="0" rtlCol="0" anchor="b"/>
          <a:lstStyle>
            <a:lvl1pPr algn="l">
              <a:defRPr sz="800" cap="all" spc="50" baseline="0">
                <a:solidFill>
                  <a:schemeClr val="accent3"/>
                </a:solidFill>
                <a:latin typeface="Merriweather" panose="00000500000000000000" pitchFamily="2" charset="0"/>
              </a:defRPr>
            </a:lvl1pPr>
          </a:lstStyle>
          <a:p>
            <a:r>
              <a:rPr lang="de-DE"/>
              <a:t>Corporate Presentation</a:t>
            </a:r>
          </a:p>
        </p:txBody>
      </p:sp>
      <p:sp>
        <p:nvSpPr>
          <p:cNvPr id="8" name="Untertitel 2">
            <a:extLst>
              <a:ext uri="{FF2B5EF4-FFF2-40B4-BE49-F238E27FC236}">
                <a16:creationId xmlns:a16="http://schemas.microsoft.com/office/drawing/2014/main" id="{C6CAEAE4-F2D4-EE30-2A45-45D789D0490E}"/>
              </a:ext>
            </a:extLst>
          </p:cNvPr>
          <p:cNvSpPr>
            <a:spLocks noGrp="1"/>
          </p:cNvSpPr>
          <p:nvPr>
            <p:ph type="subTitle" idx="1" hasCustomPrompt="1"/>
          </p:nvPr>
        </p:nvSpPr>
        <p:spPr>
          <a:xfrm>
            <a:off x="3301999" y="903600"/>
            <a:ext cx="7616602" cy="495406"/>
          </a:xfrm>
        </p:spPr>
        <p:txBody>
          <a:bodyPr lIns="0" tIns="0" rIns="0" bIns="0"/>
          <a:lstStyle>
            <a:lvl1pPr marL="0" indent="0" algn="r">
              <a:lnSpc>
                <a:spcPct val="85000"/>
              </a:lnSpc>
              <a:buNone/>
              <a:defRPr sz="2600" b="0" i="0" cap="none" baseline="0">
                <a:solidFill>
                  <a:schemeClr val="tx1"/>
                </a:solidFill>
                <a:latin typeface="Barlow Condensed Light"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noProof="0"/>
              <a:t>Untertitel hinzufügen</a:t>
            </a:r>
          </a:p>
        </p:txBody>
      </p:sp>
      <p:sp>
        <p:nvSpPr>
          <p:cNvPr id="9" name="Titel 3">
            <a:extLst>
              <a:ext uri="{FF2B5EF4-FFF2-40B4-BE49-F238E27FC236}">
                <a16:creationId xmlns:a16="http://schemas.microsoft.com/office/drawing/2014/main" id="{8B6A2B5A-7EDD-27BA-119B-019B043201EC}"/>
              </a:ext>
            </a:extLst>
          </p:cNvPr>
          <p:cNvSpPr>
            <a:spLocks noGrp="1"/>
          </p:cNvSpPr>
          <p:nvPr>
            <p:ph type="title" hasCustomPrompt="1"/>
          </p:nvPr>
        </p:nvSpPr>
        <p:spPr>
          <a:xfrm>
            <a:off x="3301998" y="410400"/>
            <a:ext cx="7616601" cy="394215"/>
          </a:xfrm>
          <a:prstGeom prst="rect">
            <a:avLst/>
          </a:prstGeom>
        </p:spPr>
        <p:txBody>
          <a:bodyPr/>
          <a:lstStyle>
            <a:lvl1pPr>
              <a:defRPr>
                <a:latin typeface="+mj-lt"/>
              </a:defRPr>
            </a:lvl1pPr>
          </a:lstStyle>
          <a:p>
            <a:r>
              <a:rPr lang="de-DE"/>
              <a:t>Titel hinzufügen</a:t>
            </a:r>
          </a:p>
        </p:txBody>
      </p:sp>
    </p:spTree>
    <p:extLst>
      <p:ext uri="{BB962C8B-B14F-4D97-AF65-F5344CB8AC3E}">
        <p14:creationId xmlns:p14="http://schemas.microsoft.com/office/powerpoint/2010/main" val="237955975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9-qualifications2">
    <p:spTree>
      <p:nvGrpSpPr>
        <p:cNvPr id="1" name=""/>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1FD4D19C-1914-D5F8-55C2-D1C0D4C362D6}"/>
              </a:ext>
            </a:extLst>
          </p:cNvPr>
          <p:cNvSpPr>
            <a:spLocks noGrp="1"/>
          </p:cNvSpPr>
          <p:nvPr>
            <p:ph type="sldNum" sz="quarter" idx="11"/>
          </p:nvPr>
        </p:nvSpPr>
        <p:spPr>
          <a:xfrm>
            <a:off x="11277376" y="417380"/>
            <a:ext cx="914622" cy="365125"/>
          </a:xfrm>
          <a:prstGeom prst="rect">
            <a:avLst/>
          </a:prstGeom>
        </p:spPr>
        <p:txBody>
          <a:bodyPr/>
          <a:lstStyle/>
          <a:p>
            <a:fld id="{9678312F-8BDE-4502-9E53-473B40D118CD}" type="slidenum">
              <a:rPr lang="de-DE" smtClean="0"/>
              <a:pPr/>
              <a:t>‹#›</a:t>
            </a:fld>
            <a:endParaRPr lang="de-DE"/>
          </a:p>
        </p:txBody>
      </p:sp>
      <p:sp>
        <p:nvSpPr>
          <p:cNvPr id="17" name="Bildplatzhalter 16">
            <a:extLst>
              <a:ext uri="{FF2B5EF4-FFF2-40B4-BE49-F238E27FC236}">
                <a16:creationId xmlns:a16="http://schemas.microsoft.com/office/drawing/2014/main" id="{7B5D5BA4-1A3A-398D-5D4B-3E5E48A8B7DE}"/>
              </a:ext>
            </a:extLst>
          </p:cNvPr>
          <p:cNvSpPr>
            <a:spLocks noGrp="1"/>
          </p:cNvSpPr>
          <p:nvPr>
            <p:ph type="pic" sz="quarter" idx="17"/>
          </p:nvPr>
        </p:nvSpPr>
        <p:spPr>
          <a:xfrm>
            <a:off x="540303" y="1914659"/>
            <a:ext cx="1125668" cy="1125668"/>
          </a:xfrm>
          <a:prstGeom prst="ellipse">
            <a:avLst/>
          </a:prstGeom>
          <a:solidFill>
            <a:schemeClr val="accent2"/>
          </a:solidFill>
        </p:spPr>
        <p:txBody>
          <a:bodyPr/>
          <a:lstStyle>
            <a:lvl1pPr>
              <a:defRPr sz="900"/>
            </a:lvl1pPr>
          </a:lstStyle>
          <a:p>
            <a:r>
              <a:rPr lang="en-US" noProof="0"/>
              <a:t>Click icon to add picture</a:t>
            </a:r>
            <a:endParaRPr lang="de-DE" noProof="0"/>
          </a:p>
        </p:txBody>
      </p:sp>
      <p:sp>
        <p:nvSpPr>
          <p:cNvPr id="20" name="Rechtwinkliges Dreieck 19">
            <a:extLst>
              <a:ext uri="{FF2B5EF4-FFF2-40B4-BE49-F238E27FC236}">
                <a16:creationId xmlns:a16="http://schemas.microsoft.com/office/drawing/2014/main" id="{289C7435-8C80-CDDB-600F-BA59BB9C2391}"/>
              </a:ext>
            </a:extLst>
          </p:cNvPr>
          <p:cNvSpPr/>
          <p:nvPr userDrawn="1"/>
        </p:nvSpPr>
        <p:spPr>
          <a:xfrm>
            <a:off x="11279982" y="1964533"/>
            <a:ext cx="180000" cy="159639"/>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0" i="0">
              <a:latin typeface="Barlow Condensed Light" pitchFamily="2" charset="77"/>
            </a:endParaRPr>
          </a:p>
        </p:txBody>
      </p:sp>
      <p:sp>
        <p:nvSpPr>
          <p:cNvPr id="9" name="Textplatzhalter 8">
            <a:extLst>
              <a:ext uri="{FF2B5EF4-FFF2-40B4-BE49-F238E27FC236}">
                <a16:creationId xmlns:a16="http://schemas.microsoft.com/office/drawing/2014/main" id="{E7D49CF2-CEFB-825D-5D07-26751B3BF9E5}"/>
              </a:ext>
            </a:extLst>
          </p:cNvPr>
          <p:cNvSpPr>
            <a:spLocks noGrp="1"/>
          </p:cNvSpPr>
          <p:nvPr>
            <p:ph type="body" sz="quarter" idx="20" hasCustomPrompt="1"/>
          </p:nvPr>
        </p:nvSpPr>
        <p:spPr>
          <a:xfrm>
            <a:off x="468000" y="3189600"/>
            <a:ext cx="2016000" cy="3286800"/>
          </a:xfrm>
        </p:spPr>
        <p:txBody>
          <a:bodyPr/>
          <a:lstStyle>
            <a:lvl1pPr>
              <a:defRPr sz="1400">
                <a:solidFill>
                  <a:schemeClr val="accent5"/>
                </a:solidFill>
              </a:defRPr>
            </a:lvl1pPr>
            <a:lvl2pPr>
              <a:defRPr>
                <a:solidFill>
                  <a:schemeClr val="accent5"/>
                </a:solidFill>
              </a:defRPr>
            </a:lvl2pPr>
            <a:lvl3pPr>
              <a:lnSpc>
                <a:spcPct val="120000"/>
              </a:lnSpc>
              <a:defRPr sz="1000"/>
            </a:lvl3pPr>
            <a:lvl4pPr>
              <a:lnSpc>
                <a:spcPct val="120000"/>
              </a:lnSpc>
              <a:spcAft>
                <a:spcPts val="400"/>
              </a:spcAft>
              <a:defRPr sz="1000"/>
            </a:lvl4pPr>
            <a:lvl5pPr>
              <a:lnSpc>
                <a:spcPct val="120000"/>
              </a:lnSpc>
              <a:defRPr sz="1000"/>
            </a:lvl5pPr>
          </a:lstStyle>
          <a:p>
            <a:pPr lvl="0"/>
            <a:r>
              <a:rPr lang="de-DE" noProof="0"/>
              <a:t>Text hinzufügen</a:t>
            </a:r>
          </a:p>
          <a:p>
            <a:pPr lvl="1"/>
            <a:r>
              <a:rPr lang="de-DE" noProof="0"/>
              <a:t>Zweite Ebene</a:t>
            </a:r>
          </a:p>
          <a:p>
            <a:pPr lvl="2"/>
            <a:r>
              <a:rPr lang="de-DE" noProof="0"/>
              <a:t>Dritte Ebene</a:t>
            </a:r>
          </a:p>
          <a:p>
            <a:pPr lvl="3"/>
            <a:r>
              <a:rPr lang="de-DE" noProof="0"/>
              <a:t>Vierte Ebene</a:t>
            </a:r>
          </a:p>
          <a:p>
            <a:pPr lvl="4"/>
            <a:r>
              <a:rPr lang="de-DE" noProof="0"/>
              <a:t>Fünfte Ebene</a:t>
            </a:r>
          </a:p>
        </p:txBody>
      </p:sp>
      <p:sp>
        <p:nvSpPr>
          <p:cNvPr id="11" name="Textplatzhalter 8">
            <a:extLst>
              <a:ext uri="{FF2B5EF4-FFF2-40B4-BE49-F238E27FC236}">
                <a16:creationId xmlns:a16="http://schemas.microsoft.com/office/drawing/2014/main" id="{6CCCB116-1A19-B248-C9F5-AED8B9A27CF5}"/>
              </a:ext>
            </a:extLst>
          </p:cNvPr>
          <p:cNvSpPr>
            <a:spLocks noGrp="1"/>
          </p:cNvSpPr>
          <p:nvPr>
            <p:ph type="body" sz="quarter" idx="21" hasCustomPrompt="1"/>
          </p:nvPr>
        </p:nvSpPr>
        <p:spPr>
          <a:xfrm>
            <a:off x="2804794" y="1895476"/>
            <a:ext cx="6519600" cy="4581524"/>
          </a:xfrm>
        </p:spPr>
        <p:txBody>
          <a:bodyPr numCol="2" spcCol="180000"/>
          <a:lstStyle>
            <a:lvl1pPr>
              <a:defRPr sz="1400">
                <a:solidFill>
                  <a:schemeClr val="accent5"/>
                </a:solidFill>
              </a:defRPr>
            </a:lvl1pPr>
            <a:lvl2pPr>
              <a:defRPr>
                <a:solidFill>
                  <a:schemeClr val="accent5"/>
                </a:solidFill>
              </a:defRPr>
            </a:lvl2pPr>
            <a:lvl3pPr>
              <a:lnSpc>
                <a:spcPct val="120000"/>
              </a:lnSpc>
              <a:defRPr sz="1000"/>
            </a:lvl3pPr>
            <a:lvl4pPr>
              <a:lnSpc>
                <a:spcPct val="120000"/>
              </a:lnSpc>
              <a:spcAft>
                <a:spcPts val="400"/>
              </a:spcAft>
              <a:defRPr sz="1000"/>
            </a:lvl4pPr>
            <a:lvl5pPr>
              <a:lnSpc>
                <a:spcPct val="120000"/>
              </a:lnSpc>
              <a:defRPr sz="1000"/>
            </a:lvl5pPr>
          </a:lstStyle>
          <a:p>
            <a:pPr lvl="0"/>
            <a:r>
              <a:rPr lang="de-DE" noProof="0"/>
              <a:t>Text hinzufügen</a:t>
            </a:r>
          </a:p>
          <a:p>
            <a:pPr lvl="1"/>
            <a:r>
              <a:rPr lang="de-DE" noProof="0"/>
              <a:t>Zweite Ebene</a:t>
            </a:r>
          </a:p>
          <a:p>
            <a:pPr lvl="2"/>
            <a:r>
              <a:rPr lang="de-DE" noProof="0"/>
              <a:t>Dritte Ebene</a:t>
            </a:r>
          </a:p>
          <a:p>
            <a:pPr lvl="3"/>
            <a:r>
              <a:rPr lang="de-DE" noProof="0"/>
              <a:t>Vierte Ebene</a:t>
            </a:r>
          </a:p>
          <a:p>
            <a:pPr lvl="4"/>
            <a:r>
              <a:rPr lang="de-DE" noProof="0"/>
              <a:t>Fünfte Ebene</a:t>
            </a:r>
          </a:p>
        </p:txBody>
      </p:sp>
      <p:sp>
        <p:nvSpPr>
          <p:cNvPr id="2" name="Fußzeilenplatzhalter 5">
            <a:extLst>
              <a:ext uri="{FF2B5EF4-FFF2-40B4-BE49-F238E27FC236}">
                <a16:creationId xmlns:a16="http://schemas.microsoft.com/office/drawing/2014/main" id="{2E2539F1-758E-D679-BC19-1AD574F08BE9}"/>
              </a:ext>
            </a:extLst>
          </p:cNvPr>
          <p:cNvSpPr>
            <a:spLocks noGrp="1"/>
          </p:cNvSpPr>
          <p:nvPr>
            <p:ph type="ftr" sz="quarter" idx="3"/>
          </p:nvPr>
        </p:nvSpPr>
        <p:spPr>
          <a:xfrm rot="16200000">
            <a:off x="9687412" y="3627858"/>
            <a:ext cx="4114800" cy="180000"/>
          </a:xfrm>
          <a:prstGeom prst="rect">
            <a:avLst/>
          </a:prstGeom>
        </p:spPr>
        <p:txBody>
          <a:bodyPr vert="horz" lIns="0" tIns="0" rIns="0" bIns="0" rtlCol="0" anchor="b"/>
          <a:lstStyle>
            <a:lvl1pPr algn="l">
              <a:defRPr sz="800" cap="all" spc="50" baseline="0">
                <a:solidFill>
                  <a:schemeClr val="accent3"/>
                </a:solidFill>
                <a:latin typeface="Merriweather" panose="00000500000000000000" pitchFamily="2" charset="0"/>
              </a:defRPr>
            </a:lvl1pPr>
          </a:lstStyle>
          <a:p>
            <a:r>
              <a:rPr lang="de-DE"/>
              <a:t>Corporate Presentation</a:t>
            </a:r>
          </a:p>
        </p:txBody>
      </p:sp>
      <p:sp>
        <p:nvSpPr>
          <p:cNvPr id="3" name="Untertitel 2">
            <a:extLst>
              <a:ext uri="{FF2B5EF4-FFF2-40B4-BE49-F238E27FC236}">
                <a16:creationId xmlns:a16="http://schemas.microsoft.com/office/drawing/2014/main" id="{F3AB99B3-5E8A-DBBD-4A8C-41EDCF218AE8}"/>
              </a:ext>
            </a:extLst>
          </p:cNvPr>
          <p:cNvSpPr>
            <a:spLocks noGrp="1"/>
          </p:cNvSpPr>
          <p:nvPr>
            <p:ph type="subTitle" idx="1" hasCustomPrompt="1"/>
          </p:nvPr>
        </p:nvSpPr>
        <p:spPr>
          <a:xfrm>
            <a:off x="3301999" y="903600"/>
            <a:ext cx="7616602" cy="495406"/>
          </a:xfrm>
        </p:spPr>
        <p:txBody>
          <a:bodyPr lIns="0" tIns="0" rIns="0" bIns="0"/>
          <a:lstStyle>
            <a:lvl1pPr marL="0" indent="0" algn="r">
              <a:lnSpc>
                <a:spcPct val="85000"/>
              </a:lnSpc>
              <a:buNone/>
              <a:defRPr sz="2600" b="0" i="0" cap="none" baseline="0">
                <a:solidFill>
                  <a:schemeClr val="tx1"/>
                </a:solidFill>
                <a:latin typeface="Barlow Condensed Light"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noProof="0"/>
              <a:t>Untertitel hinzufügen</a:t>
            </a:r>
          </a:p>
        </p:txBody>
      </p:sp>
      <p:sp>
        <p:nvSpPr>
          <p:cNvPr id="5" name="Titel 3">
            <a:extLst>
              <a:ext uri="{FF2B5EF4-FFF2-40B4-BE49-F238E27FC236}">
                <a16:creationId xmlns:a16="http://schemas.microsoft.com/office/drawing/2014/main" id="{A7A92B3E-1EF5-A974-C0A9-C6D46EF53BA0}"/>
              </a:ext>
            </a:extLst>
          </p:cNvPr>
          <p:cNvSpPr>
            <a:spLocks noGrp="1"/>
          </p:cNvSpPr>
          <p:nvPr>
            <p:ph type="title" hasCustomPrompt="1"/>
          </p:nvPr>
        </p:nvSpPr>
        <p:spPr>
          <a:xfrm>
            <a:off x="3301998" y="410400"/>
            <a:ext cx="7616601" cy="394215"/>
          </a:xfrm>
          <a:prstGeom prst="rect">
            <a:avLst/>
          </a:prstGeom>
        </p:spPr>
        <p:txBody>
          <a:bodyPr/>
          <a:lstStyle>
            <a:lvl1pPr>
              <a:defRPr>
                <a:latin typeface="+mj-lt"/>
              </a:defRPr>
            </a:lvl1pPr>
          </a:lstStyle>
          <a:p>
            <a:r>
              <a:rPr lang="de-DE"/>
              <a:t>Titel hinzufügen</a:t>
            </a:r>
          </a:p>
        </p:txBody>
      </p:sp>
      <p:sp>
        <p:nvSpPr>
          <p:cNvPr id="6" name="Textplatzhalter 8">
            <a:extLst>
              <a:ext uri="{FF2B5EF4-FFF2-40B4-BE49-F238E27FC236}">
                <a16:creationId xmlns:a16="http://schemas.microsoft.com/office/drawing/2014/main" id="{3E781877-BB88-E5D5-C04F-8A2F7FE43978}"/>
              </a:ext>
            </a:extLst>
          </p:cNvPr>
          <p:cNvSpPr>
            <a:spLocks noGrp="1"/>
          </p:cNvSpPr>
          <p:nvPr>
            <p:ph type="body" sz="quarter" idx="23" hasCustomPrompt="1"/>
          </p:nvPr>
        </p:nvSpPr>
        <p:spPr>
          <a:xfrm>
            <a:off x="9564975" y="2124075"/>
            <a:ext cx="1893600" cy="3286800"/>
          </a:xfrm>
          <a:solidFill>
            <a:schemeClr val="accent5"/>
          </a:solidFill>
        </p:spPr>
        <p:txBody>
          <a:bodyPr lIns="216000" tIns="180000" rIns="144000" bIns="252000"/>
          <a:lstStyle>
            <a:lvl1pPr>
              <a:defRPr sz="1400">
                <a:solidFill>
                  <a:schemeClr val="accent4"/>
                </a:solidFill>
              </a:defRPr>
            </a:lvl1pPr>
            <a:lvl2pPr>
              <a:defRPr>
                <a:solidFill>
                  <a:schemeClr val="bg1"/>
                </a:solidFill>
              </a:defRPr>
            </a:lvl2pPr>
            <a:lvl3pPr>
              <a:lnSpc>
                <a:spcPct val="120000"/>
              </a:lnSpc>
              <a:defRPr sz="1000">
                <a:solidFill>
                  <a:schemeClr val="bg1"/>
                </a:solidFill>
              </a:defRPr>
            </a:lvl3pPr>
            <a:lvl4pPr>
              <a:lnSpc>
                <a:spcPct val="120000"/>
              </a:lnSpc>
              <a:spcAft>
                <a:spcPts val="400"/>
              </a:spcAft>
              <a:defRPr sz="1000">
                <a:solidFill>
                  <a:schemeClr val="bg1"/>
                </a:solidFill>
              </a:defRPr>
            </a:lvl4pPr>
            <a:lvl5pPr>
              <a:lnSpc>
                <a:spcPct val="120000"/>
              </a:lnSpc>
              <a:defRPr sz="1000">
                <a:solidFill>
                  <a:schemeClr val="bg1"/>
                </a:solidFill>
              </a:defRPr>
            </a:lvl5pPr>
          </a:lstStyle>
          <a:p>
            <a:pPr lvl="0"/>
            <a:r>
              <a:rPr lang="de-DE" noProof="0"/>
              <a:t>Text hinzufügen</a:t>
            </a:r>
          </a:p>
          <a:p>
            <a:pPr lvl="1"/>
            <a:r>
              <a:rPr lang="de-DE" noProof="0"/>
              <a:t>Zweite Ebene</a:t>
            </a:r>
          </a:p>
          <a:p>
            <a:pPr lvl="2"/>
            <a:r>
              <a:rPr lang="de-DE" noProof="0"/>
              <a:t>Dritte Ebene</a:t>
            </a:r>
          </a:p>
          <a:p>
            <a:pPr lvl="3"/>
            <a:r>
              <a:rPr lang="de-DE" noProof="0"/>
              <a:t>Vierte Ebene</a:t>
            </a:r>
          </a:p>
          <a:p>
            <a:pPr lvl="4"/>
            <a:r>
              <a:rPr lang="de-DE" noProof="0"/>
              <a:t>Fünfte </a:t>
            </a:r>
            <a:r>
              <a:rPr lang="de-DE" noProof="0" err="1"/>
              <a:t>Ebåene</a:t>
            </a:r>
            <a:endParaRPr lang="de-DE" noProof="0"/>
          </a:p>
        </p:txBody>
      </p:sp>
    </p:spTree>
    <p:extLst>
      <p:ext uri="{BB962C8B-B14F-4D97-AF65-F5344CB8AC3E}">
        <p14:creationId xmlns:p14="http://schemas.microsoft.com/office/powerpoint/2010/main" val="1875323775"/>
      </p:ext>
    </p:extLst>
  </p:cSld>
  <p:clrMapOvr>
    <a:masterClrMapping/>
  </p:clrMapOvr>
  <p:extLst>
    <p:ext uri="{DCECCB84-F9BA-43D5-87BE-67443E8EF086}">
      <p15:sldGuideLst xmlns:p15="http://schemas.microsoft.com/office/powerpoint/2012/main">
        <p15:guide id="1" orient="horz" pos="1194">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0_end_1contact">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F2020260-9EB9-5A9F-8514-C9D44EA824B1}"/>
              </a:ext>
            </a:extLst>
          </p:cNvPr>
          <p:cNvSpPr/>
          <p:nvPr userDrawn="1"/>
        </p:nvSpPr>
        <p:spPr>
          <a:xfrm>
            <a:off x="279083" y="213132"/>
            <a:ext cx="1271081" cy="5693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latin typeface="Barlow Condensed Light" panose="00000406000000000000" pitchFamily="2" charset="0"/>
            </a:endParaRPr>
          </a:p>
        </p:txBody>
      </p:sp>
      <p:sp>
        <p:nvSpPr>
          <p:cNvPr id="8" name="Bildplatzhalter 7">
            <a:extLst>
              <a:ext uri="{FF2B5EF4-FFF2-40B4-BE49-F238E27FC236}">
                <a16:creationId xmlns:a16="http://schemas.microsoft.com/office/drawing/2014/main" id="{6BDE1673-3B90-D8BF-6665-B9C0E0473805}"/>
              </a:ext>
            </a:extLst>
          </p:cNvPr>
          <p:cNvSpPr>
            <a:spLocks noGrp="1"/>
          </p:cNvSpPr>
          <p:nvPr>
            <p:ph type="pic" sz="quarter" idx="18"/>
          </p:nvPr>
        </p:nvSpPr>
        <p:spPr>
          <a:xfrm>
            <a:off x="0" y="1"/>
            <a:ext cx="11277374" cy="6857999"/>
          </a:xfrm>
          <a:custGeom>
            <a:avLst/>
            <a:gdLst>
              <a:gd name="connsiteX0" fmla="*/ 523400 w 11277374"/>
              <a:gd name="connsiteY0" fmla="*/ 526807 h 6857999"/>
              <a:gd name="connsiteX1" fmla="*/ 548502 w 11277374"/>
              <a:gd name="connsiteY1" fmla="*/ 541828 h 6857999"/>
              <a:gd name="connsiteX2" fmla="*/ 554799 w 11277374"/>
              <a:gd name="connsiteY2" fmla="*/ 580852 h 6857999"/>
              <a:gd name="connsiteX3" fmla="*/ 549051 w 11277374"/>
              <a:gd name="connsiteY3" fmla="*/ 615255 h 6857999"/>
              <a:gd name="connsiteX4" fmla="*/ 520396 w 11277374"/>
              <a:gd name="connsiteY4" fmla="*/ 632182 h 6857999"/>
              <a:gd name="connsiteX5" fmla="*/ 487120 w 11277374"/>
              <a:gd name="connsiteY5" fmla="*/ 614417 h 6857999"/>
              <a:gd name="connsiteX6" fmla="*/ 487120 w 11277374"/>
              <a:gd name="connsiteY6" fmla="*/ 545929 h 6857999"/>
              <a:gd name="connsiteX7" fmla="*/ 523400 w 11277374"/>
              <a:gd name="connsiteY7" fmla="*/ 526807 h 6857999"/>
              <a:gd name="connsiteX8" fmla="*/ 751654 w 11277374"/>
              <a:gd name="connsiteY8" fmla="*/ 523803 h 6857999"/>
              <a:gd name="connsiteX9" fmla="*/ 780539 w 11277374"/>
              <a:gd name="connsiteY9" fmla="*/ 541279 h 6857999"/>
              <a:gd name="connsiteX10" fmla="*/ 786836 w 11277374"/>
              <a:gd name="connsiteY10" fmla="*/ 582210 h 6857999"/>
              <a:gd name="connsiteX11" fmla="*/ 782764 w 11277374"/>
              <a:gd name="connsiteY11" fmla="*/ 611760 h 6857999"/>
              <a:gd name="connsiteX12" fmla="*/ 753271 w 11277374"/>
              <a:gd name="connsiteY12" fmla="*/ 632182 h 6857999"/>
              <a:gd name="connsiteX13" fmla="*/ 725715 w 11277374"/>
              <a:gd name="connsiteY13" fmla="*/ 618548 h 6857999"/>
              <a:gd name="connsiteX14" fmla="*/ 717251 w 11277374"/>
              <a:gd name="connsiteY14" fmla="*/ 574034 h 6857999"/>
              <a:gd name="connsiteX15" fmla="*/ 723808 w 11277374"/>
              <a:gd name="connsiteY15" fmla="*/ 538562 h 6857999"/>
              <a:gd name="connsiteX16" fmla="*/ 751654 w 11277374"/>
              <a:gd name="connsiteY16" fmla="*/ 523803 h 6857999"/>
              <a:gd name="connsiteX17" fmla="*/ 1360186 w 11277374"/>
              <a:gd name="connsiteY17" fmla="*/ 517418 h 6857999"/>
              <a:gd name="connsiteX18" fmla="*/ 1362295 w 11277374"/>
              <a:gd name="connsiteY18" fmla="*/ 517418 h 6857999"/>
              <a:gd name="connsiteX19" fmla="*/ 1364808 w 11277374"/>
              <a:gd name="connsiteY19" fmla="*/ 517822 h 6857999"/>
              <a:gd name="connsiteX20" fmla="*/ 1366715 w 11277374"/>
              <a:gd name="connsiteY20" fmla="*/ 520826 h 6857999"/>
              <a:gd name="connsiteX21" fmla="*/ 1365732 w 11277374"/>
              <a:gd name="connsiteY21" fmla="*/ 523599 h 6857999"/>
              <a:gd name="connsiteX22" fmla="*/ 1362180 w 11277374"/>
              <a:gd name="connsiteY22" fmla="*/ 524553 h 6857999"/>
              <a:gd name="connsiteX23" fmla="*/ 1360186 w 11277374"/>
              <a:gd name="connsiteY23" fmla="*/ 524553 h 6857999"/>
              <a:gd name="connsiteX24" fmla="*/ 1357298 w 11277374"/>
              <a:gd name="connsiteY24" fmla="*/ 515049 h 6857999"/>
              <a:gd name="connsiteX25" fmla="*/ 1357298 w 11277374"/>
              <a:gd name="connsiteY25" fmla="*/ 535500 h 6857999"/>
              <a:gd name="connsiteX26" fmla="*/ 1360157 w 11277374"/>
              <a:gd name="connsiteY26" fmla="*/ 535500 h 6857999"/>
              <a:gd name="connsiteX27" fmla="*/ 1360157 w 11277374"/>
              <a:gd name="connsiteY27" fmla="*/ 526459 h 6857999"/>
              <a:gd name="connsiteX28" fmla="*/ 1361977 w 11277374"/>
              <a:gd name="connsiteY28" fmla="*/ 527412 h 6857999"/>
              <a:gd name="connsiteX29" fmla="*/ 1365530 w 11277374"/>
              <a:gd name="connsiteY29" fmla="*/ 532496 h 6857999"/>
              <a:gd name="connsiteX30" fmla="*/ 1367206 w 11277374"/>
              <a:gd name="connsiteY30" fmla="*/ 535500 h 6857999"/>
              <a:gd name="connsiteX31" fmla="*/ 1370701 w 11277374"/>
              <a:gd name="connsiteY31" fmla="*/ 535500 h 6857999"/>
              <a:gd name="connsiteX32" fmla="*/ 1367754 w 11277374"/>
              <a:gd name="connsiteY32" fmla="*/ 530792 h 6857999"/>
              <a:gd name="connsiteX33" fmla="*/ 1365992 w 11277374"/>
              <a:gd name="connsiteY33" fmla="*/ 528250 h 6857999"/>
              <a:gd name="connsiteX34" fmla="*/ 1364230 w 11277374"/>
              <a:gd name="connsiteY34" fmla="*/ 526401 h 6857999"/>
              <a:gd name="connsiteX35" fmla="*/ 1369719 w 11277374"/>
              <a:gd name="connsiteY35" fmla="*/ 520740 h 6857999"/>
              <a:gd name="connsiteX36" fmla="*/ 1367899 w 11277374"/>
              <a:gd name="connsiteY36" fmla="*/ 516551 h 6857999"/>
              <a:gd name="connsiteX37" fmla="*/ 1363046 w 11277374"/>
              <a:gd name="connsiteY37" fmla="*/ 515049 h 6857999"/>
              <a:gd name="connsiteX38" fmla="*/ 1362988 w 11277374"/>
              <a:gd name="connsiteY38" fmla="*/ 509705 h 6857999"/>
              <a:gd name="connsiteX39" fmla="*/ 1378095 w 11277374"/>
              <a:gd name="connsiteY39" fmla="*/ 525419 h 6857999"/>
              <a:gd name="connsiteX40" fmla="*/ 1362988 w 11277374"/>
              <a:gd name="connsiteY40" fmla="*/ 541133 h 6857999"/>
              <a:gd name="connsiteX41" fmla="*/ 1347881 w 11277374"/>
              <a:gd name="connsiteY41" fmla="*/ 525419 h 6857999"/>
              <a:gd name="connsiteX42" fmla="*/ 1362988 w 11277374"/>
              <a:gd name="connsiteY42" fmla="*/ 509705 h 6857999"/>
              <a:gd name="connsiteX43" fmla="*/ 1155360 w 11277374"/>
              <a:gd name="connsiteY43" fmla="*/ 507453 h 6857999"/>
              <a:gd name="connsiteX44" fmla="*/ 1133263 w 11277374"/>
              <a:gd name="connsiteY44" fmla="*/ 510948 h 6857999"/>
              <a:gd name="connsiteX45" fmla="*/ 1133263 w 11277374"/>
              <a:gd name="connsiteY45" fmla="*/ 568026 h 6857999"/>
              <a:gd name="connsiteX46" fmla="*/ 1133263 w 11277374"/>
              <a:gd name="connsiteY46" fmla="*/ 646364 h 6857999"/>
              <a:gd name="connsiteX47" fmla="*/ 1155360 w 11277374"/>
              <a:gd name="connsiteY47" fmla="*/ 646364 h 6857999"/>
              <a:gd name="connsiteX48" fmla="*/ 1155360 w 11277374"/>
              <a:gd name="connsiteY48" fmla="*/ 543820 h 6857999"/>
              <a:gd name="connsiteX49" fmla="*/ 959891 w 11277374"/>
              <a:gd name="connsiteY49" fmla="*/ 507453 h 6857999"/>
              <a:gd name="connsiteX50" fmla="*/ 937822 w 11277374"/>
              <a:gd name="connsiteY50" fmla="*/ 510948 h 6857999"/>
              <a:gd name="connsiteX51" fmla="*/ 937822 w 11277374"/>
              <a:gd name="connsiteY51" fmla="*/ 570193 h 6857999"/>
              <a:gd name="connsiteX52" fmla="*/ 937822 w 11277374"/>
              <a:gd name="connsiteY52" fmla="*/ 646364 h 6857999"/>
              <a:gd name="connsiteX53" fmla="*/ 959891 w 11277374"/>
              <a:gd name="connsiteY53" fmla="*/ 646364 h 6857999"/>
              <a:gd name="connsiteX54" fmla="*/ 959891 w 11277374"/>
              <a:gd name="connsiteY54" fmla="*/ 585358 h 6857999"/>
              <a:gd name="connsiteX55" fmla="*/ 1311225 w 11277374"/>
              <a:gd name="connsiteY55" fmla="*/ 507453 h 6857999"/>
              <a:gd name="connsiteX56" fmla="*/ 1289099 w 11277374"/>
              <a:gd name="connsiteY56" fmla="*/ 510948 h 6857999"/>
              <a:gd name="connsiteX57" fmla="*/ 1289099 w 11277374"/>
              <a:gd name="connsiteY57" fmla="*/ 568026 h 6857999"/>
              <a:gd name="connsiteX58" fmla="*/ 1289099 w 11277374"/>
              <a:gd name="connsiteY58" fmla="*/ 646364 h 6857999"/>
              <a:gd name="connsiteX59" fmla="*/ 1311225 w 11277374"/>
              <a:gd name="connsiteY59" fmla="*/ 646364 h 6857999"/>
              <a:gd name="connsiteX60" fmla="*/ 1311225 w 11277374"/>
              <a:gd name="connsiteY60" fmla="*/ 581747 h 6857999"/>
              <a:gd name="connsiteX61" fmla="*/ 1362988 w 11277374"/>
              <a:gd name="connsiteY61" fmla="*/ 507048 h 6857999"/>
              <a:gd name="connsiteX62" fmla="*/ 1344617 w 11277374"/>
              <a:gd name="connsiteY62" fmla="*/ 525419 h 6857999"/>
              <a:gd name="connsiteX63" fmla="*/ 1362988 w 11277374"/>
              <a:gd name="connsiteY63" fmla="*/ 543791 h 6857999"/>
              <a:gd name="connsiteX64" fmla="*/ 1381388 w 11277374"/>
              <a:gd name="connsiteY64" fmla="*/ 525419 h 6857999"/>
              <a:gd name="connsiteX65" fmla="*/ 1362988 w 11277374"/>
              <a:gd name="connsiteY65" fmla="*/ 507048 h 6857999"/>
              <a:gd name="connsiteX66" fmla="*/ 484665 w 11277374"/>
              <a:gd name="connsiteY66" fmla="*/ 506905 h 6857999"/>
              <a:gd name="connsiteX67" fmla="*/ 462827 w 11277374"/>
              <a:gd name="connsiteY67" fmla="*/ 510718 h 6857999"/>
              <a:gd name="connsiteX68" fmla="*/ 465831 w 11277374"/>
              <a:gd name="connsiteY68" fmla="*/ 539892 h 6857999"/>
              <a:gd name="connsiteX69" fmla="*/ 465831 w 11277374"/>
              <a:gd name="connsiteY69" fmla="*/ 725511 h 6857999"/>
              <a:gd name="connsiteX70" fmla="*/ 487120 w 11277374"/>
              <a:gd name="connsiteY70" fmla="*/ 721439 h 6857999"/>
              <a:gd name="connsiteX71" fmla="*/ 487120 w 11277374"/>
              <a:gd name="connsiteY71" fmla="*/ 634117 h 6857999"/>
              <a:gd name="connsiteX72" fmla="*/ 524498 w 11277374"/>
              <a:gd name="connsiteY72" fmla="*/ 649947 h 6857999"/>
              <a:gd name="connsiteX73" fmla="*/ 566555 w 11277374"/>
              <a:gd name="connsiteY73" fmla="*/ 625105 h 6857999"/>
              <a:gd name="connsiteX74" fmla="*/ 577474 w 11277374"/>
              <a:gd name="connsiteY74" fmla="*/ 578166 h 6857999"/>
              <a:gd name="connsiteX75" fmla="*/ 562453 w 11277374"/>
              <a:gd name="connsiteY75" fmla="*/ 524641 h 6857999"/>
              <a:gd name="connsiteX76" fmla="*/ 526144 w 11277374"/>
              <a:gd name="connsiteY76" fmla="*/ 507714 h 6857999"/>
              <a:gd name="connsiteX77" fmla="*/ 486022 w 11277374"/>
              <a:gd name="connsiteY77" fmla="*/ 527645 h 6857999"/>
              <a:gd name="connsiteX78" fmla="*/ 484665 w 11277374"/>
              <a:gd name="connsiteY78" fmla="*/ 506905 h 6857999"/>
              <a:gd name="connsiteX79" fmla="*/ 1006310 w 11277374"/>
              <a:gd name="connsiteY79" fmla="*/ 506904 h 6857999"/>
              <a:gd name="connsiteX80" fmla="*/ 984472 w 11277374"/>
              <a:gd name="connsiteY80" fmla="*/ 511497 h 6857999"/>
              <a:gd name="connsiteX81" fmla="*/ 1033346 w 11277374"/>
              <a:gd name="connsiteY81" fmla="*/ 647721 h 6857999"/>
              <a:gd name="connsiteX82" fmla="*/ 1054346 w 11277374"/>
              <a:gd name="connsiteY82" fmla="*/ 647721 h 6857999"/>
              <a:gd name="connsiteX83" fmla="*/ 1105445 w 11277374"/>
              <a:gd name="connsiteY83" fmla="*/ 510428 h 6857999"/>
              <a:gd name="connsiteX84" fmla="*/ 1082770 w 11277374"/>
              <a:gd name="connsiteY84" fmla="*/ 510428 h 6857999"/>
              <a:gd name="connsiteX85" fmla="*/ 1051631 w 11277374"/>
              <a:gd name="connsiteY85" fmla="*/ 600840 h 6857999"/>
              <a:gd name="connsiteX86" fmla="*/ 1045074 w 11277374"/>
              <a:gd name="connsiteY86" fmla="*/ 623717 h 6857999"/>
              <a:gd name="connsiteX87" fmla="*/ 1044525 w 11277374"/>
              <a:gd name="connsiteY87" fmla="*/ 623717 h 6857999"/>
              <a:gd name="connsiteX88" fmla="*/ 1037997 w 11277374"/>
              <a:gd name="connsiteY88" fmla="*/ 600522 h 6857999"/>
              <a:gd name="connsiteX89" fmla="*/ 674068 w 11277374"/>
              <a:gd name="connsiteY89" fmla="*/ 506356 h 6857999"/>
              <a:gd name="connsiteX90" fmla="*/ 635881 w 11277374"/>
              <a:gd name="connsiteY90" fmla="*/ 529002 h 6857999"/>
              <a:gd name="connsiteX91" fmla="*/ 631520 w 11277374"/>
              <a:gd name="connsiteY91" fmla="*/ 506876 h 6857999"/>
              <a:gd name="connsiteX92" fmla="*/ 610231 w 11277374"/>
              <a:gd name="connsiteY92" fmla="*/ 512624 h 6857999"/>
              <a:gd name="connsiteX93" fmla="*/ 614853 w 11277374"/>
              <a:gd name="connsiteY93" fmla="*/ 541539 h 6857999"/>
              <a:gd name="connsiteX94" fmla="*/ 614853 w 11277374"/>
              <a:gd name="connsiteY94" fmla="*/ 646394 h 6857999"/>
              <a:gd name="connsiteX95" fmla="*/ 636141 w 11277374"/>
              <a:gd name="connsiteY95" fmla="*/ 646394 h 6857999"/>
              <a:gd name="connsiteX96" fmla="*/ 636141 w 11277374"/>
              <a:gd name="connsiteY96" fmla="*/ 561239 h 6857999"/>
              <a:gd name="connsiteX97" fmla="*/ 644056 w 11277374"/>
              <a:gd name="connsiteY97" fmla="*/ 539690 h 6857999"/>
              <a:gd name="connsiteX98" fmla="*/ 666702 w 11277374"/>
              <a:gd name="connsiteY98" fmla="*/ 529840 h 6857999"/>
              <a:gd name="connsiteX99" fmla="*/ 672711 w 11277374"/>
              <a:gd name="connsiteY99" fmla="*/ 530938 h 6857999"/>
              <a:gd name="connsiteX100" fmla="*/ 681463 w 11277374"/>
              <a:gd name="connsiteY100" fmla="*/ 507714 h 6857999"/>
              <a:gd name="connsiteX101" fmla="*/ 674068 w 11277374"/>
              <a:gd name="connsiteY101" fmla="*/ 506356 h 6857999"/>
              <a:gd name="connsiteX102" fmla="*/ 751914 w 11277374"/>
              <a:gd name="connsiteY102" fmla="*/ 506355 h 6857999"/>
              <a:gd name="connsiteX103" fmla="*/ 694027 w 11277374"/>
              <a:gd name="connsiteY103" fmla="*/ 577617 h 6857999"/>
              <a:gd name="connsiteX104" fmla="*/ 752723 w 11277374"/>
              <a:gd name="connsiteY104" fmla="*/ 649945 h 6857999"/>
              <a:gd name="connsiteX105" fmla="*/ 811129 w 11277374"/>
              <a:gd name="connsiteY105" fmla="*/ 580592 h 6857999"/>
              <a:gd name="connsiteX106" fmla="*/ 798593 w 11277374"/>
              <a:gd name="connsiteY106" fmla="*/ 530129 h 6857999"/>
              <a:gd name="connsiteX107" fmla="*/ 751914 w 11277374"/>
              <a:gd name="connsiteY107" fmla="*/ 506355 h 6857999"/>
              <a:gd name="connsiteX108" fmla="*/ 1224886 w 11277374"/>
              <a:gd name="connsiteY108" fmla="*/ 466261 h 6857999"/>
              <a:gd name="connsiteX109" fmla="*/ 1204753 w 11277374"/>
              <a:gd name="connsiteY109" fmla="*/ 470421 h 6857999"/>
              <a:gd name="connsiteX110" fmla="*/ 1204753 w 11277374"/>
              <a:gd name="connsiteY110" fmla="*/ 510398 h 6857999"/>
              <a:gd name="connsiteX111" fmla="*/ 1185919 w 11277374"/>
              <a:gd name="connsiteY111" fmla="*/ 510398 h 6857999"/>
              <a:gd name="connsiteX112" fmla="*/ 1185919 w 11277374"/>
              <a:gd name="connsiteY112" fmla="*/ 526516 h 6857999"/>
              <a:gd name="connsiteX113" fmla="*/ 1203656 w 11277374"/>
              <a:gd name="connsiteY113" fmla="*/ 526516 h 6857999"/>
              <a:gd name="connsiteX114" fmla="*/ 1203656 w 11277374"/>
              <a:gd name="connsiteY114" fmla="*/ 619875 h 6857999"/>
              <a:gd name="connsiteX115" fmla="*/ 1216741 w 11277374"/>
              <a:gd name="connsiteY115" fmla="*/ 646883 h 6857999"/>
              <a:gd name="connsiteX116" fmla="*/ 1234506 w 11277374"/>
              <a:gd name="connsiteY116" fmla="*/ 650725 h 6857999"/>
              <a:gd name="connsiteX117" fmla="*/ 1258538 w 11277374"/>
              <a:gd name="connsiteY117" fmla="*/ 645236 h 6857999"/>
              <a:gd name="connsiteX118" fmla="*/ 1255534 w 11277374"/>
              <a:gd name="connsiteY118" fmla="*/ 631602 h 6857999"/>
              <a:gd name="connsiteX119" fmla="*/ 1242160 w 11277374"/>
              <a:gd name="connsiteY119" fmla="*/ 634375 h 6857999"/>
              <a:gd name="connsiteX120" fmla="*/ 1224684 w 11277374"/>
              <a:gd name="connsiteY120" fmla="*/ 614155 h 6857999"/>
              <a:gd name="connsiteX121" fmla="*/ 1224684 w 11277374"/>
              <a:gd name="connsiteY121" fmla="*/ 526516 h 6857999"/>
              <a:gd name="connsiteX122" fmla="*/ 1253079 w 11277374"/>
              <a:gd name="connsiteY122" fmla="*/ 526516 h 6857999"/>
              <a:gd name="connsiteX123" fmla="*/ 1259636 w 11277374"/>
              <a:gd name="connsiteY123" fmla="*/ 510398 h 6857999"/>
              <a:gd name="connsiteX124" fmla="*/ 1224886 w 11277374"/>
              <a:gd name="connsiteY124" fmla="*/ 510398 h 6857999"/>
              <a:gd name="connsiteX125" fmla="*/ 873261 w 11277374"/>
              <a:gd name="connsiteY125" fmla="*/ 466261 h 6857999"/>
              <a:gd name="connsiteX126" fmla="*/ 853127 w 11277374"/>
              <a:gd name="connsiteY126" fmla="*/ 470421 h 6857999"/>
              <a:gd name="connsiteX127" fmla="*/ 853127 w 11277374"/>
              <a:gd name="connsiteY127" fmla="*/ 510398 h 6857999"/>
              <a:gd name="connsiteX128" fmla="*/ 834265 w 11277374"/>
              <a:gd name="connsiteY128" fmla="*/ 510398 h 6857999"/>
              <a:gd name="connsiteX129" fmla="*/ 834265 w 11277374"/>
              <a:gd name="connsiteY129" fmla="*/ 526516 h 6857999"/>
              <a:gd name="connsiteX130" fmla="*/ 852001 w 11277374"/>
              <a:gd name="connsiteY130" fmla="*/ 526516 h 6857999"/>
              <a:gd name="connsiteX131" fmla="*/ 852001 w 11277374"/>
              <a:gd name="connsiteY131" fmla="*/ 619875 h 6857999"/>
              <a:gd name="connsiteX132" fmla="*/ 865115 w 11277374"/>
              <a:gd name="connsiteY132" fmla="*/ 646883 h 6857999"/>
              <a:gd name="connsiteX133" fmla="*/ 882851 w 11277374"/>
              <a:gd name="connsiteY133" fmla="*/ 650725 h 6857999"/>
              <a:gd name="connsiteX134" fmla="*/ 906883 w 11277374"/>
              <a:gd name="connsiteY134" fmla="*/ 645236 h 6857999"/>
              <a:gd name="connsiteX135" fmla="*/ 903850 w 11277374"/>
              <a:gd name="connsiteY135" fmla="*/ 631602 h 6857999"/>
              <a:gd name="connsiteX136" fmla="*/ 890476 w 11277374"/>
              <a:gd name="connsiteY136" fmla="*/ 634375 h 6857999"/>
              <a:gd name="connsiteX137" fmla="*/ 873001 w 11277374"/>
              <a:gd name="connsiteY137" fmla="*/ 614155 h 6857999"/>
              <a:gd name="connsiteX138" fmla="*/ 873001 w 11277374"/>
              <a:gd name="connsiteY138" fmla="*/ 526516 h 6857999"/>
              <a:gd name="connsiteX139" fmla="*/ 901395 w 11277374"/>
              <a:gd name="connsiteY139" fmla="*/ 526516 h 6857999"/>
              <a:gd name="connsiteX140" fmla="*/ 907952 w 11277374"/>
              <a:gd name="connsiteY140" fmla="*/ 510398 h 6857999"/>
              <a:gd name="connsiteX141" fmla="*/ 873261 w 11277374"/>
              <a:gd name="connsiteY141" fmla="*/ 510398 h 6857999"/>
              <a:gd name="connsiteX142" fmla="*/ 949289 w 11277374"/>
              <a:gd name="connsiteY142" fmla="*/ 453408 h 6857999"/>
              <a:gd name="connsiteX143" fmla="*/ 934297 w 11277374"/>
              <a:gd name="connsiteY143" fmla="*/ 468602 h 6857999"/>
              <a:gd name="connsiteX144" fmla="*/ 949289 w 11277374"/>
              <a:gd name="connsiteY144" fmla="*/ 483391 h 6857999"/>
              <a:gd name="connsiteX145" fmla="*/ 964252 w 11277374"/>
              <a:gd name="connsiteY145" fmla="*/ 468371 h 6857999"/>
              <a:gd name="connsiteX146" fmla="*/ 949289 w 11277374"/>
              <a:gd name="connsiteY146" fmla="*/ 453408 h 6857999"/>
              <a:gd name="connsiteX147" fmla="*/ 1144701 w 11277374"/>
              <a:gd name="connsiteY147" fmla="*/ 453408 h 6857999"/>
              <a:gd name="connsiteX148" fmla="*/ 1129709 w 11277374"/>
              <a:gd name="connsiteY148" fmla="*/ 468602 h 6857999"/>
              <a:gd name="connsiteX149" fmla="*/ 1144701 w 11277374"/>
              <a:gd name="connsiteY149" fmla="*/ 483391 h 6857999"/>
              <a:gd name="connsiteX150" fmla="*/ 1159692 w 11277374"/>
              <a:gd name="connsiteY150" fmla="*/ 468371 h 6857999"/>
              <a:gd name="connsiteX151" fmla="*/ 1144701 w 11277374"/>
              <a:gd name="connsiteY151" fmla="*/ 453408 h 6857999"/>
              <a:gd name="connsiteX152" fmla="*/ 1300567 w 11277374"/>
              <a:gd name="connsiteY152" fmla="*/ 453408 h 6857999"/>
              <a:gd name="connsiteX153" fmla="*/ 1285575 w 11277374"/>
              <a:gd name="connsiteY153" fmla="*/ 468602 h 6857999"/>
              <a:gd name="connsiteX154" fmla="*/ 1300567 w 11277374"/>
              <a:gd name="connsiteY154" fmla="*/ 483391 h 6857999"/>
              <a:gd name="connsiteX155" fmla="*/ 1315558 w 11277374"/>
              <a:gd name="connsiteY155" fmla="*/ 468371 h 6857999"/>
              <a:gd name="connsiteX156" fmla="*/ 1300567 w 11277374"/>
              <a:gd name="connsiteY156" fmla="*/ 453408 h 6857999"/>
              <a:gd name="connsiteX157" fmla="*/ 0 w 11277374"/>
              <a:gd name="connsiteY157" fmla="*/ 0 h 6857999"/>
              <a:gd name="connsiteX158" fmla="*/ 11277374 w 11277374"/>
              <a:gd name="connsiteY158" fmla="*/ 0 h 6857999"/>
              <a:gd name="connsiteX159" fmla="*/ 11277374 w 11277374"/>
              <a:gd name="connsiteY159" fmla="*/ 6857999 h 6857999"/>
              <a:gd name="connsiteX160" fmla="*/ 0 w 11277374"/>
              <a:gd name="connsiteY160"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Lst>
            <a:rect l="l" t="t" r="r" b="b"/>
            <a:pathLst>
              <a:path w="11277374" h="6857999">
                <a:moveTo>
                  <a:pt x="523400" y="526807"/>
                </a:moveTo>
                <a:cubicBezTo>
                  <a:pt x="534319" y="526807"/>
                  <a:pt x="544169" y="532527"/>
                  <a:pt x="548502" y="541828"/>
                </a:cubicBezTo>
                <a:cubicBezTo>
                  <a:pt x="552344" y="550002"/>
                  <a:pt x="554799" y="564474"/>
                  <a:pt x="554799" y="580852"/>
                </a:cubicBezTo>
                <a:cubicBezTo>
                  <a:pt x="554799" y="596133"/>
                  <a:pt x="553152" y="606532"/>
                  <a:pt x="549051" y="615255"/>
                </a:cubicBezTo>
                <a:cubicBezTo>
                  <a:pt x="544429" y="625394"/>
                  <a:pt x="532961" y="632182"/>
                  <a:pt x="520396" y="632182"/>
                </a:cubicBezTo>
                <a:cubicBezTo>
                  <a:pt x="508957" y="632182"/>
                  <a:pt x="497201" y="625914"/>
                  <a:pt x="487120" y="614417"/>
                </a:cubicBezTo>
                <a:lnTo>
                  <a:pt x="487120" y="545929"/>
                </a:lnTo>
                <a:cubicBezTo>
                  <a:pt x="497490" y="533335"/>
                  <a:pt x="509766" y="526807"/>
                  <a:pt x="523400" y="526807"/>
                </a:cubicBezTo>
                <a:close/>
                <a:moveTo>
                  <a:pt x="751654" y="523803"/>
                </a:moveTo>
                <a:cubicBezTo>
                  <a:pt x="762833" y="523803"/>
                  <a:pt x="774820" y="529290"/>
                  <a:pt x="780539" y="541279"/>
                </a:cubicBezTo>
                <a:cubicBezTo>
                  <a:pt x="784930" y="550291"/>
                  <a:pt x="786836" y="563174"/>
                  <a:pt x="786836" y="582210"/>
                </a:cubicBezTo>
                <a:cubicBezTo>
                  <a:pt x="786836" y="595640"/>
                  <a:pt x="785739" y="603267"/>
                  <a:pt x="782764" y="611760"/>
                </a:cubicBezTo>
                <a:cubicBezTo>
                  <a:pt x="778113" y="624816"/>
                  <a:pt x="767483" y="632182"/>
                  <a:pt x="753271" y="632182"/>
                </a:cubicBezTo>
                <a:cubicBezTo>
                  <a:pt x="741544" y="632182"/>
                  <a:pt x="730625" y="626751"/>
                  <a:pt x="725715" y="618548"/>
                </a:cubicBezTo>
                <a:cubicBezTo>
                  <a:pt x="720544" y="610083"/>
                  <a:pt x="717251" y="593156"/>
                  <a:pt x="717251" y="574034"/>
                </a:cubicBezTo>
                <a:cubicBezTo>
                  <a:pt x="717251" y="557888"/>
                  <a:pt x="719446" y="547027"/>
                  <a:pt x="723808" y="538562"/>
                </a:cubicBezTo>
                <a:cubicBezTo>
                  <a:pt x="728430" y="529522"/>
                  <a:pt x="739637" y="523803"/>
                  <a:pt x="751654" y="523803"/>
                </a:cubicBezTo>
                <a:close/>
                <a:moveTo>
                  <a:pt x="1360186" y="517418"/>
                </a:moveTo>
                <a:lnTo>
                  <a:pt x="1362295" y="517418"/>
                </a:lnTo>
                <a:cubicBezTo>
                  <a:pt x="1363364" y="517418"/>
                  <a:pt x="1364230" y="517562"/>
                  <a:pt x="1364808" y="517822"/>
                </a:cubicBezTo>
                <a:cubicBezTo>
                  <a:pt x="1365906" y="518256"/>
                  <a:pt x="1366715" y="519382"/>
                  <a:pt x="1366715" y="520826"/>
                </a:cubicBezTo>
                <a:cubicBezTo>
                  <a:pt x="1366715" y="522040"/>
                  <a:pt x="1366310" y="522993"/>
                  <a:pt x="1365732" y="523599"/>
                </a:cubicBezTo>
                <a:cubicBezTo>
                  <a:pt x="1365010" y="524235"/>
                  <a:pt x="1363999" y="524553"/>
                  <a:pt x="1362180" y="524553"/>
                </a:cubicBezTo>
                <a:lnTo>
                  <a:pt x="1360186" y="524553"/>
                </a:lnTo>
                <a:close/>
                <a:moveTo>
                  <a:pt x="1357298" y="515049"/>
                </a:moveTo>
                <a:lnTo>
                  <a:pt x="1357298" y="535500"/>
                </a:lnTo>
                <a:lnTo>
                  <a:pt x="1360157" y="535500"/>
                </a:lnTo>
                <a:lnTo>
                  <a:pt x="1360157" y="526459"/>
                </a:lnTo>
                <a:cubicBezTo>
                  <a:pt x="1360995" y="526517"/>
                  <a:pt x="1361428" y="526806"/>
                  <a:pt x="1361977" y="527412"/>
                </a:cubicBezTo>
                <a:cubicBezTo>
                  <a:pt x="1363450" y="529030"/>
                  <a:pt x="1363970" y="529897"/>
                  <a:pt x="1365530" y="532496"/>
                </a:cubicBezTo>
                <a:cubicBezTo>
                  <a:pt x="1366339" y="533883"/>
                  <a:pt x="1366628" y="534374"/>
                  <a:pt x="1367206" y="535500"/>
                </a:cubicBezTo>
                <a:lnTo>
                  <a:pt x="1370701" y="535500"/>
                </a:lnTo>
                <a:cubicBezTo>
                  <a:pt x="1370296" y="534865"/>
                  <a:pt x="1368621" y="532178"/>
                  <a:pt x="1367754" y="530792"/>
                </a:cubicBezTo>
                <a:cubicBezTo>
                  <a:pt x="1367061" y="529694"/>
                  <a:pt x="1366455" y="528828"/>
                  <a:pt x="1365992" y="528250"/>
                </a:cubicBezTo>
                <a:cubicBezTo>
                  <a:pt x="1365675" y="527759"/>
                  <a:pt x="1365155" y="527124"/>
                  <a:pt x="1364230" y="526401"/>
                </a:cubicBezTo>
                <a:cubicBezTo>
                  <a:pt x="1367639" y="526488"/>
                  <a:pt x="1369719" y="523917"/>
                  <a:pt x="1369719" y="520740"/>
                </a:cubicBezTo>
                <a:cubicBezTo>
                  <a:pt x="1369719" y="518776"/>
                  <a:pt x="1368852" y="517389"/>
                  <a:pt x="1367899" y="516551"/>
                </a:cubicBezTo>
                <a:cubicBezTo>
                  <a:pt x="1366888" y="515598"/>
                  <a:pt x="1365472" y="515049"/>
                  <a:pt x="1363046" y="515049"/>
                </a:cubicBezTo>
                <a:close/>
                <a:moveTo>
                  <a:pt x="1362988" y="509705"/>
                </a:moveTo>
                <a:cubicBezTo>
                  <a:pt x="1371365" y="509705"/>
                  <a:pt x="1378095" y="516522"/>
                  <a:pt x="1378095" y="525419"/>
                </a:cubicBezTo>
                <a:cubicBezTo>
                  <a:pt x="1378095" y="534287"/>
                  <a:pt x="1371365" y="541133"/>
                  <a:pt x="1362988" y="541133"/>
                </a:cubicBezTo>
                <a:cubicBezTo>
                  <a:pt x="1354554" y="541133"/>
                  <a:pt x="1347881" y="534316"/>
                  <a:pt x="1347881" y="525419"/>
                </a:cubicBezTo>
                <a:cubicBezTo>
                  <a:pt x="1347881" y="516522"/>
                  <a:pt x="1354554" y="509705"/>
                  <a:pt x="1362988" y="509705"/>
                </a:cubicBezTo>
                <a:close/>
                <a:moveTo>
                  <a:pt x="1155360" y="507453"/>
                </a:moveTo>
                <a:lnTo>
                  <a:pt x="1133263" y="510948"/>
                </a:lnTo>
                <a:lnTo>
                  <a:pt x="1133263" y="568026"/>
                </a:lnTo>
                <a:lnTo>
                  <a:pt x="1133263" y="646364"/>
                </a:lnTo>
                <a:lnTo>
                  <a:pt x="1155360" y="646364"/>
                </a:lnTo>
                <a:lnTo>
                  <a:pt x="1155360" y="543820"/>
                </a:lnTo>
                <a:close/>
                <a:moveTo>
                  <a:pt x="959891" y="507453"/>
                </a:moveTo>
                <a:lnTo>
                  <a:pt x="937822" y="510948"/>
                </a:lnTo>
                <a:lnTo>
                  <a:pt x="937822" y="570193"/>
                </a:lnTo>
                <a:lnTo>
                  <a:pt x="937822" y="646364"/>
                </a:lnTo>
                <a:lnTo>
                  <a:pt x="959891" y="646364"/>
                </a:lnTo>
                <a:lnTo>
                  <a:pt x="959891" y="585358"/>
                </a:lnTo>
                <a:close/>
                <a:moveTo>
                  <a:pt x="1311225" y="507453"/>
                </a:moveTo>
                <a:lnTo>
                  <a:pt x="1289099" y="510948"/>
                </a:lnTo>
                <a:lnTo>
                  <a:pt x="1289099" y="568026"/>
                </a:lnTo>
                <a:lnTo>
                  <a:pt x="1289099" y="646364"/>
                </a:lnTo>
                <a:lnTo>
                  <a:pt x="1311225" y="646364"/>
                </a:lnTo>
                <a:lnTo>
                  <a:pt x="1311225" y="581747"/>
                </a:lnTo>
                <a:close/>
                <a:moveTo>
                  <a:pt x="1362988" y="507048"/>
                </a:moveTo>
                <a:cubicBezTo>
                  <a:pt x="1352965" y="507048"/>
                  <a:pt x="1344617" y="514934"/>
                  <a:pt x="1344617" y="525419"/>
                </a:cubicBezTo>
                <a:cubicBezTo>
                  <a:pt x="1344617" y="535876"/>
                  <a:pt x="1352965" y="543791"/>
                  <a:pt x="1362988" y="543791"/>
                </a:cubicBezTo>
                <a:cubicBezTo>
                  <a:pt x="1372983" y="543791"/>
                  <a:pt x="1381388" y="535876"/>
                  <a:pt x="1381388" y="525419"/>
                </a:cubicBezTo>
                <a:cubicBezTo>
                  <a:pt x="1381388" y="514934"/>
                  <a:pt x="1372983" y="507048"/>
                  <a:pt x="1362988" y="507048"/>
                </a:cubicBezTo>
                <a:close/>
                <a:moveTo>
                  <a:pt x="484665" y="506905"/>
                </a:moveTo>
                <a:lnTo>
                  <a:pt x="462827" y="510718"/>
                </a:lnTo>
                <a:cubicBezTo>
                  <a:pt x="462827" y="510718"/>
                  <a:pt x="465860" y="519153"/>
                  <a:pt x="465831" y="539892"/>
                </a:cubicBezTo>
                <a:lnTo>
                  <a:pt x="465831" y="725511"/>
                </a:lnTo>
                <a:lnTo>
                  <a:pt x="487120" y="721439"/>
                </a:lnTo>
                <a:lnTo>
                  <a:pt x="487120" y="634117"/>
                </a:lnTo>
                <a:cubicBezTo>
                  <a:pt x="496652" y="643967"/>
                  <a:pt x="510575" y="649947"/>
                  <a:pt x="524498" y="649947"/>
                </a:cubicBezTo>
                <a:cubicBezTo>
                  <a:pt x="542234" y="649947"/>
                  <a:pt x="556705" y="640905"/>
                  <a:pt x="566555" y="625105"/>
                </a:cubicBezTo>
                <a:cubicBezTo>
                  <a:pt x="574210" y="612511"/>
                  <a:pt x="577474" y="599974"/>
                  <a:pt x="577474" y="578166"/>
                </a:cubicBezTo>
                <a:cubicBezTo>
                  <a:pt x="577474" y="553902"/>
                  <a:pt x="572563" y="537206"/>
                  <a:pt x="562453" y="524641"/>
                </a:cubicBezTo>
                <a:cubicBezTo>
                  <a:pt x="553730" y="513722"/>
                  <a:pt x="540067" y="507714"/>
                  <a:pt x="526144" y="507714"/>
                </a:cubicBezTo>
                <a:cubicBezTo>
                  <a:pt x="511153" y="507714"/>
                  <a:pt x="497201" y="514589"/>
                  <a:pt x="486022" y="527645"/>
                </a:cubicBezTo>
                <a:cubicBezTo>
                  <a:pt x="486022" y="512653"/>
                  <a:pt x="484665" y="506905"/>
                  <a:pt x="484665" y="506905"/>
                </a:cubicBezTo>
                <a:close/>
                <a:moveTo>
                  <a:pt x="1006310" y="506904"/>
                </a:moveTo>
                <a:lnTo>
                  <a:pt x="984472" y="511497"/>
                </a:lnTo>
                <a:lnTo>
                  <a:pt x="1033346" y="647721"/>
                </a:lnTo>
                <a:lnTo>
                  <a:pt x="1054346" y="647721"/>
                </a:lnTo>
                <a:lnTo>
                  <a:pt x="1105445" y="510428"/>
                </a:lnTo>
                <a:lnTo>
                  <a:pt x="1082770" y="510428"/>
                </a:lnTo>
                <a:lnTo>
                  <a:pt x="1051631" y="600840"/>
                </a:lnTo>
                <a:cubicBezTo>
                  <a:pt x="1047269" y="613059"/>
                  <a:pt x="1045074" y="623717"/>
                  <a:pt x="1045074" y="623717"/>
                </a:cubicBezTo>
                <a:lnTo>
                  <a:pt x="1044525" y="623717"/>
                </a:lnTo>
                <a:cubicBezTo>
                  <a:pt x="1044525" y="623717"/>
                  <a:pt x="1041810" y="611730"/>
                  <a:pt x="1037997" y="600522"/>
                </a:cubicBezTo>
                <a:close/>
                <a:moveTo>
                  <a:pt x="674068" y="506356"/>
                </a:moveTo>
                <a:cubicBezTo>
                  <a:pt x="660174" y="506356"/>
                  <a:pt x="645703" y="515079"/>
                  <a:pt x="635881" y="529002"/>
                </a:cubicBezTo>
                <a:cubicBezTo>
                  <a:pt x="636719" y="517506"/>
                  <a:pt x="631520" y="506876"/>
                  <a:pt x="631520" y="506876"/>
                </a:cubicBezTo>
                <a:lnTo>
                  <a:pt x="610231" y="512624"/>
                </a:lnTo>
                <a:cubicBezTo>
                  <a:pt x="610231" y="512624"/>
                  <a:pt x="614853" y="521665"/>
                  <a:pt x="614853" y="541539"/>
                </a:cubicBezTo>
                <a:lnTo>
                  <a:pt x="614853" y="646394"/>
                </a:lnTo>
                <a:lnTo>
                  <a:pt x="636141" y="646394"/>
                </a:lnTo>
                <a:lnTo>
                  <a:pt x="636141" y="561239"/>
                </a:lnTo>
                <a:cubicBezTo>
                  <a:pt x="636141" y="550031"/>
                  <a:pt x="637759" y="545958"/>
                  <a:pt x="644056" y="539690"/>
                </a:cubicBezTo>
                <a:cubicBezTo>
                  <a:pt x="650324" y="533335"/>
                  <a:pt x="658528" y="529840"/>
                  <a:pt x="666702" y="529840"/>
                </a:cubicBezTo>
                <a:cubicBezTo>
                  <a:pt x="668898" y="529840"/>
                  <a:pt x="671353" y="530389"/>
                  <a:pt x="672711" y="530938"/>
                </a:cubicBezTo>
                <a:lnTo>
                  <a:pt x="681463" y="507714"/>
                </a:lnTo>
                <a:cubicBezTo>
                  <a:pt x="681463" y="507714"/>
                  <a:pt x="677621" y="506356"/>
                  <a:pt x="674068" y="506356"/>
                </a:cubicBezTo>
                <a:close/>
                <a:moveTo>
                  <a:pt x="751914" y="506355"/>
                </a:moveTo>
                <a:cubicBezTo>
                  <a:pt x="716153" y="506355"/>
                  <a:pt x="694027" y="533335"/>
                  <a:pt x="694027" y="577617"/>
                </a:cubicBezTo>
                <a:cubicBezTo>
                  <a:pt x="694027" y="622361"/>
                  <a:pt x="715316" y="649945"/>
                  <a:pt x="752723" y="649945"/>
                </a:cubicBezTo>
                <a:cubicBezTo>
                  <a:pt x="786836" y="649945"/>
                  <a:pt x="811129" y="625942"/>
                  <a:pt x="811129" y="580592"/>
                </a:cubicBezTo>
                <a:cubicBezTo>
                  <a:pt x="811129" y="558495"/>
                  <a:pt x="807056" y="542347"/>
                  <a:pt x="798593" y="530129"/>
                </a:cubicBezTo>
                <a:cubicBezTo>
                  <a:pt x="789292" y="516697"/>
                  <a:pt x="774560" y="506355"/>
                  <a:pt x="751914" y="506355"/>
                </a:cubicBezTo>
                <a:close/>
                <a:moveTo>
                  <a:pt x="1224886" y="466261"/>
                </a:moveTo>
                <a:lnTo>
                  <a:pt x="1204753" y="470421"/>
                </a:lnTo>
                <a:lnTo>
                  <a:pt x="1204753" y="510398"/>
                </a:lnTo>
                <a:lnTo>
                  <a:pt x="1185919" y="510398"/>
                </a:lnTo>
                <a:lnTo>
                  <a:pt x="1185919" y="526516"/>
                </a:lnTo>
                <a:lnTo>
                  <a:pt x="1203656" y="526516"/>
                </a:lnTo>
                <a:lnTo>
                  <a:pt x="1203656" y="619875"/>
                </a:lnTo>
                <a:cubicBezTo>
                  <a:pt x="1203656" y="633538"/>
                  <a:pt x="1207209" y="642261"/>
                  <a:pt x="1216741" y="646883"/>
                </a:cubicBezTo>
                <a:cubicBezTo>
                  <a:pt x="1221939" y="649338"/>
                  <a:pt x="1227400" y="650725"/>
                  <a:pt x="1234506" y="650725"/>
                </a:cubicBezTo>
                <a:cubicBezTo>
                  <a:pt x="1244037" y="650725"/>
                  <a:pt x="1251692" y="648789"/>
                  <a:pt x="1258538" y="645236"/>
                </a:cubicBezTo>
                <a:lnTo>
                  <a:pt x="1255534" y="631602"/>
                </a:lnTo>
                <a:cubicBezTo>
                  <a:pt x="1251692" y="633567"/>
                  <a:pt x="1248169" y="634375"/>
                  <a:pt x="1242160" y="634375"/>
                </a:cubicBezTo>
                <a:cubicBezTo>
                  <a:pt x="1228785" y="634375"/>
                  <a:pt x="1224684" y="629147"/>
                  <a:pt x="1224684" y="614155"/>
                </a:cubicBezTo>
                <a:lnTo>
                  <a:pt x="1224684" y="526516"/>
                </a:lnTo>
                <a:lnTo>
                  <a:pt x="1253079" y="526516"/>
                </a:lnTo>
                <a:lnTo>
                  <a:pt x="1259636" y="510398"/>
                </a:lnTo>
                <a:lnTo>
                  <a:pt x="1224886" y="510398"/>
                </a:lnTo>
                <a:close/>
                <a:moveTo>
                  <a:pt x="873261" y="466261"/>
                </a:moveTo>
                <a:lnTo>
                  <a:pt x="853127" y="470421"/>
                </a:lnTo>
                <a:lnTo>
                  <a:pt x="853127" y="510398"/>
                </a:lnTo>
                <a:lnTo>
                  <a:pt x="834265" y="510398"/>
                </a:lnTo>
                <a:lnTo>
                  <a:pt x="834265" y="526516"/>
                </a:lnTo>
                <a:lnTo>
                  <a:pt x="852001" y="526516"/>
                </a:lnTo>
                <a:lnTo>
                  <a:pt x="852001" y="619875"/>
                </a:lnTo>
                <a:cubicBezTo>
                  <a:pt x="852001" y="633538"/>
                  <a:pt x="855554" y="642261"/>
                  <a:pt x="865115" y="646883"/>
                </a:cubicBezTo>
                <a:cubicBezTo>
                  <a:pt x="870314" y="649338"/>
                  <a:pt x="875745" y="650725"/>
                  <a:pt x="882851" y="650725"/>
                </a:cubicBezTo>
                <a:cubicBezTo>
                  <a:pt x="892383" y="650725"/>
                  <a:pt x="900038" y="648789"/>
                  <a:pt x="906883" y="645236"/>
                </a:cubicBezTo>
                <a:lnTo>
                  <a:pt x="903850" y="631602"/>
                </a:lnTo>
                <a:cubicBezTo>
                  <a:pt x="900038" y="633567"/>
                  <a:pt x="896456" y="634375"/>
                  <a:pt x="890476" y="634375"/>
                </a:cubicBezTo>
                <a:cubicBezTo>
                  <a:pt x="877074" y="634375"/>
                  <a:pt x="873001" y="629147"/>
                  <a:pt x="873001" y="614155"/>
                </a:cubicBezTo>
                <a:lnTo>
                  <a:pt x="873001" y="526516"/>
                </a:lnTo>
                <a:lnTo>
                  <a:pt x="901395" y="526516"/>
                </a:lnTo>
                <a:lnTo>
                  <a:pt x="907952" y="510398"/>
                </a:lnTo>
                <a:lnTo>
                  <a:pt x="873261" y="510398"/>
                </a:lnTo>
                <a:close/>
                <a:moveTo>
                  <a:pt x="949289" y="453408"/>
                </a:moveTo>
                <a:cubicBezTo>
                  <a:pt x="940912" y="453408"/>
                  <a:pt x="934268" y="460225"/>
                  <a:pt x="934297" y="468602"/>
                </a:cubicBezTo>
                <a:cubicBezTo>
                  <a:pt x="934297" y="476748"/>
                  <a:pt x="940941" y="483391"/>
                  <a:pt x="949289" y="483391"/>
                </a:cubicBezTo>
                <a:cubicBezTo>
                  <a:pt x="957637" y="483391"/>
                  <a:pt x="964252" y="476748"/>
                  <a:pt x="964252" y="468371"/>
                </a:cubicBezTo>
                <a:cubicBezTo>
                  <a:pt x="964252" y="460023"/>
                  <a:pt x="957637" y="453408"/>
                  <a:pt x="949289" y="453408"/>
                </a:cubicBezTo>
                <a:close/>
                <a:moveTo>
                  <a:pt x="1144701" y="453408"/>
                </a:moveTo>
                <a:cubicBezTo>
                  <a:pt x="1136382" y="453408"/>
                  <a:pt x="1129709" y="460225"/>
                  <a:pt x="1129709" y="468602"/>
                </a:cubicBezTo>
                <a:cubicBezTo>
                  <a:pt x="1129709" y="476748"/>
                  <a:pt x="1136382" y="483391"/>
                  <a:pt x="1144701" y="483391"/>
                </a:cubicBezTo>
                <a:cubicBezTo>
                  <a:pt x="1153077" y="483391"/>
                  <a:pt x="1159692" y="476748"/>
                  <a:pt x="1159692" y="468371"/>
                </a:cubicBezTo>
                <a:cubicBezTo>
                  <a:pt x="1159692" y="460023"/>
                  <a:pt x="1153077" y="453408"/>
                  <a:pt x="1144701" y="453408"/>
                </a:cubicBezTo>
                <a:close/>
                <a:moveTo>
                  <a:pt x="1300567" y="453408"/>
                </a:moveTo>
                <a:cubicBezTo>
                  <a:pt x="1292219" y="453408"/>
                  <a:pt x="1285604" y="460225"/>
                  <a:pt x="1285575" y="468602"/>
                </a:cubicBezTo>
                <a:cubicBezTo>
                  <a:pt x="1285575" y="476748"/>
                  <a:pt x="1292219" y="483391"/>
                  <a:pt x="1300567" y="483391"/>
                </a:cubicBezTo>
                <a:cubicBezTo>
                  <a:pt x="1308944" y="483391"/>
                  <a:pt x="1315558" y="476748"/>
                  <a:pt x="1315558" y="468371"/>
                </a:cubicBezTo>
                <a:cubicBezTo>
                  <a:pt x="1315558" y="460023"/>
                  <a:pt x="1308944" y="453408"/>
                  <a:pt x="1300567" y="453408"/>
                </a:cubicBezTo>
                <a:close/>
                <a:moveTo>
                  <a:pt x="0" y="0"/>
                </a:moveTo>
                <a:lnTo>
                  <a:pt x="11277374" y="0"/>
                </a:lnTo>
                <a:lnTo>
                  <a:pt x="11277374" y="6857999"/>
                </a:lnTo>
                <a:lnTo>
                  <a:pt x="0" y="6857999"/>
                </a:lnTo>
                <a:close/>
              </a:path>
            </a:pathLst>
          </a:custGeom>
          <a:solidFill>
            <a:schemeClr val="bg2"/>
          </a:solidFill>
        </p:spPr>
        <p:txBody>
          <a:bodyPr wrap="square">
            <a:noAutofit/>
          </a:bodyPr>
          <a:lstStyle>
            <a:lvl1pPr>
              <a:defRPr sz="1400"/>
            </a:lvl1pPr>
          </a:lstStyle>
          <a:p>
            <a:r>
              <a:rPr lang="en-US"/>
              <a:t>Click icon to add picture</a:t>
            </a:r>
            <a:endParaRPr lang="de-DE"/>
          </a:p>
        </p:txBody>
      </p:sp>
      <p:sp>
        <p:nvSpPr>
          <p:cNvPr id="21" name="Textplatzhalter 8">
            <a:extLst>
              <a:ext uri="{FF2B5EF4-FFF2-40B4-BE49-F238E27FC236}">
                <a16:creationId xmlns:a16="http://schemas.microsoft.com/office/drawing/2014/main" id="{A5F713B3-76AA-9F9B-E046-3B9B63233B00}"/>
              </a:ext>
            </a:extLst>
          </p:cNvPr>
          <p:cNvSpPr>
            <a:spLocks noGrp="1"/>
          </p:cNvSpPr>
          <p:nvPr>
            <p:ph type="body" sz="quarter" idx="13" hasCustomPrompt="1"/>
          </p:nvPr>
        </p:nvSpPr>
        <p:spPr>
          <a:xfrm>
            <a:off x="8858250" y="3235036"/>
            <a:ext cx="2600325" cy="3457861"/>
          </a:xfrm>
          <a:solidFill>
            <a:schemeClr val="accent5"/>
          </a:solidFill>
        </p:spPr>
        <p:txBody>
          <a:bodyPr lIns="216000" tIns="180000" rIns="144000" bIns="180000"/>
          <a:lstStyle>
            <a:lvl1pPr algn="ctr">
              <a:lnSpc>
                <a:spcPct val="100000"/>
              </a:lnSpc>
              <a:spcAft>
                <a:spcPts val="1200"/>
              </a:spcAft>
              <a:defRPr sz="1400" spc="100" baseline="0">
                <a:solidFill>
                  <a:schemeClr val="bg1"/>
                </a:solidFill>
              </a:defRPr>
            </a:lvl1pPr>
            <a:lvl2pPr>
              <a:lnSpc>
                <a:spcPct val="118000"/>
              </a:lnSpc>
              <a:spcBef>
                <a:spcPts val="0"/>
              </a:spcBef>
              <a:spcAft>
                <a:spcPts val="0"/>
              </a:spcAft>
              <a:defRPr sz="1000" b="0" i="0" spc="0" baseline="0">
                <a:solidFill>
                  <a:schemeClr val="bg1"/>
                </a:solidFill>
                <a:latin typeface="+mn-lt"/>
              </a:defRPr>
            </a:lvl2pPr>
            <a:lvl3pPr>
              <a:lnSpc>
                <a:spcPct val="100000"/>
              </a:lnSpc>
              <a:spcBef>
                <a:spcPts val="0"/>
              </a:spcBef>
              <a:spcAft>
                <a:spcPts val="200"/>
              </a:spcAft>
              <a:defRPr sz="1600" u="sng" cap="all" spc="90" baseline="0">
                <a:solidFill>
                  <a:schemeClr val="accent4"/>
                </a:solidFill>
                <a:latin typeface="+mj-lt"/>
              </a:defRPr>
            </a:lvl3pPr>
          </a:lstStyle>
          <a:p>
            <a:pPr lvl="0"/>
            <a:r>
              <a:rPr lang="de-DE" noProof="0"/>
              <a:t>Text hinzufügen</a:t>
            </a:r>
          </a:p>
        </p:txBody>
      </p:sp>
      <p:sp>
        <p:nvSpPr>
          <p:cNvPr id="4" name="Foliennummernplatzhalter 3">
            <a:extLst>
              <a:ext uri="{FF2B5EF4-FFF2-40B4-BE49-F238E27FC236}">
                <a16:creationId xmlns:a16="http://schemas.microsoft.com/office/drawing/2014/main" id="{1FD4D19C-1914-D5F8-55C2-D1C0D4C362D6}"/>
              </a:ext>
            </a:extLst>
          </p:cNvPr>
          <p:cNvSpPr>
            <a:spLocks noGrp="1"/>
          </p:cNvSpPr>
          <p:nvPr>
            <p:ph type="sldNum" sz="quarter" idx="11"/>
          </p:nvPr>
        </p:nvSpPr>
        <p:spPr>
          <a:xfrm>
            <a:off x="11277376" y="417380"/>
            <a:ext cx="914622" cy="365125"/>
          </a:xfrm>
          <a:prstGeom prst="rect">
            <a:avLst/>
          </a:prstGeom>
        </p:spPr>
        <p:txBody>
          <a:bodyPr/>
          <a:lstStyle/>
          <a:p>
            <a:fld id="{9678312F-8BDE-4502-9E53-473B40D118CD}" type="slidenum">
              <a:rPr lang="de-DE" smtClean="0"/>
              <a:pPr/>
              <a:t>‹#›</a:t>
            </a:fld>
            <a:endParaRPr lang="de-DE"/>
          </a:p>
        </p:txBody>
      </p:sp>
      <p:sp>
        <p:nvSpPr>
          <p:cNvPr id="2" name="Fußzeilenplatzhalter 5">
            <a:extLst>
              <a:ext uri="{FF2B5EF4-FFF2-40B4-BE49-F238E27FC236}">
                <a16:creationId xmlns:a16="http://schemas.microsoft.com/office/drawing/2014/main" id="{2E2539F1-758E-D679-BC19-1AD574F08BE9}"/>
              </a:ext>
            </a:extLst>
          </p:cNvPr>
          <p:cNvSpPr>
            <a:spLocks noGrp="1"/>
          </p:cNvSpPr>
          <p:nvPr>
            <p:ph type="ftr" sz="quarter" idx="3"/>
          </p:nvPr>
        </p:nvSpPr>
        <p:spPr>
          <a:xfrm rot="16200000">
            <a:off x="9687412" y="3627858"/>
            <a:ext cx="4114800" cy="180000"/>
          </a:xfrm>
          <a:prstGeom prst="rect">
            <a:avLst/>
          </a:prstGeom>
        </p:spPr>
        <p:txBody>
          <a:bodyPr vert="horz" lIns="0" tIns="0" rIns="0" bIns="0" rtlCol="0" anchor="b"/>
          <a:lstStyle>
            <a:lvl1pPr algn="l">
              <a:defRPr sz="800" cap="all" spc="50" baseline="0">
                <a:solidFill>
                  <a:schemeClr val="accent3"/>
                </a:solidFill>
                <a:latin typeface="Merriweather" panose="00000500000000000000" pitchFamily="2" charset="0"/>
              </a:defRPr>
            </a:lvl1pPr>
          </a:lstStyle>
          <a:p>
            <a:r>
              <a:rPr lang="de-DE"/>
              <a:t>Corporate Presentation</a:t>
            </a:r>
          </a:p>
        </p:txBody>
      </p:sp>
      <p:sp>
        <p:nvSpPr>
          <p:cNvPr id="5" name="Titel 3">
            <a:extLst>
              <a:ext uri="{FF2B5EF4-FFF2-40B4-BE49-F238E27FC236}">
                <a16:creationId xmlns:a16="http://schemas.microsoft.com/office/drawing/2014/main" id="{A7A92B3E-1EF5-A974-C0A9-C6D46EF53BA0}"/>
              </a:ext>
            </a:extLst>
          </p:cNvPr>
          <p:cNvSpPr>
            <a:spLocks noGrp="1"/>
          </p:cNvSpPr>
          <p:nvPr>
            <p:ph type="title" hasCustomPrompt="1"/>
          </p:nvPr>
        </p:nvSpPr>
        <p:spPr>
          <a:xfrm>
            <a:off x="3301998" y="410400"/>
            <a:ext cx="7616601" cy="394215"/>
          </a:xfrm>
          <a:prstGeom prst="rect">
            <a:avLst/>
          </a:prstGeom>
        </p:spPr>
        <p:txBody>
          <a:bodyPr/>
          <a:lstStyle>
            <a:lvl1pPr>
              <a:defRPr>
                <a:solidFill>
                  <a:schemeClr val="bg1"/>
                </a:solidFill>
                <a:latin typeface="+mj-lt"/>
              </a:defRPr>
            </a:lvl1pPr>
          </a:lstStyle>
          <a:p>
            <a:r>
              <a:rPr lang="de-DE"/>
              <a:t>Titel hinzufügen</a:t>
            </a:r>
          </a:p>
        </p:txBody>
      </p:sp>
      <p:sp>
        <p:nvSpPr>
          <p:cNvPr id="14" name="Rechtwinkliges Dreieck 13">
            <a:extLst>
              <a:ext uri="{FF2B5EF4-FFF2-40B4-BE49-F238E27FC236}">
                <a16:creationId xmlns:a16="http://schemas.microsoft.com/office/drawing/2014/main" id="{B5FDE18C-A2A5-F5D4-752B-C71CB24863DB}"/>
              </a:ext>
            </a:extLst>
          </p:cNvPr>
          <p:cNvSpPr/>
          <p:nvPr userDrawn="1"/>
        </p:nvSpPr>
        <p:spPr>
          <a:xfrm rot="5400000">
            <a:off x="11286065" y="6686815"/>
            <a:ext cx="166426" cy="178593"/>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0" i="0">
              <a:latin typeface="Barlow Condensed Light" pitchFamily="2" charset="77"/>
            </a:endParaRPr>
          </a:p>
        </p:txBody>
      </p:sp>
      <p:sp>
        <p:nvSpPr>
          <p:cNvPr id="6" name="Textplatzhalter 5">
            <a:extLst>
              <a:ext uri="{FF2B5EF4-FFF2-40B4-BE49-F238E27FC236}">
                <a16:creationId xmlns:a16="http://schemas.microsoft.com/office/drawing/2014/main" id="{694E7111-6D0A-FB10-298A-36C4D617EAA8}"/>
              </a:ext>
            </a:extLst>
          </p:cNvPr>
          <p:cNvSpPr>
            <a:spLocks noGrp="1"/>
          </p:cNvSpPr>
          <p:nvPr>
            <p:ph type="body" sz="quarter" idx="19" hasCustomPrompt="1"/>
          </p:nvPr>
        </p:nvSpPr>
        <p:spPr>
          <a:xfrm>
            <a:off x="463238" y="6357475"/>
            <a:ext cx="8198775" cy="287393"/>
          </a:xfrm>
        </p:spPr>
        <p:txBody>
          <a:bodyPr/>
          <a:lstStyle>
            <a:lvl1pPr>
              <a:defRPr sz="800" b="0" i="0" cap="none" spc="60" baseline="0">
                <a:solidFill>
                  <a:schemeClr val="bg1"/>
                </a:solidFill>
                <a:latin typeface="Barlow Condensed" pitchFamily="2" charset="77"/>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sz="800">
                <a:solidFill>
                  <a:schemeClr val="bg1"/>
                </a:solidFill>
              </a:defRPr>
            </a:lvl6pPr>
          </a:lstStyle>
          <a:p>
            <a:pPr lvl="0"/>
            <a:r>
              <a:rPr lang="de-DE"/>
              <a:t>Text hinzufügen</a:t>
            </a:r>
          </a:p>
        </p:txBody>
      </p:sp>
      <p:sp>
        <p:nvSpPr>
          <p:cNvPr id="10" name="Bildplatzhalter 12">
            <a:extLst>
              <a:ext uri="{FF2B5EF4-FFF2-40B4-BE49-F238E27FC236}">
                <a16:creationId xmlns:a16="http://schemas.microsoft.com/office/drawing/2014/main" id="{8F9BAB15-E1F9-742E-1CD2-C7AEAC99C213}"/>
              </a:ext>
            </a:extLst>
          </p:cNvPr>
          <p:cNvSpPr>
            <a:spLocks noGrp="1"/>
          </p:cNvSpPr>
          <p:nvPr>
            <p:ph type="pic" sz="quarter" idx="15"/>
          </p:nvPr>
        </p:nvSpPr>
        <p:spPr>
          <a:xfrm>
            <a:off x="9798412" y="3946679"/>
            <a:ext cx="720000" cy="720000"/>
          </a:xfrm>
          <a:prstGeom prst="ellipse">
            <a:avLst/>
          </a:prstGeom>
          <a:noFill/>
        </p:spPr>
        <p:txBody>
          <a:bodyPr/>
          <a:lstStyle>
            <a:lvl1pPr>
              <a:defRPr sz="1050"/>
            </a:lvl1pPr>
          </a:lstStyle>
          <a:p>
            <a:r>
              <a:rPr lang="en-US"/>
              <a:t>Click icon to add picture</a:t>
            </a:r>
            <a:endParaRPr lang="de-DE"/>
          </a:p>
        </p:txBody>
      </p:sp>
      <p:sp>
        <p:nvSpPr>
          <p:cNvPr id="12" name="Textplatzhalter 18">
            <a:extLst>
              <a:ext uri="{FF2B5EF4-FFF2-40B4-BE49-F238E27FC236}">
                <a16:creationId xmlns:a16="http://schemas.microsoft.com/office/drawing/2014/main" id="{6EED6A80-15C5-B0A9-30E8-1DB780FEFBEF}"/>
              </a:ext>
            </a:extLst>
          </p:cNvPr>
          <p:cNvSpPr>
            <a:spLocks noGrp="1"/>
          </p:cNvSpPr>
          <p:nvPr>
            <p:ph type="body" sz="quarter" idx="21" hasCustomPrompt="1"/>
          </p:nvPr>
        </p:nvSpPr>
        <p:spPr>
          <a:xfrm>
            <a:off x="9091611" y="4783023"/>
            <a:ext cx="2133603" cy="1157548"/>
          </a:xfrm>
        </p:spPr>
        <p:txBody>
          <a:bodyPr/>
          <a:lstStyle>
            <a:lvl1pPr algn="ctr">
              <a:spcBef>
                <a:spcPts val="0"/>
              </a:spcBef>
              <a:spcAft>
                <a:spcPts val="300"/>
              </a:spcAft>
              <a:defRPr sz="1200">
                <a:solidFill>
                  <a:schemeClr val="accent1"/>
                </a:solidFill>
              </a:defRPr>
            </a:lvl1pPr>
            <a:lvl2pPr algn="ctr">
              <a:spcBef>
                <a:spcPts val="0"/>
              </a:spcBef>
              <a:defRPr sz="1000">
                <a:solidFill>
                  <a:schemeClr val="bg1"/>
                </a:solidFill>
              </a:defRPr>
            </a:lvl2pPr>
          </a:lstStyle>
          <a:p>
            <a:pPr lvl="0"/>
            <a:r>
              <a:rPr lang="de-DE"/>
              <a:t>Text hinzufügen</a:t>
            </a:r>
          </a:p>
          <a:p>
            <a:pPr lvl="1"/>
            <a:r>
              <a:rPr lang="de-DE"/>
              <a:t>Zweite Ebene</a:t>
            </a:r>
          </a:p>
        </p:txBody>
      </p:sp>
      <p:sp>
        <p:nvSpPr>
          <p:cNvPr id="20" name="Textplatzhalter 19">
            <a:extLst>
              <a:ext uri="{FF2B5EF4-FFF2-40B4-BE49-F238E27FC236}">
                <a16:creationId xmlns:a16="http://schemas.microsoft.com/office/drawing/2014/main" id="{0F4B125D-3CF5-62AA-8990-272B84CB608E}"/>
              </a:ext>
            </a:extLst>
          </p:cNvPr>
          <p:cNvSpPr>
            <a:spLocks noGrp="1"/>
          </p:cNvSpPr>
          <p:nvPr>
            <p:ph type="body" sz="quarter" idx="22" hasCustomPrompt="1"/>
          </p:nvPr>
        </p:nvSpPr>
        <p:spPr>
          <a:xfrm>
            <a:off x="9134475" y="5875697"/>
            <a:ext cx="2047875" cy="213954"/>
          </a:xfrm>
        </p:spPr>
        <p:txBody>
          <a:bodyPr/>
          <a:lstStyle>
            <a:lvl3pPr algn="ctr">
              <a:defRPr>
                <a:solidFill>
                  <a:schemeClr val="bg1"/>
                </a:solidFill>
              </a:defRPr>
            </a:lvl3pPr>
          </a:lstStyle>
          <a:p>
            <a:pPr lvl="2"/>
            <a:r>
              <a:rPr lang="de-DE"/>
              <a:t>Text hinzufügen</a:t>
            </a:r>
          </a:p>
        </p:txBody>
      </p:sp>
      <p:sp>
        <p:nvSpPr>
          <p:cNvPr id="26" name="Bildplatzhalter 12">
            <a:extLst>
              <a:ext uri="{FF2B5EF4-FFF2-40B4-BE49-F238E27FC236}">
                <a16:creationId xmlns:a16="http://schemas.microsoft.com/office/drawing/2014/main" id="{2DF90597-7675-0984-BBF7-AF360B7AB8B1}"/>
              </a:ext>
            </a:extLst>
          </p:cNvPr>
          <p:cNvSpPr>
            <a:spLocks noGrp="1"/>
          </p:cNvSpPr>
          <p:nvPr>
            <p:ph type="pic" sz="quarter" idx="23"/>
          </p:nvPr>
        </p:nvSpPr>
        <p:spPr>
          <a:xfrm>
            <a:off x="9521794" y="6141221"/>
            <a:ext cx="323090" cy="323090"/>
          </a:xfrm>
          <a:prstGeom prst="ellipse">
            <a:avLst/>
          </a:prstGeom>
          <a:solidFill>
            <a:schemeClr val="accent4"/>
          </a:solidFill>
        </p:spPr>
        <p:txBody>
          <a:bodyPr/>
          <a:lstStyle>
            <a:lvl1pPr>
              <a:defRPr sz="1050"/>
            </a:lvl1pPr>
          </a:lstStyle>
          <a:p>
            <a:r>
              <a:rPr lang="en-US"/>
              <a:t>Click icon to add picture</a:t>
            </a:r>
            <a:endParaRPr lang="de-DE"/>
          </a:p>
        </p:txBody>
      </p:sp>
      <p:sp>
        <p:nvSpPr>
          <p:cNvPr id="30" name="Bildplatzhalter 12">
            <a:extLst>
              <a:ext uri="{FF2B5EF4-FFF2-40B4-BE49-F238E27FC236}">
                <a16:creationId xmlns:a16="http://schemas.microsoft.com/office/drawing/2014/main" id="{CB6B61AE-9C80-B244-E380-2109C0F8D8F7}"/>
              </a:ext>
            </a:extLst>
          </p:cNvPr>
          <p:cNvSpPr>
            <a:spLocks noGrp="1"/>
          </p:cNvSpPr>
          <p:nvPr>
            <p:ph type="pic" sz="quarter" idx="24"/>
          </p:nvPr>
        </p:nvSpPr>
        <p:spPr>
          <a:xfrm>
            <a:off x="9996867" y="6141221"/>
            <a:ext cx="323090" cy="323090"/>
          </a:xfrm>
          <a:prstGeom prst="ellipse">
            <a:avLst/>
          </a:prstGeom>
          <a:solidFill>
            <a:schemeClr val="accent4"/>
          </a:solidFill>
        </p:spPr>
        <p:txBody>
          <a:bodyPr/>
          <a:lstStyle>
            <a:lvl1pPr>
              <a:defRPr sz="1050"/>
            </a:lvl1pPr>
          </a:lstStyle>
          <a:p>
            <a:r>
              <a:rPr lang="en-US"/>
              <a:t>Click icon to add picture</a:t>
            </a:r>
            <a:endParaRPr lang="de-DE"/>
          </a:p>
        </p:txBody>
      </p:sp>
      <p:sp>
        <p:nvSpPr>
          <p:cNvPr id="31" name="Bildplatzhalter 12">
            <a:extLst>
              <a:ext uri="{FF2B5EF4-FFF2-40B4-BE49-F238E27FC236}">
                <a16:creationId xmlns:a16="http://schemas.microsoft.com/office/drawing/2014/main" id="{B1FAEE33-0DEC-A9B9-FD61-FE4E1B2EBAB5}"/>
              </a:ext>
            </a:extLst>
          </p:cNvPr>
          <p:cNvSpPr>
            <a:spLocks noGrp="1"/>
          </p:cNvSpPr>
          <p:nvPr>
            <p:ph type="pic" sz="quarter" idx="25"/>
          </p:nvPr>
        </p:nvSpPr>
        <p:spPr>
          <a:xfrm>
            <a:off x="10471940" y="6141221"/>
            <a:ext cx="323090" cy="323090"/>
          </a:xfrm>
          <a:prstGeom prst="ellipse">
            <a:avLst/>
          </a:prstGeom>
          <a:solidFill>
            <a:schemeClr val="accent4"/>
          </a:solidFill>
        </p:spPr>
        <p:txBody>
          <a:bodyPr/>
          <a:lstStyle>
            <a:lvl1pPr>
              <a:defRPr sz="1050"/>
            </a:lvl1pPr>
          </a:lstStyle>
          <a:p>
            <a:r>
              <a:rPr lang="en-US"/>
              <a:t>Click icon to add picture</a:t>
            </a:r>
            <a:endParaRPr lang="de-DE"/>
          </a:p>
        </p:txBody>
      </p:sp>
    </p:spTree>
    <p:extLst>
      <p:ext uri="{BB962C8B-B14F-4D97-AF65-F5344CB8AC3E}">
        <p14:creationId xmlns:p14="http://schemas.microsoft.com/office/powerpoint/2010/main" val="2035612456"/>
      </p:ext>
    </p:extLst>
  </p:cSld>
  <p:clrMapOvr>
    <a:masterClrMapping/>
  </p:clrMapOvr>
  <p:extLst>
    <p:ext uri="{DCECCB84-F9BA-43D5-87BE-67443E8EF086}">
      <p15:sldGuideLst xmlns:p15="http://schemas.microsoft.com/office/powerpoint/2012/main">
        <p15:guide id="1" orient="horz" pos="1194">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0_end_2contacts">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F2020260-9EB9-5A9F-8514-C9D44EA824B1}"/>
              </a:ext>
            </a:extLst>
          </p:cNvPr>
          <p:cNvSpPr/>
          <p:nvPr userDrawn="1"/>
        </p:nvSpPr>
        <p:spPr>
          <a:xfrm>
            <a:off x="279083" y="213132"/>
            <a:ext cx="1271081" cy="5693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latin typeface="Barlow Condensed Light" panose="00000406000000000000" pitchFamily="2" charset="0"/>
            </a:endParaRPr>
          </a:p>
        </p:txBody>
      </p:sp>
      <p:sp>
        <p:nvSpPr>
          <p:cNvPr id="8" name="Bildplatzhalter 7">
            <a:extLst>
              <a:ext uri="{FF2B5EF4-FFF2-40B4-BE49-F238E27FC236}">
                <a16:creationId xmlns:a16="http://schemas.microsoft.com/office/drawing/2014/main" id="{6BDE1673-3B90-D8BF-6665-B9C0E0473805}"/>
              </a:ext>
            </a:extLst>
          </p:cNvPr>
          <p:cNvSpPr>
            <a:spLocks noGrp="1"/>
          </p:cNvSpPr>
          <p:nvPr>
            <p:ph type="pic" sz="quarter" idx="18"/>
          </p:nvPr>
        </p:nvSpPr>
        <p:spPr>
          <a:xfrm>
            <a:off x="0" y="1"/>
            <a:ext cx="11277374" cy="6857999"/>
          </a:xfrm>
          <a:custGeom>
            <a:avLst/>
            <a:gdLst>
              <a:gd name="connsiteX0" fmla="*/ 523400 w 11277374"/>
              <a:gd name="connsiteY0" fmla="*/ 526807 h 6857999"/>
              <a:gd name="connsiteX1" fmla="*/ 548502 w 11277374"/>
              <a:gd name="connsiteY1" fmla="*/ 541828 h 6857999"/>
              <a:gd name="connsiteX2" fmla="*/ 554799 w 11277374"/>
              <a:gd name="connsiteY2" fmla="*/ 580852 h 6857999"/>
              <a:gd name="connsiteX3" fmla="*/ 549051 w 11277374"/>
              <a:gd name="connsiteY3" fmla="*/ 615255 h 6857999"/>
              <a:gd name="connsiteX4" fmla="*/ 520396 w 11277374"/>
              <a:gd name="connsiteY4" fmla="*/ 632182 h 6857999"/>
              <a:gd name="connsiteX5" fmla="*/ 487120 w 11277374"/>
              <a:gd name="connsiteY5" fmla="*/ 614417 h 6857999"/>
              <a:gd name="connsiteX6" fmla="*/ 487120 w 11277374"/>
              <a:gd name="connsiteY6" fmla="*/ 545929 h 6857999"/>
              <a:gd name="connsiteX7" fmla="*/ 523400 w 11277374"/>
              <a:gd name="connsiteY7" fmla="*/ 526807 h 6857999"/>
              <a:gd name="connsiteX8" fmla="*/ 751654 w 11277374"/>
              <a:gd name="connsiteY8" fmla="*/ 523803 h 6857999"/>
              <a:gd name="connsiteX9" fmla="*/ 780539 w 11277374"/>
              <a:gd name="connsiteY9" fmla="*/ 541279 h 6857999"/>
              <a:gd name="connsiteX10" fmla="*/ 786836 w 11277374"/>
              <a:gd name="connsiteY10" fmla="*/ 582210 h 6857999"/>
              <a:gd name="connsiteX11" fmla="*/ 782764 w 11277374"/>
              <a:gd name="connsiteY11" fmla="*/ 611760 h 6857999"/>
              <a:gd name="connsiteX12" fmla="*/ 753271 w 11277374"/>
              <a:gd name="connsiteY12" fmla="*/ 632182 h 6857999"/>
              <a:gd name="connsiteX13" fmla="*/ 725715 w 11277374"/>
              <a:gd name="connsiteY13" fmla="*/ 618548 h 6857999"/>
              <a:gd name="connsiteX14" fmla="*/ 717251 w 11277374"/>
              <a:gd name="connsiteY14" fmla="*/ 574034 h 6857999"/>
              <a:gd name="connsiteX15" fmla="*/ 723808 w 11277374"/>
              <a:gd name="connsiteY15" fmla="*/ 538562 h 6857999"/>
              <a:gd name="connsiteX16" fmla="*/ 751654 w 11277374"/>
              <a:gd name="connsiteY16" fmla="*/ 523803 h 6857999"/>
              <a:gd name="connsiteX17" fmla="*/ 1360186 w 11277374"/>
              <a:gd name="connsiteY17" fmla="*/ 517418 h 6857999"/>
              <a:gd name="connsiteX18" fmla="*/ 1362295 w 11277374"/>
              <a:gd name="connsiteY18" fmla="*/ 517418 h 6857999"/>
              <a:gd name="connsiteX19" fmla="*/ 1364808 w 11277374"/>
              <a:gd name="connsiteY19" fmla="*/ 517822 h 6857999"/>
              <a:gd name="connsiteX20" fmla="*/ 1366715 w 11277374"/>
              <a:gd name="connsiteY20" fmla="*/ 520826 h 6857999"/>
              <a:gd name="connsiteX21" fmla="*/ 1365732 w 11277374"/>
              <a:gd name="connsiteY21" fmla="*/ 523599 h 6857999"/>
              <a:gd name="connsiteX22" fmla="*/ 1362180 w 11277374"/>
              <a:gd name="connsiteY22" fmla="*/ 524553 h 6857999"/>
              <a:gd name="connsiteX23" fmla="*/ 1360186 w 11277374"/>
              <a:gd name="connsiteY23" fmla="*/ 524553 h 6857999"/>
              <a:gd name="connsiteX24" fmla="*/ 1357298 w 11277374"/>
              <a:gd name="connsiteY24" fmla="*/ 515049 h 6857999"/>
              <a:gd name="connsiteX25" fmla="*/ 1357298 w 11277374"/>
              <a:gd name="connsiteY25" fmla="*/ 535500 h 6857999"/>
              <a:gd name="connsiteX26" fmla="*/ 1360157 w 11277374"/>
              <a:gd name="connsiteY26" fmla="*/ 535500 h 6857999"/>
              <a:gd name="connsiteX27" fmla="*/ 1360157 w 11277374"/>
              <a:gd name="connsiteY27" fmla="*/ 526459 h 6857999"/>
              <a:gd name="connsiteX28" fmla="*/ 1361977 w 11277374"/>
              <a:gd name="connsiteY28" fmla="*/ 527412 h 6857999"/>
              <a:gd name="connsiteX29" fmla="*/ 1365530 w 11277374"/>
              <a:gd name="connsiteY29" fmla="*/ 532496 h 6857999"/>
              <a:gd name="connsiteX30" fmla="*/ 1367206 w 11277374"/>
              <a:gd name="connsiteY30" fmla="*/ 535500 h 6857999"/>
              <a:gd name="connsiteX31" fmla="*/ 1370701 w 11277374"/>
              <a:gd name="connsiteY31" fmla="*/ 535500 h 6857999"/>
              <a:gd name="connsiteX32" fmla="*/ 1367754 w 11277374"/>
              <a:gd name="connsiteY32" fmla="*/ 530792 h 6857999"/>
              <a:gd name="connsiteX33" fmla="*/ 1365992 w 11277374"/>
              <a:gd name="connsiteY33" fmla="*/ 528250 h 6857999"/>
              <a:gd name="connsiteX34" fmla="*/ 1364230 w 11277374"/>
              <a:gd name="connsiteY34" fmla="*/ 526401 h 6857999"/>
              <a:gd name="connsiteX35" fmla="*/ 1369719 w 11277374"/>
              <a:gd name="connsiteY35" fmla="*/ 520740 h 6857999"/>
              <a:gd name="connsiteX36" fmla="*/ 1367899 w 11277374"/>
              <a:gd name="connsiteY36" fmla="*/ 516551 h 6857999"/>
              <a:gd name="connsiteX37" fmla="*/ 1363046 w 11277374"/>
              <a:gd name="connsiteY37" fmla="*/ 515049 h 6857999"/>
              <a:gd name="connsiteX38" fmla="*/ 1362988 w 11277374"/>
              <a:gd name="connsiteY38" fmla="*/ 509705 h 6857999"/>
              <a:gd name="connsiteX39" fmla="*/ 1378095 w 11277374"/>
              <a:gd name="connsiteY39" fmla="*/ 525419 h 6857999"/>
              <a:gd name="connsiteX40" fmla="*/ 1362988 w 11277374"/>
              <a:gd name="connsiteY40" fmla="*/ 541133 h 6857999"/>
              <a:gd name="connsiteX41" fmla="*/ 1347881 w 11277374"/>
              <a:gd name="connsiteY41" fmla="*/ 525419 h 6857999"/>
              <a:gd name="connsiteX42" fmla="*/ 1362988 w 11277374"/>
              <a:gd name="connsiteY42" fmla="*/ 509705 h 6857999"/>
              <a:gd name="connsiteX43" fmla="*/ 1155360 w 11277374"/>
              <a:gd name="connsiteY43" fmla="*/ 507453 h 6857999"/>
              <a:gd name="connsiteX44" fmla="*/ 1133263 w 11277374"/>
              <a:gd name="connsiteY44" fmla="*/ 510948 h 6857999"/>
              <a:gd name="connsiteX45" fmla="*/ 1133263 w 11277374"/>
              <a:gd name="connsiteY45" fmla="*/ 568026 h 6857999"/>
              <a:gd name="connsiteX46" fmla="*/ 1133263 w 11277374"/>
              <a:gd name="connsiteY46" fmla="*/ 646364 h 6857999"/>
              <a:gd name="connsiteX47" fmla="*/ 1155360 w 11277374"/>
              <a:gd name="connsiteY47" fmla="*/ 646364 h 6857999"/>
              <a:gd name="connsiteX48" fmla="*/ 1155360 w 11277374"/>
              <a:gd name="connsiteY48" fmla="*/ 543820 h 6857999"/>
              <a:gd name="connsiteX49" fmla="*/ 959891 w 11277374"/>
              <a:gd name="connsiteY49" fmla="*/ 507453 h 6857999"/>
              <a:gd name="connsiteX50" fmla="*/ 937822 w 11277374"/>
              <a:gd name="connsiteY50" fmla="*/ 510948 h 6857999"/>
              <a:gd name="connsiteX51" fmla="*/ 937822 w 11277374"/>
              <a:gd name="connsiteY51" fmla="*/ 570193 h 6857999"/>
              <a:gd name="connsiteX52" fmla="*/ 937822 w 11277374"/>
              <a:gd name="connsiteY52" fmla="*/ 646364 h 6857999"/>
              <a:gd name="connsiteX53" fmla="*/ 959891 w 11277374"/>
              <a:gd name="connsiteY53" fmla="*/ 646364 h 6857999"/>
              <a:gd name="connsiteX54" fmla="*/ 959891 w 11277374"/>
              <a:gd name="connsiteY54" fmla="*/ 585358 h 6857999"/>
              <a:gd name="connsiteX55" fmla="*/ 1311225 w 11277374"/>
              <a:gd name="connsiteY55" fmla="*/ 507453 h 6857999"/>
              <a:gd name="connsiteX56" fmla="*/ 1289099 w 11277374"/>
              <a:gd name="connsiteY56" fmla="*/ 510948 h 6857999"/>
              <a:gd name="connsiteX57" fmla="*/ 1289099 w 11277374"/>
              <a:gd name="connsiteY57" fmla="*/ 568026 h 6857999"/>
              <a:gd name="connsiteX58" fmla="*/ 1289099 w 11277374"/>
              <a:gd name="connsiteY58" fmla="*/ 646364 h 6857999"/>
              <a:gd name="connsiteX59" fmla="*/ 1311225 w 11277374"/>
              <a:gd name="connsiteY59" fmla="*/ 646364 h 6857999"/>
              <a:gd name="connsiteX60" fmla="*/ 1311225 w 11277374"/>
              <a:gd name="connsiteY60" fmla="*/ 581747 h 6857999"/>
              <a:gd name="connsiteX61" fmla="*/ 1362988 w 11277374"/>
              <a:gd name="connsiteY61" fmla="*/ 507048 h 6857999"/>
              <a:gd name="connsiteX62" fmla="*/ 1344617 w 11277374"/>
              <a:gd name="connsiteY62" fmla="*/ 525419 h 6857999"/>
              <a:gd name="connsiteX63" fmla="*/ 1362988 w 11277374"/>
              <a:gd name="connsiteY63" fmla="*/ 543791 h 6857999"/>
              <a:gd name="connsiteX64" fmla="*/ 1381388 w 11277374"/>
              <a:gd name="connsiteY64" fmla="*/ 525419 h 6857999"/>
              <a:gd name="connsiteX65" fmla="*/ 1362988 w 11277374"/>
              <a:gd name="connsiteY65" fmla="*/ 507048 h 6857999"/>
              <a:gd name="connsiteX66" fmla="*/ 484665 w 11277374"/>
              <a:gd name="connsiteY66" fmla="*/ 506905 h 6857999"/>
              <a:gd name="connsiteX67" fmla="*/ 462827 w 11277374"/>
              <a:gd name="connsiteY67" fmla="*/ 510718 h 6857999"/>
              <a:gd name="connsiteX68" fmla="*/ 465831 w 11277374"/>
              <a:gd name="connsiteY68" fmla="*/ 539892 h 6857999"/>
              <a:gd name="connsiteX69" fmla="*/ 465831 w 11277374"/>
              <a:gd name="connsiteY69" fmla="*/ 725511 h 6857999"/>
              <a:gd name="connsiteX70" fmla="*/ 487120 w 11277374"/>
              <a:gd name="connsiteY70" fmla="*/ 721439 h 6857999"/>
              <a:gd name="connsiteX71" fmla="*/ 487120 w 11277374"/>
              <a:gd name="connsiteY71" fmla="*/ 634117 h 6857999"/>
              <a:gd name="connsiteX72" fmla="*/ 524498 w 11277374"/>
              <a:gd name="connsiteY72" fmla="*/ 649947 h 6857999"/>
              <a:gd name="connsiteX73" fmla="*/ 566555 w 11277374"/>
              <a:gd name="connsiteY73" fmla="*/ 625105 h 6857999"/>
              <a:gd name="connsiteX74" fmla="*/ 577474 w 11277374"/>
              <a:gd name="connsiteY74" fmla="*/ 578166 h 6857999"/>
              <a:gd name="connsiteX75" fmla="*/ 562453 w 11277374"/>
              <a:gd name="connsiteY75" fmla="*/ 524641 h 6857999"/>
              <a:gd name="connsiteX76" fmla="*/ 526144 w 11277374"/>
              <a:gd name="connsiteY76" fmla="*/ 507714 h 6857999"/>
              <a:gd name="connsiteX77" fmla="*/ 486022 w 11277374"/>
              <a:gd name="connsiteY77" fmla="*/ 527645 h 6857999"/>
              <a:gd name="connsiteX78" fmla="*/ 484665 w 11277374"/>
              <a:gd name="connsiteY78" fmla="*/ 506905 h 6857999"/>
              <a:gd name="connsiteX79" fmla="*/ 1006310 w 11277374"/>
              <a:gd name="connsiteY79" fmla="*/ 506904 h 6857999"/>
              <a:gd name="connsiteX80" fmla="*/ 984472 w 11277374"/>
              <a:gd name="connsiteY80" fmla="*/ 511497 h 6857999"/>
              <a:gd name="connsiteX81" fmla="*/ 1033346 w 11277374"/>
              <a:gd name="connsiteY81" fmla="*/ 647721 h 6857999"/>
              <a:gd name="connsiteX82" fmla="*/ 1054346 w 11277374"/>
              <a:gd name="connsiteY82" fmla="*/ 647721 h 6857999"/>
              <a:gd name="connsiteX83" fmla="*/ 1105445 w 11277374"/>
              <a:gd name="connsiteY83" fmla="*/ 510428 h 6857999"/>
              <a:gd name="connsiteX84" fmla="*/ 1082770 w 11277374"/>
              <a:gd name="connsiteY84" fmla="*/ 510428 h 6857999"/>
              <a:gd name="connsiteX85" fmla="*/ 1051631 w 11277374"/>
              <a:gd name="connsiteY85" fmla="*/ 600840 h 6857999"/>
              <a:gd name="connsiteX86" fmla="*/ 1045074 w 11277374"/>
              <a:gd name="connsiteY86" fmla="*/ 623717 h 6857999"/>
              <a:gd name="connsiteX87" fmla="*/ 1044525 w 11277374"/>
              <a:gd name="connsiteY87" fmla="*/ 623717 h 6857999"/>
              <a:gd name="connsiteX88" fmla="*/ 1037997 w 11277374"/>
              <a:gd name="connsiteY88" fmla="*/ 600522 h 6857999"/>
              <a:gd name="connsiteX89" fmla="*/ 674068 w 11277374"/>
              <a:gd name="connsiteY89" fmla="*/ 506356 h 6857999"/>
              <a:gd name="connsiteX90" fmla="*/ 635881 w 11277374"/>
              <a:gd name="connsiteY90" fmla="*/ 529002 h 6857999"/>
              <a:gd name="connsiteX91" fmla="*/ 631520 w 11277374"/>
              <a:gd name="connsiteY91" fmla="*/ 506876 h 6857999"/>
              <a:gd name="connsiteX92" fmla="*/ 610231 w 11277374"/>
              <a:gd name="connsiteY92" fmla="*/ 512624 h 6857999"/>
              <a:gd name="connsiteX93" fmla="*/ 614853 w 11277374"/>
              <a:gd name="connsiteY93" fmla="*/ 541539 h 6857999"/>
              <a:gd name="connsiteX94" fmla="*/ 614853 w 11277374"/>
              <a:gd name="connsiteY94" fmla="*/ 646394 h 6857999"/>
              <a:gd name="connsiteX95" fmla="*/ 636141 w 11277374"/>
              <a:gd name="connsiteY95" fmla="*/ 646394 h 6857999"/>
              <a:gd name="connsiteX96" fmla="*/ 636141 w 11277374"/>
              <a:gd name="connsiteY96" fmla="*/ 561239 h 6857999"/>
              <a:gd name="connsiteX97" fmla="*/ 644056 w 11277374"/>
              <a:gd name="connsiteY97" fmla="*/ 539690 h 6857999"/>
              <a:gd name="connsiteX98" fmla="*/ 666702 w 11277374"/>
              <a:gd name="connsiteY98" fmla="*/ 529840 h 6857999"/>
              <a:gd name="connsiteX99" fmla="*/ 672711 w 11277374"/>
              <a:gd name="connsiteY99" fmla="*/ 530938 h 6857999"/>
              <a:gd name="connsiteX100" fmla="*/ 681463 w 11277374"/>
              <a:gd name="connsiteY100" fmla="*/ 507714 h 6857999"/>
              <a:gd name="connsiteX101" fmla="*/ 674068 w 11277374"/>
              <a:gd name="connsiteY101" fmla="*/ 506356 h 6857999"/>
              <a:gd name="connsiteX102" fmla="*/ 751914 w 11277374"/>
              <a:gd name="connsiteY102" fmla="*/ 506355 h 6857999"/>
              <a:gd name="connsiteX103" fmla="*/ 694027 w 11277374"/>
              <a:gd name="connsiteY103" fmla="*/ 577617 h 6857999"/>
              <a:gd name="connsiteX104" fmla="*/ 752723 w 11277374"/>
              <a:gd name="connsiteY104" fmla="*/ 649945 h 6857999"/>
              <a:gd name="connsiteX105" fmla="*/ 811129 w 11277374"/>
              <a:gd name="connsiteY105" fmla="*/ 580592 h 6857999"/>
              <a:gd name="connsiteX106" fmla="*/ 798593 w 11277374"/>
              <a:gd name="connsiteY106" fmla="*/ 530129 h 6857999"/>
              <a:gd name="connsiteX107" fmla="*/ 751914 w 11277374"/>
              <a:gd name="connsiteY107" fmla="*/ 506355 h 6857999"/>
              <a:gd name="connsiteX108" fmla="*/ 1224886 w 11277374"/>
              <a:gd name="connsiteY108" fmla="*/ 466261 h 6857999"/>
              <a:gd name="connsiteX109" fmla="*/ 1204753 w 11277374"/>
              <a:gd name="connsiteY109" fmla="*/ 470421 h 6857999"/>
              <a:gd name="connsiteX110" fmla="*/ 1204753 w 11277374"/>
              <a:gd name="connsiteY110" fmla="*/ 510398 h 6857999"/>
              <a:gd name="connsiteX111" fmla="*/ 1185919 w 11277374"/>
              <a:gd name="connsiteY111" fmla="*/ 510398 h 6857999"/>
              <a:gd name="connsiteX112" fmla="*/ 1185919 w 11277374"/>
              <a:gd name="connsiteY112" fmla="*/ 526516 h 6857999"/>
              <a:gd name="connsiteX113" fmla="*/ 1203656 w 11277374"/>
              <a:gd name="connsiteY113" fmla="*/ 526516 h 6857999"/>
              <a:gd name="connsiteX114" fmla="*/ 1203656 w 11277374"/>
              <a:gd name="connsiteY114" fmla="*/ 619875 h 6857999"/>
              <a:gd name="connsiteX115" fmla="*/ 1216741 w 11277374"/>
              <a:gd name="connsiteY115" fmla="*/ 646883 h 6857999"/>
              <a:gd name="connsiteX116" fmla="*/ 1234506 w 11277374"/>
              <a:gd name="connsiteY116" fmla="*/ 650725 h 6857999"/>
              <a:gd name="connsiteX117" fmla="*/ 1258538 w 11277374"/>
              <a:gd name="connsiteY117" fmla="*/ 645236 h 6857999"/>
              <a:gd name="connsiteX118" fmla="*/ 1255534 w 11277374"/>
              <a:gd name="connsiteY118" fmla="*/ 631602 h 6857999"/>
              <a:gd name="connsiteX119" fmla="*/ 1242160 w 11277374"/>
              <a:gd name="connsiteY119" fmla="*/ 634375 h 6857999"/>
              <a:gd name="connsiteX120" fmla="*/ 1224684 w 11277374"/>
              <a:gd name="connsiteY120" fmla="*/ 614155 h 6857999"/>
              <a:gd name="connsiteX121" fmla="*/ 1224684 w 11277374"/>
              <a:gd name="connsiteY121" fmla="*/ 526516 h 6857999"/>
              <a:gd name="connsiteX122" fmla="*/ 1253079 w 11277374"/>
              <a:gd name="connsiteY122" fmla="*/ 526516 h 6857999"/>
              <a:gd name="connsiteX123" fmla="*/ 1259636 w 11277374"/>
              <a:gd name="connsiteY123" fmla="*/ 510398 h 6857999"/>
              <a:gd name="connsiteX124" fmla="*/ 1224886 w 11277374"/>
              <a:gd name="connsiteY124" fmla="*/ 510398 h 6857999"/>
              <a:gd name="connsiteX125" fmla="*/ 873261 w 11277374"/>
              <a:gd name="connsiteY125" fmla="*/ 466261 h 6857999"/>
              <a:gd name="connsiteX126" fmla="*/ 853127 w 11277374"/>
              <a:gd name="connsiteY126" fmla="*/ 470421 h 6857999"/>
              <a:gd name="connsiteX127" fmla="*/ 853127 w 11277374"/>
              <a:gd name="connsiteY127" fmla="*/ 510398 h 6857999"/>
              <a:gd name="connsiteX128" fmla="*/ 834265 w 11277374"/>
              <a:gd name="connsiteY128" fmla="*/ 510398 h 6857999"/>
              <a:gd name="connsiteX129" fmla="*/ 834265 w 11277374"/>
              <a:gd name="connsiteY129" fmla="*/ 526516 h 6857999"/>
              <a:gd name="connsiteX130" fmla="*/ 852001 w 11277374"/>
              <a:gd name="connsiteY130" fmla="*/ 526516 h 6857999"/>
              <a:gd name="connsiteX131" fmla="*/ 852001 w 11277374"/>
              <a:gd name="connsiteY131" fmla="*/ 619875 h 6857999"/>
              <a:gd name="connsiteX132" fmla="*/ 865115 w 11277374"/>
              <a:gd name="connsiteY132" fmla="*/ 646883 h 6857999"/>
              <a:gd name="connsiteX133" fmla="*/ 882851 w 11277374"/>
              <a:gd name="connsiteY133" fmla="*/ 650725 h 6857999"/>
              <a:gd name="connsiteX134" fmla="*/ 906883 w 11277374"/>
              <a:gd name="connsiteY134" fmla="*/ 645236 h 6857999"/>
              <a:gd name="connsiteX135" fmla="*/ 903850 w 11277374"/>
              <a:gd name="connsiteY135" fmla="*/ 631602 h 6857999"/>
              <a:gd name="connsiteX136" fmla="*/ 890476 w 11277374"/>
              <a:gd name="connsiteY136" fmla="*/ 634375 h 6857999"/>
              <a:gd name="connsiteX137" fmla="*/ 873001 w 11277374"/>
              <a:gd name="connsiteY137" fmla="*/ 614155 h 6857999"/>
              <a:gd name="connsiteX138" fmla="*/ 873001 w 11277374"/>
              <a:gd name="connsiteY138" fmla="*/ 526516 h 6857999"/>
              <a:gd name="connsiteX139" fmla="*/ 901395 w 11277374"/>
              <a:gd name="connsiteY139" fmla="*/ 526516 h 6857999"/>
              <a:gd name="connsiteX140" fmla="*/ 907952 w 11277374"/>
              <a:gd name="connsiteY140" fmla="*/ 510398 h 6857999"/>
              <a:gd name="connsiteX141" fmla="*/ 873261 w 11277374"/>
              <a:gd name="connsiteY141" fmla="*/ 510398 h 6857999"/>
              <a:gd name="connsiteX142" fmla="*/ 949289 w 11277374"/>
              <a:gd name="connsiteY142" fmla="*/ 453408 h 6857999"/>
              <a:gd name="connsiteX143" fmla="*/ 934297 w 11277374"/>
              <a:gd name="connsiteY143" fmla="*/ 468602 h 6857999"/>
              <a:gd name="connsiteX144" fmla="*/ 949289 w 11277374"/>
              <a:gd name="connsiteY144" fmla="*/ 483391 h 6857999"/>
              <a:gd name="connsiteX145" fmla="*/ 964252 w 11277374"/>
              <a:gd name="connsiteY145" fmla="*/ 468371 h 6857999"/>
              <a:gd name="connsiteX146" fmla="*/ 949289 w 11277374"/>
              <a:gd name="connsiteY146" fmla="*/ 453408 h 6857999"/>
              <a:gd name="connsiteX147" fmla="*/ 1144701 w 11277374"/>
              <a:gd name="connsiteY147" fmla="*/ 453408 h 6857999"/>
              <a:gd name="connsiteX148" fmla="*/ 1129709 w 11277374"/>
              <a:gd name="connsiteY148" fmla="*/ 468602 h 6857999"/>
              <a:gd name="connsiteX149" fmla="*/ 1144701 w 11277374"/>
              <a:gd name="connsiteY149" fmla="*/ 483391 h 6857999"/>
              <a:gd name="connsiteX150" fmla="*/ 1159692 w 11277374"/>
              <a:gd name="connsiteY150" fmla="*/ 468371 h 6857999"/>
              <a:gd name="connsiteX151" fmla="*/ 1144701 w 11277374"/>
              <a:gd name="connsiteY151" fmla="*/ 453408 h 6857999"/>
              <a:gd name="connsiteX152" fmla="*/ 1300567 w 11277374"/>
              <a:gd name="connsiteY152" fmla="*/ 453408 h 6857999"/>
              <a:gd name="connsiteX153" fmla="*/ 1285575 w 11277374"/>
              <a:gd name="connsiteY153" fmla="*/ 468602 h 6857999"/>
              <a:gd name="connsiteX154" fmla="*/ 1300567 w 11277374"/>
              <a:gd name="connsiteY154" fmla="*/ 483391 h 6857999"/>
              <a:gd name="connsiteX155" fmla="*/ 1315558 w 11277374"/>
              <a:gd name="connsiteY155" fmla="*/ 468371 h 6857999"/>
              <a:gd name="connsiteX156" fmla="*/ 1300567 w 11277374"/>
              <a:gd name="connsiteY156" fmla="*/ 453408 h 6857999"/>
              <a:gd name="connsiteX157" fmla="*/ 0 w 11277374"/>
              <a:gd name="connsiteY157" fmla="*/ 0 h 6857999"/>
              <a:gd name="connsiteX158" fmla="*/ 11277374 w 11277374"/>
              <a:gd name="connsiteY158" fmla="*/ 0 h 6857999"/>
              <a:gd name="connsiteX159" fmla="*/ 11277374 w 11277374"/>
              <a:gd name="connsiteY159" fmla="*/ 6857999 h 6857999"/>
              <a:gd name="connsiteX160" fmla="*/ 0 w 11277374"/>
              <a:gd name="connsiteY160"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Lst>
            <a:rect l="l" t="t" r="r" b="b"/>
            <a:pathLst>
              <a:path w="11277374" h="6857999">
                <a:moveTo>
                  <a:pt x="523400" y="526807"/>
                </a:moveTo>
                <a:cubicBezTo>
                  <a:pt x="534319" y="526807"/>
                  <a:pt x="544169" y="532527"/>
                  <a:pt x="548502" y="541828"/>
                </a:cubicBezTo>
                <a:cubicBezTo>
                  <a:pt x="552344" y="550002"/>
                  <a:pt x="554799" y="564474"/>
                  <a:pt x="554799" y="580852"/>
                </a:cubicBezTo>
                <a:cubicBezTo>
                  <a:pt x="554799" y="596133"/>
                  <a:pt x="553152" y="606532"/>
                  <a:pt x="549051" y="615255"/>
                </a:cubicBezTo>
                <a:cubicBezTo>
                  <a:pt x="544429" y="625394"/>
                  <a:pt x="532961" y="632182"/>
                  <a:pt x="520396" y="632182"/>
                </a:cubicBezTo>
                <a:cubicBezTo>
                  <a:pt x="508957" y="632182"/>
                  <a:pt x="497201" y="625914"/>
                  <a:pt x="487120" y="614417"/>
                </a:cubicBezTo>
                <a:lnTo>
                  <a:pt x="487120" y="545929"/>
                </a:lnTo>
                <a:cubicBezTo>
                  <a:pt x="497490" y="533335"/>
                  <a:pt x="509766" y="526807"/>
                  <a:pt x="523400" y="526807"/>
                </a:cubicBezTo>
                <a:close/>
                <a:moveTo>
                  <a:pt x="751654" y="523803"/>
                </a:moveTo>
                <a:cubicBezTo>
                  <a:pt x="762833" y="523803"/>
                  <a:pt x="774820" y="529290"/>
                  <a:pt x="780539" y="541279"/>
                </a:cubicBezTo>
                <a:cubicBezTo>
                  <a:pt x="784930" y="550291"/>
                  <a:pt x="786836" y="563174"/>
                  <a:pt x="786836" y="582210"/>
                </a:cubicBezTo>
                <a:cubicBezTo>
                  <a:pt x="786836" y="595640"/>
                  <a:pt x="785739" y="603267"/>
                  <a:pt x="782764" y="611760"/>
                </a:cubicBezTo>
                <a:cubicBezTo>
                  <a:pt x="778113" y="624816"/>
                  <a:pt x="767483" y="632182"/>
                  <a:pt x="753271" y="632182"/>
                </a:cubicBezTo>
                <a:cubicBezTo>
                  <a:pt x="741544" y="632182"/>
                  <a:pt x="730625" y="626751"/>
                  <a:pt x="725715" y="618548"/>
                </a:cubicBezTo>
                <a:cubicBezTo>
                  <a:pt x="720544" y="610083"/>
                  <a:pt x="717251" y="593156"/>
                  <a:pt x="717251" y="574034"/>
                </a:cubicBezTo>
                <a:cubicBezTo>
                  <a:pt x="717251" y="557888"/>
                  <a:pt x="719446" y="547027"/>
                  <a:pt x="723808" y="538562"/>
                </a:cubicBezTo>
                <a:cubicBezTo>
                  <a:pt x="728430" y="529522"/>
                  <a:pt x="739637" y="523803"/>
                  <a:pt x="751654" y="523803"/>
                </a:cubicBezTo>
                <a:close/>
                <a:moveTo>
                  <a:pt x="1360186" y="517418"/>
                </a:moveTo>
                <a:lnTo>
                  <a:pt x="1362295" y="517418"/>
                </a:lnTo>
                <a:cubicBezTo>
                  <a:pt x="1363364" y="517418"/>
                  <a:pt x="1364230" y="517562"/>
                  <a:pt x="1364808" y="517822"/>
                </a:cubicBezTo>
                <a:cubicBezTo>
                  <a:pt x="1365906" y="518256"/>
                  <a:pt x="1366715" y="519382"/>
                  <a:pt x="1366715" y="520826"/>
                </a:cubicBezTo>
                <a:cubicBezTo>
                  <a:pt x="1366715" y="522040"/>
                  <a:pt x="1366310" y="522993"/>
                  <a:pt x="1365732" y="523599"/>
                </a:cubicBezTo>
                <a:cubicBezTo>
                  <a:pt x="1365010" y="524235"/>
                  <a:pt x="1363999" y="524553"/>
                  <a:pt x="1362180" y="524553"/>
                </a:cubicBezTo>
                <a:lnTo>
                  <a:pt x="1360186" y="524553"/>
                </a:lnTo>
                <a:close/>
                <a:moveTo>
                  <a:pt x="1357298" y="515049"/>
                </a:moveTo>
                <a:lnTo>
                  <a:pt x="1357298" y="535500"/>
                </a:lnTo>
                <a:lnTo>
                  <a:pt x="1360157" y="535500"/>
                </a:lnTo>
                <a:lnTo>
                  <a:pt x="1360157" y="526459"/>
                </a:lnTo>
                <a:cubicBezTo>
                  <a:pt x="1360995" y="526517"/>
                  <a:pt x="1361428" y="526806"/>
                  <a:pt x="1361977" y="527412"/>
                </a:cubicBezTo>
                <a:cubicBezTo>
                  <a:pt x="1363450" y="529030"/>
                  <a:pt x="1363970" y="529897"/>
                  <a:pt x="1365530" y="532496"/>
                </a:cubicBezTo>
                <a:cubicBezTo>
                  <a:pt x="1366339" y="533883"/>
                  <a:pt x="1366628" y="534374"/>
                  <a:pt x="1367206" y="535500"/>
                </a:cubicBezTo>
                <a:lnTo>
                  <a:pt x="1370701" y="535500"/>
                </a:lnTo>
                <a:cubicBezTo>
                  <a:pt x="1370296" y="534865"/>
                  <a:pt x="1368621" y="532178"/>
                  <a:pt x="1367754" y="530792"/>
                </a:cubicBezTo>
                <a:cubicBezTo>
                  <a:pt x="1367061" y="529694"/>
                  <a:pt x="1366455" y="528828"/>
                  <a:pt x="1365992" y="528250"/>
                </a:cubicBezTo>
                <a:cubicBezTo>
                  <a:pt x="1365675" y="527759"/>
                  <a:pt x="1365155" y="527124"/>
                  <a:pt x="1364230" y="526401"/>
                </a:cubicBezTo>
                <a:cubicBezTo>
                  <a:pt x="1367639" y="526488"/>
                  <a:pt x="1369719" y="523917"/>
                  <a:pt x="1369719" y="520740"/>
                </a:cubicBezTo>
                <a:cubicBezTo>
                  <a:pt x="1369719" y="518776"/>
                  <a:pt x="1368852" y="517389"/>
                  <a:pt x="1367899" y="516551"/>
                </a:cubicBezTo>
                <a:cubicBezTo>
                  <a:pt x="1366888" y="515598"/>
                  <a:pt x="1365472" y="515049"/>
                  <a:pt x="1363046" y="515049"/>
                </a:cubicBezTo>
                <a:close/>
                <a:moveTo>
                  <a:pt x="1362988" y="509705"/>
                </a:moveTo>
                <a:cubicBezTo>
                  <a:pt x="1371365" y="509705"/>
                  <a:pt x="1378095" y="516522"/>
                  <a:pt x="1378095" y="525419"/>
                </a:cubicBezTo>
                <a:cubicBezTo>
                  <a:pt x="1378095" y="534287"/>
                  <a:pt x="1371365" y="541133"/>
                  <a:pt x="1362988" y="541133"/>
                </a:cubicBezTo>
                <a:cubicBezTo>
                  <a:pt x="1354554" y="541133"/>
                  <a:pt x="1347881" y="534316"/>
                  <a:pt x="1347881" y="525419"/>
                </a:cubicBezTo>
                <a:cubicBezTo>
                  <a:pt x="1347881" y="516522"/>
                  <a:pt x="1354554" y="509705"/>
                  <a:pt x="1362988" y="509705"/>
                </a:cubicBezTo>
                <a:close/>
                <a:moveTo>
                  <a:pt x="1155360" y="507453"/>
                </a:moveTo>
                <a:lnTo>
                  <a:pt x="1133263" y="510948"/>
                </a:lnTo>
                <a:lnTo>
                  <a:pt x="1133263" y="568026"/>
                </a:lnTo>
                <a:lnTo>
                  <a:pt x="1133263" y="646364"/>
                </a:lnTo>
                <a:lnTo>
                  <a:pt x="1155360" y="646364"/>
                </a:lnTo>
                <a:lnTo>
                  <a:pt x="1155360" y="543820"/>
                </a:lnTo>
                <a:close/>
                <a:moveTo>
                  <a:pt x="959891" y="507453"/>
                </a:moveTo>
                <a:lnTo>
                  <a:pt x="937822" y="510948"/>
                </a:lnTo>
                <a:lnTo>
                  <a:pt x="937822" y="570193"/>
                </a:lnTo>
                <a:lnTo>
                  <a:pt x="937822" y="646364"/>
                </a:lnTo>
                <a:lnTo>
                  <a:pt x="959891" y="646364"/>
                </a:lnTo>
                <a:lnTo>
                  <a:pt x="959891" y="585358"/>
                </a:lnTo>
                <a:close/>
                <a:moveTo>
                  <a:pt x="1311225" y="507453"/>
                </a:moveTo>
                <a:lnTo>
                  <a:pt x="1289099" y="510948"/>
                </a:lnTo>
                <a:lnTo>
                  <a:pt x="1289099" y="568026"/>
                </a:lnTo>
                <a:lnTo>
                  <a:pt x="1289099" y="646364"/>
                </a:lnTo>
                <a:lnTo>
                  <a:pt x="1311225" y="646364"/>
                </a:lnTo>
                <a:lnTo>
                  <a:pt x="1311225" y="581747"/>
                </a:lnTo>
                <a:close/>
                <a:moveTo>
                  <a:pt x="1362988" y="507048"/>
                </a:moveTo>
                <a:cubicBezTo>
                  <a:pt x="1352965" y="507048"/>
                  <a:pt x="1344617" y="514934"/>
                  <a:pt x="1344617" y="525419"/>
                </a:cubicBezTo>
                <a:cubicBezTo>
                  <a:pt x="1344617" y="535876"/>
                  <a:pt x="1352965" y="543791"/>
                  <a:pt x="1362988" y="543791"/>
                </a:cubicBezTo>
                <a:cubicBezTo>
                  <a:pt x="1372983" y="543791"/>
                  <a:pt x="1381388" y="535876"/>
                  <a:pt x="1381388" y="525419"/>
                </a:cubicBezTo>
                <a:cubicBezTo>
                  <a:pt x="1381388" y="514934"/>
                  <a:pt x="1372983" y="507048"/>
                  <a:pt x="1362988" y="507048"/>
                </a:cubicBezTo>
                <a:close/>
                <a:moveTo>
                  <a:pt x="484665" y="506905"/>
                </a:moveTo>
                <a:lnTo>
                  <a:pt x="462827" y="510718"/>
                </a:lnTo>
                <a:cubicBezTo>
                  <a:pt x="462827" y="510718"/>
                  <a:pt x="465860" y="519153"/>
                  <a:pt x="465831" y="539892"/>
                </a:cubicBezTo>
                <a:lnTo>
                  <a:pt x="465831" y="725511"/>
                </a:lnTo>
                <a:lnTo>
                  <a:pt x="487120" y="721439"/>
                </a:lnTo>
                <a:lnTo>
                  <a:pt x="487120" y="634117"/>
                </a:lnTo>
                <a:cubicBezTo>
                  <a:pt x="496652" y="643967"/>
                  <a:pt x="510575" y="649947"/>
                  <a:pt x="524498" y="649947"/>
                </a:cubicBezTo>
                <a:cubicBezTo>
                  <a:pt x="542234" y="649947"/>
                  <a:pt x="556705" y="640905"/>
                  <a:pt x="566555" y="625105"/>
                </a:cubicBezTo>
                <a:cubicBezTo>
                  <a:pt x="574210" y="612511"/>
                  <a:pt x="577474" y="599974"/>
                  <a:pt x="577474" y="578166"/>
                </a:cubicBezTo>
                <a:cubicBezTo>
                  <a:pt x="577474" y="553902"/>
                  <a:pt x="572563" y="537206"/>
                  <a:pt x="562453" y="524641"/>
                </a:cubicBezTo>
                <a:cubicBezTo>
                  <a:pt x="553730" y="513722"/>
                  <a:pt x="540067" y="507714"/>
                  <a:pt x="526144" y="507714"/>
                </a:cubicBezTo>
                <a:cubicBezTo>
                  <a:pt x="511153" y="507714"/>
                  <a:pt x="497201" y="514589"/>
                  <a:pt x="486022" y="527645"/>
                </a:cubicBezTo>
                <a:cubicBezTo>
                  <a:pt x="486022" y="512653"/>
                  <a:pt x="484665" y="506905"/>
                  <a:pt x="484665" y="506905"/>
                </a:cubicBezTo>
                <a:close/>
                <a:moveTo>
                  <a:pt x="1006310" y="506904"/>
                </a:moveTo>
                <a:lnTo>
                  <a:pt x="984472" y="511497"/>
                </a:lnTo>
                <a:lnTo>
                  <a:pt x="1033346" y="647721"/>
                </a:lnTo>
                <a:lnTo>
                  <a:pt x="1054346" y="647721"/>
                </a:lnTo>
                <a:lnTo>
                  <a:pt x="1105445" y="510428"/>
                </a:lnTo>
                <a:lnTo>
                  <a:pt x="1082770" y="510428"/>
                </a:lnTo>
                <a:lnTo>
                  <a:pt x="1051631" y="600840"/>
                </a:lnTo>
                <a:cubicBezTo>
                  <a:pt x="1047269" y="613059"/>
                  <a:pt x="1045074" y="623717"/>
                  <a:pt x="1045074" y="623717"/>
                </a:cubicBezTo>
                <a:lnTo>
                  <a:pt x="1044525" y="623717"/>
                </a:lnTo>
                <a:cubicBezTo>
                  <a:pt x="1044525" y="623717"/>
                  <a:pt x="1041810" y="611730"/>
                  <a:pt x="1037997" y="600522"/>
                </a:cubicBezTo>
                <a:close/>
                <a:moveTo>
                  <a:pt x="674068" y="506356"/>
                </a:moveTo>
                <a:cubicBezTo>
                  <a:pt x="660174" y="506356"/>
                  <a:pt x="645703" y="515079"/>
                  <a:pt x="635881" y="529002"/>
                </a:cubicBezTo>
                <a:cubicBezTo>
                  <a:pt x="636719" y="517506"/>
                  <a:pt x="631520" y="506876"/>
                  <a:pt x="631520" y="506876"/>
                </a:cubicBezTo>
                <a:lnTo>
                  <a:pt x="610231" y="512624"/>
                </a:lnTo>
                <a:cubicBezTo>
                  <a:pt x="610231" y="512624"/>
                  <a:pt x="614853" y="521665"/>
                  <a:pt x="614853" y="541539"/>
                </a:cubicBezTo>
                <a:lnTo>
                  <a:pt x="614853" y="646394"/>
                </a:lnTo>
                <a:lnTo>
                  <a:pt x="636141" y="646394"/>
                </a:lnTo>
                <a:lnTo>
                  <a:pt x="636141" y="561239"/>
                </a:lnTo>
                <a:cubicBezTo>
                  <a:pt x="636141" y="550031"/>
                  <a:pt x="637759" y="545958"/>
                  <a:pt x="644056" y="539690"/>
                </a:cubicBezTo>
                <a:cubicBezTo>
                  <a:pt x="650324" y="533335"/>
                  <a:pt x="658528" y="529840"/>
                  <a:pt x="666702" y="529840"/>
                </a:cubicBezTo>
                <a:cubicBezTo>
                  <a:pt x="668898" y="529840"/>
                  <a:pt x="671353" y="530389"/>
                  <a:pt x="672711" y="530938"/>
                </a:cubicBezTo>
                <a:lnTo>
                  <a:pt x="681463" y="507714"/>
                </a:lnTo>
                <a:cubicBezTo>
                  <a:pt x="681463" y="507714"/>
                  <a:pt x="677621" y="506356"/>
                  <a:pt x="674068" y="506356"/>
                </a:cubicBezTo>
                <a:close/>
                <a:moveTo>
                  <a:pt x="751914" y="506355"/>
                </a:moveTo>
                <a:cubicBezTo>
                  <a:pt x="716153" y="506355"/>
                  <a:pt x="694027" y="533335"/>
                  <a:pt x="694027" y="577617"/>
                </a:cubicBezTo>
                <a:cubicBezTo>
                  <a:pt x="694027" y="622361"/>
                  <a:pt x="715316" y="649945"/>
                  <a:pt x="752723" y="649945"/>
                </a:cubicBezTo>
                <a:cubicBezTo>
                  <a:pt x="786836" y="649945"/>
                  <a:pt x="811129" y="625942"/>
                  <a:pt x="811129" y="580592"/>
                </a:cubicBezTo>
                <a:cubicBezTo>
                  <a:pt x="811129" y="558495"/>
                  <a:pt x="807056" y="542347"/>
                  <a:pt x="798593" y="530129"/>
                </a:cubicBezTo>
                <a:cubicBezTo>
                  <a:pt x="789292" y="516697"/>
                  <a:pt x="774560" y="506355"/>
                  <a:pt x="751914" y="506355"/>
                </a:cubicBezTo>
                <a:close/>
                <a:moveTo>
                  <a:pt x="1224886" y="466261"/>
                </a:moveTo>
                <a:lnTo>
                  <a:pt x="1204753" y="470421"/>
                </a:lnTo>
                <a:lnTo>
                  <a:pt x="1204753" y="510398"/>
                </a:lnTo>
                <a:lnTo>
                  <a:pt x="1185919" y="510398"/>
                </a:lnTo>
                <a:lnTo>
                  <a:pt x="1185919" y="526516"/>
                </a:lnTo>
                <a:lnTo>
                  <a:pt x="1203656" y="526516"/>
                </a:lnTo>
                <a:lnTo>
                  <a:pt x="1203656" y="619875"/>
                </a:lnTo>
                <a:cubicBezTo>
                  <a:pt x="1203656" y="633538"/>
                  <a:pt x="1207209" y="642261"/>
                  <a:pt x="1216741" y="646883"/>
                </a:cubicBezTo>
                <a:cubicBezTo>
                  <a:pt x="1221939" y="649338"/>
                  <a:pt x="1227400" y="650725"/>
                  <a:pt x="1234506" y="650725"/>
                </a:cubicBezTo>
                <a:cubicBezTo>
                  <a:pt x="1244037" y="650725"/>
                  <a:pt x="1251692" y="648789"/>
                  <a:pt x="1258538" y="645236"/>
                </a:cubicBezTo>
                <a:lnTo>
                  <a:pt x="1255534" y="631602"/>
                </a:lnTo>
                <a:cubicBezTo>
                  <a:pt x="1251692" y="633567"/>
                  <a:pt x="1248169" y="634375"/>
                  <a:pt x="1242160" y="634375"/>
                </a:cubicBezTo>
                <a:cubicBezTo>
                  <a:pt x="1228785" y="634375"/>
                  <a:pt x="1224684" y="629147"/>
                  <a:pt x="1224684" y="614155"/>
                </a:cubicBezTo>
                <a:lnTo>
                  <a:pt x="1224684" y="526516"/>
                </a:lnTo>
                <a:lnTo>
                  <a:pt x="1253079" y="526516"/>
                </a:lnTo>
                <a:lnTo>
                  <a:pt x="1259636" y="510398"/>
                </a:lnTo>
                <a:lnTo>
                  <a:pt x="1224886" y="510398"/>
                </a:lnTo>
                <a:close/>
                <a:moveTo>
                  <a:pt x="873261" y="466261"/>
                </a:moveTo>
                <a:lnTo>
                  <a:pt x="853127" y="470421"/>
                </a:lnTo>
                <a:lnTo>
                  <a:pt x="853127" y="510398"/>
                </a:lnTo>
                <a:lnTo>
                  <a:pt x="834265" y="510398"/>
                </a:lnTo>
                <a:lnTo>
                  <a:pt x="834265" y="526516"/>
                </a:lnTo>
                <a:lnTo>
                  <a:pt x="852001" y="526516"/>
                </a:lnTo>
                <a:lnTo>
                  <a:pt x="852001" y="619875"/>
                </a:lnTo>
                <a:cubicBezTo>
                  <a:pt x="852001" y="633538"/>
                  <a:pt x="855554" y="642261"/>
                  <a:pt x="865115" y="646883"/>
                </a:cubicBezTo>
                <a:cubicBezTo>
                  <a:pt x="870314" y="649338"/>
                  <a:pt x="875745" y="650725"/>
                  <a:pt x="882851" y="650725"/>
                </a:cubicBezTo>
                <a:cubicBezTo>
                  <a:pt x="892383" y="650725"/>
                  <a:pt x="900038" y="648789"/>
                  <a:pt x="906883" y="645236"/>
                </a:cubicBezTo>
                <a:lnTo>
                  <a:pt x="903850" y="631602"/>
                </a:lnTo>
                <a:cubicBezTo>
                  <a:pt x="900038" y="633567"/>
                  <a:pt x="896456" y="634375"/>
                  <a:pt x="890476" y="634375"/>
                </a:cubicBezTo>
                <a:cubicBezTo>
                  <a:pt x="877074" y="634375"/>
                  <a:pt x="873001" y="629147"/>
                  <a:pt x="873001" y="614155"/>
                </a:cubicBezTo>
                <a:lnTo>
                  <a:pt x="873001" y="526516"/>
                </a:lnTo>
                <a:lnTo>
                  <a:pt x="901395" y="526516"/>
                </a:lnTo>
                <a:lnTo>
                  <a:pt x="907952" y="510398"/>
                </a:lnTo>
                <a:lnTo>
                  <a:pt x="873261" y="510398"/>
                </a:lnTo>
                <a:close/>
                <a:moveTo>
                  <a:pt x="949289" y="453408"/>
                </a:moveTo>
                <a:cubicBezTo>
                  <a:pt x="940912" y="453408"/>
                  <a:pt x="934268" y="460225"/>
                  <a:pt x="934297" y="468602"/>
                </a:cubicBezTo>
                <a:cubicBezTo>
                  <a:pt x="934297" y="476748"/>
                  <a:pt x="940941" y="483391"/>
                  <a:pt x="949289" y="483391"/>
                </a:cubicBezTo>
                <a:cubicBezTo>
                  <a:pt x="957637" y="483391"/>
                  <a:pt x="964252" y="476748"/>
                  <a:pt x="964252" y="468371"/>
                </a:cubicBezTo>
                <a:cubicBezTo>
                  <a:pt x="964252" y="460023"/>
                  <a:pt x="957637" y="453408"/>
                  <a:pt x="949289" y="453408"/>
                </a:cubicBezTo>
                <a:close/>
                <a:moveTo>
                  <a:pt x="1144701" y="453408"/>
                </a:moveTo>
                <a:cubicBezTo>
                  <a:pt x="1136382" y="453408"/>
                  <a:pt x="1129709" y="460225"/>
                  <a:pt x="1129709" y="468602"/>
                </a:cubicBezTo>
                <a:cubicBezTo>
                  <a:pt x="1129709" y="476748"/>
                  <a:pt x="1136382" y="483391"/>
                  <a:pt x="1144701" y="483391"/>
                </a:cubicBezTo>
                <a:cubicBezTo>
                  <a:pt x="1153077" y="483391"/>
                  <a:pt x="1159692" y="476748"/>
                  <a:pt x="1159692" y="468371"/>
                </a:cubicBezTo>
                <a:cubicBezTo>
                  <a:pt x="1159692" y="460023"/>
                  <a:pt x="1153077" y="453408"/>
                  <a:pt x="1144701" y="453408"/>
                </a:cubicBezTo>
                <a:close/>
                <a:moveTo>
                  <a:pt x="1300567" y="453408"/>
                </a:moveTo>
                <a:cubicBezTo>
                  <a:pt x="1292219" y="453408"/>
                  <a:pt x="1285604" y="460225"/>
                  <a:pt x="1285575" y="468602"/>
                </a:cubicBezTo>
                <a:cubicBezTo>
                  <a:pt x="1285575" y="476748"/>
                  <a:pt x="1292219" y="483391"/>
                  <a:pt x="1300567" y="483391"/>
                </a:cubicBezTo>
                <a:cubicBezTo>
                  <a:pt x="1308944" y="483391"/>
                  <a:pt x="1315558" y="476748"/>
                  <a:pt x="1315558" y="468371"/>
                </a:cubicBezTo>
                <a:cubicBezTo>
                  <a:pt x="1315558" y="460023"/>
                  <a:pt x="1308944" y="453408"/>
                  <a:pt x="1300567" y="453408"/>
                </a:cubicBezTo>
                <a:close/>
                <a:moveTo>
                  <a:pt x="0" y="0"/>
                </a:moveTo>
                <a:lnTo>
                  <a:pt x="11277374" y="0"/>
                </a:lnTo>
                <a:lnTo>
                  <a:pt x="11277374" y="6857999"/>
                </a:lnTo>
                <a:lnTo>
                  <a:pt x="0" y="6857999"/>
                </a:lnTo>
                <a:close/>
              </a:path>
            </a:pathLst>
          </a:custGeom>
          <a:solidFill>
            <a:schemeClr val="bg2"/>
          </a:solidFill>
        </p:spPr>
        <p:txBody>
          <a:bodyPr wrap="square">
            <a:noAutofit/>
          </a:bodyPr>
          <a:lstStyle>
            <a:lvl1pPr>
              <a:defRPr sz="1400"/>
            </a:lvl1pPr>
          </a:lstStyle>
          <a:p>
            <a:r>
              <a:rPr lang="en-US"/>
              <a:t>Click icon to add picture</a:t>
            </a:r>
            <a:endParaRPr lang="de-DE"/>
          </a:p>
        </p:txBody>
      </p:sp>
      <p:sp>
        <p:nvSpPr>
          <p:cNvPr id="21" name="Textplatzhalter 8">
            <a:extLst>
              <a:ext uri="{FF2B5EF4-FFF2-40B4-BE49-F238E27FC236}">
                <a16:creationId xmlns:a16="http://schemas.microsoft.com/office/drawing/2014/main" id="{A5F713B3-76AA-9F9B-E046-3B9B63233B00}"/>
              </a:ext>
            </a:extLst>
          </p:cNvPr>
          <p:cNvSpPr>
            <a:spLocks noGrp="1"/>
          </p:cNvSpPr>
          <p:nvPr>
            <p:ph type="body" sz="quarter" idx="13" hasCustomPrompt="1"/>
          </p:nvPr>
        </p:nvSpPr>
        <p:spPr>
          <a:xfrm>
            <a:off x="8858250" y="1166810"/>
            <a:ext cx="2600325" cy="5526087"/>
          </a:xfrm>
          <a:solidFill>
            <a:schemeClr val="accent5"/>
          </a:solidFill>
        </p:spPr>
        <p:txBody>
          <a:bodyPr lIns="216000" tIns="180000" rIns="144000" bIns="180000"/>
          <a:lstStyle>
            <a:lvl1pPr algn="ctr">
              <a:lnSpc>
                <a:spcPct val="100000"/>
              </a:lnSpc>
              <a:spcAft>
                <a:spcPts val="1200"/>
              </a:spcAft>
              <a:defRPr sz="1400" spc="100" baseline="0">
                <a:solidFill>
                  <a:schemeClr val="bg1"/>
                </a:solidFill>
              </a:defRPr>
            </a:lvl1pPr>
            <a:lvl2pPr>
              <a:lnSpc>
                <a:spcPct val="118000"/>
              </a:lnSpc>
              <a:spcBef>
                <a:spcPts val="0"/>
              </a:spcBef>
              <a:spcAft>
                <a:spcPts val="0"/>
              </a:spcAft>
              <a:defRPr sz="1000" b="0" i="0" spc="0" baseline="0">
                <a:solidFill>
                  <a:schemeClr val="bg1"/>
                </a:solidFill>
                <a:latin typeface="+mn-lt"/>
              </a:defRPr>
            </a:lvl2pPr>
            <a:lvl3pPr>
              <a:lnSpc>
                <a:spcPct val="100000"/>
              </a:lnSpc>
              <a:spcBef>
                <a:spcPts val="0"/>
              </a:spcBef>
              <a:spcAft>
                <a:spcPts val="200"/>
              </a:spcAft>
              <a:defRPr sz="1600" u="sng" cap="all" spc="90" baseline="0">
                <a:solidFill>
                  <a:schemeClr val="accent4"/>
                </a:solidFill>
                <a:latin typeface="+mj-lt"/>
              </a:defRPr>
            </a:lvl3pPr>
          </a:lstStyle>
          <a:p>
            <a:pPr lvl="0"/>
            <a:r>
              <a:rPr lang="de-DE" noProof="0"/>
              <a:t>Text hinzufügen</a:t>
            </a:r>
          </a:p>
        </p:txBody>
      </p:sp>
      <p:sp>
        <p:nvSpPr>
          <p:cNvPr id="4" name="Foliennummernplatzhalter 3">
            <a:extLst>
              <a:ext uri="{FF2B5EF4-FFF2-40B4-BE49-F238E27FC236}">
                <a16:creationId xmlns:a16="http://schemas.microsoft.com/office/drawing/2014/main" id="{1FD4D19C-1914-D5F8-55C2-D1C0D4C362D6}"/>
              </a:ext>
            </a:extLst>
          </p:cNvPr>
          <p:cNvSpPr>
            <a:spLocks noGrp="1"/>
          </p:cNvSpPr>
          <p:nvPr>
            <p:ph type="sldNum" sz="quarter" idx="11"/>
          </p:nvPr>
        </p:nvSpPr>
        <p:spPr>
          <a:xfrm>
            <a:off x="11277376" y="417380"/>
            <a:ext cx="914622" cy="365125"/>
          </a:xfrm>
          <a:prstGeom prst="rect">
            <a:avLst/>
          </a:prstGeom>
        </p:spPr>
        <p:txBody>
          <a:bodyPr/>
          <a:lstStyle/>
          <a:p>
            <a:fld id="{9678312F-8BDE-4502-9E53-473B40D118CD}" type="slidenum">
              <a:rPr lang="de-DE" smtClean="0"/>
              <a:pPr/>
              <a:t>‹#›</a:t>
            </a:fld>
            <a:endParaRPr lang="de-DE"/>
          </a:p>
        </p:txBody>
      </p:sp>
      <p:sp>
        <p:nvSpPr>
          <p:cNvPr id="2" name="Fußzeilenplatzhalter 5">
            <a:extLst>
              <a:ext uri="{FF2B5EF4-FFF2-40B4-BE49-F238E27FC236}">
                <a16:creationId xmlns:a16="http://schemas.microsoft.com/office/drawing/2014/main" id="{2E2539F1-758E-D679-BC19-1AD574F08BE9}"/>
              </a:ext>
            </a:extLst>
          </p:cNvPr>
          <p:cNvSpPr>
            <a:spLocks noGrp="1"/>
          </p:cNvSpPr>
          <p:nvPr>
            <p:ph type="ftr" sz="quarter" idx="3"/>
          </p:nvPr>
        </p:nvSpPr>
        <p:spPr>
          <a:xfrm rot="16200000">
            <a:off x="9687412" y="3627858"/>
            <a:ext cx="4114800" cy="180000"/>
          </a:xfrm>
          <a:prstGeom prst="rect">
            <a:avLst/>
          </a:prstGeom>
        </p:spPr>
        <p:txBody>
          <a:bodyPr vert="horz" lIns="0" tIns="0" rIns="0" bIns="0" rtlCol="0" anchor="b"/>
          <a:lstStyle>
            <a:lvl1pPr algn="l">
              <a:defRPr sz="800" cap="all" spc="50" baseline="0">
                <a:solidFill>
                  <a:schemeClr val="accent3"/>
                </a:solidFill>
                <a:latin typeface="Merriweather" panose="00000500000000000000" pitchFamily="2" charset="0"/>
              </a:defRPr>
            </a:lvl1pPr>
          </a:lstStyle>
          <a:p>
            <a:r>
              <a:rPr lang="de-DE"/>
              <a:t>Corporate Presentation</a:t>
            </a:r>
          </a:p>
        </p:txBody>
      </p:sp>
      <p:sp>
        <p:nvSpPr>
          <p:cNvPr id="5" name="Titel 3">
            <a:extLst>
              <a:ext uri="{FF2B5EF4-FFF2-40B4-BE49-F238E27FC236}">
                <a16:creationId xmlns:a16="http://schemas.microsoft.com/office/drawing/2014/main" id="{A7A92B3E-1EF5-A974-C0A9-C6D46EF53BA0}"/>
              </a:ext>
            </a:extLst>
          </p:cNvPr>
          <p:cNvSpPr>
            <a:spLocks noGrp="1"/>
          </p:cNvSpPr>
          <p:nvPr>
            <p:ph type="title" hasCustomPrompt="1"/>
          </p:nvPr>
        </p:nvSpPr>
        <p:spPr>
          <a:xfrm>
            <a:off x="3301998" y="410400"/>
            <a:ext cx="7616601" cy="394215"/>
          </a:xfrm>
          <a:prstGeom prst="rect">
            <a:avLst/>
          </a:prstGeom>
        </p:spPr>
        <p:txBody>
          <a:bodyPr/>
          <a:lstStyle>
            <a:lvl1pPr>
              <a:defRPr>
                <a:solidFill>
                  <a:schemeClr val="bg1"/>
                </a:solidFill>
                <a:latin typeface="+mj-lt"/>
              </a:defRPr>
            </a:lvl1pPr>
          </a:lstStyle>
          <a:p>
            <a:r>
              <a:rPr lang="de-DE"/>
              <a:t>Titel hinzufügen</a:t>
            </a:r>
          </a:p>
        </p:txBody>
      </p:sp>
      <p:sp>
        <p:nvSpPr>
          <p:cNvPr id="14" name="Rechtwinkliges Dreieck 13">
            <a:extLst>
              <a:ext uri="{FF2B5EF4-FFF2-40B4-BE49-F238E27FC236}">
                <a16:creationId xmlns:a16="http://schemas.microsoft.com/office/drawing/2014/main" id="{B5FDE18C-A2A5-F5D4-752B-C71CB24863DB}"/>
              </a:ext>
            </a:extLst>
          </p:cNvPr>
          <p:cNvSpPr/>
          <p:nvPr userDrawn="1"/>
        </p:nvSpPr>
        <p:spPr>
          <a:xfrm rot="5400000">
            <a:off x="11286065" y="6686815"/>
            <a:ext cx="166426" cy="178593"/>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0" i="0">
              <a:latin typeface="Barlow Condensed Light" pitchFamily="2" charset="77"/>
            </a:endParaRPr>
          </a:p>
        </p:txBody>
      </p:sp>
      <p:sp>
        <p:nvSpPr>
          <p:cNvPr id="6" name="Textplatzhalter 5">
            <a:extLst>
              <a:ext uri="{FF2B5EF4-FFF2-40B4-BE49-F238E27FC236}">
                <a16:creationId xmlns:a16="http://schemas.microsoft.com/office/drawing/2014/main" id="{694E7111-6D0A-FB10-298A-36C4D617EAA8}"/>
              </a:ext>
            </a:extLst>
          </p:cNvPr>
          <p:cNvSpPr>
            <a:spLocks noGrp="1"/>
          </p:cNvSpPr>
          <p:nvPr>
            <p:ph type="body" sz="quarter" idx="19" hasCustomPrompt="1"/>
          </p:nvPr>
        </p:nvSpPr>
        <p:spPr>
          <a:xfrm>
            <a:off x="463238" y="6357475"/>
            <a:ext cx="8198775" cy="287393"/>
          </a:xfrm>
        </p:spPr>
        <p:txBody>
          <a:bodyPr/>
          <a:lstStyle>
            <a:lvl1pPr>
              <a:defRPr sz="800" b="0" i="0" cap="none" spc="60" baseline="0">
                <a:solidFill>
                  <a:schemeClr val="bg1"/>
                </a:solidFill>
                <a:latin typeface="Barlow Condensed" pitchFamily="2" charset="77"/>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sz="800">
                <a:solidFill>
                  <a:schemeClr val="bg1"/>
                </a:solidFill>
              </a:defRPr>
            </a:lvl6pPr>
          </a:lstStyle>
          <a:p>
            <a:pPr lvl="0"/>
            <a:r>
              <a:rPr lang="de-DE"/>
              <a:t>Text hinzufügen</a:t>
            </a:r>
          </a:p>
        </p:txBody>
      </p:sp>
      <p:sp>
        <p:nvSpPr>
          <p:cNvPr id="9" name="Bildplatzhalter 12">
            <a:extLst>
              <a:ext uri="{FF2B5EF4-FFF2-40B4-BE49-F238E27FC236}">
                <a16:creationId xmlns:a16="http://schemas.microsoft.com/office/drawing/2014/main" id="{D9456608-3BC2-ABCA-F851-21D9B2C58620}"/>
              </a:ext>
            </a:extLst>
          </p:cNvPr>
          <p:cNvSpPr>
            <a:spLocks noGrp="1"/>
          </p:cNvSpPr>
          <p:nvPr>
            <p:ph type="pic" sz="quarter" idx="14"/>
          </p:nvPr>
        </p:nvSpPr>
        <p:spPr>
          <a:xfrm>
            <a:off x="9798412" y="1836891"/>
            <a:ext cx="720000" cy="720000"/>
          </a:xfrm>
          <a:prstGeom prst="ellipse">
            <a:avLst/>
          </a:prstGeom>
          <a:noFill/>
        </p:spPr>
        <p:txBody>
          <a:bodyPr/>
          <a:lstStyle>
            <a:lvl1pPr>
              <a:defRPr sz="1050"/>
            </a:lvl1pPr>
          </a:lstStyle>
          <a:p>
            <a:r>
              <a:rPr lang="en-US"/>
              <a:t>Click icon to add picture</a:t>
            </a:r>
            <a:endParaRPr lang="de-DE"/>
          </a:p>
        </p:txBody>
      </p:sp>
      <p:sp>
        <p:nvSpPr>
          <p:cNvPr id="10" name="Bildplatzhalter 12">
            <a:extLst>
              <a:ext uri="{FF2B5EF4-FFF2-40B4-BE49-F238E27FC236}">
                <a16:creationId xmlns:a16="http://schemas.microsoft.com/office/drawing/2014/main" id="{8F9BAB15-E1F9-742E-1CD2-C7AEAC99C213}"/>
              </a:ext>
            </a:extLst>
          </p:cNvPr>
          <p:cNvSpPr>
            <a:spLocks noGrp="1"/>
          </p:cNvSpPr>
          <p:nvPr>
            <p:ph type="pic" sz="quarter" idx="15"/>
          </p:nvPr>
        </p:nvSpPr>
        <p:spPr>
          <a:xfrm>
            <a:off x="9798412" y="3946679"/>
            <a:ext cx="720000" cy="720000"/>
          </a:xfrm>
          <a:prstGeom prst="ellipse">
            <a:avLst/>
          </a:prstGeom>
          <a:noFill/>
        </p:spPr>
        <p:txBody>
          <a:bodyPr/>
          <a:lstStyle>
            <a:lvl1pPr>
              <a:defRPr sz="1050"/>
            </a:lvl1pPr>
          </a:lstStyle>
          <a:p>
            <a:r>
              <a:rPr lang="en-US"/>
              <a:t>Click icon to add picture</a:t>
            </a:r>
            <a:endParaRPr lang="de-DE"/>
          </a:p>
        </p:txBody>
      </p:sp>
      <p:sp>
        <p:nvSpPr>
          <p:cNvPr id="11" name="Textplatzhalter 18">
            <a:extLst>
              <a:ext uri="{FF2B5EF4-FFF2-40B4-BE49-F238E27FC236}">
                <a16:creationId xmlns:a16="http://schemas.microsoft.com/office/drawing/2014/main" id="{FD4DB53E-B448-6058-7A52-A2AF9140855E}"/>
              </a:ext>
            </a:extLst>
          </p:cNvPr>
          <p:cNvSpPr>
            <a:spLocks noGrp="1"/>
          </p:cNvSpPr>
          <p:nvPr>
            <p:ph type="body" sz="quarter" idx="17" hasCustomPrompt="1"/>
          </p:nvPr>
        </p:nvSpPr>
        <p:spPr>
          <a:xfrm>
            <a:off x="9091611" y="2666428"/>
            <a:ext cx="2133603" cy="1157549"/>
          </a:xfrm>
        </p:spPr>
        <p:txBody>
          <a:bodyPr/>
          <a:lstStyle>
            <a:lvl1pPr algn="ctr">
              <a:spcBef>
                <a:spcPts val="0"/>
              </a:spcBef>
              <a:spcAft>
                <a:spcPts val="300"/>
              </a:spcAft>
              <a:defRPr sz="1200">
                <a:solidFill>
                  <a:schemeClr val="accent1"/>
                </a:solidFill>
              </a:defRPr>
            </a:lvl1pPr>
            <a:lvl2pPr algn="ctr">
              <a:spcBef>
                <a:spcPts val="0"/>
              </a:spcBef>
              <a:defRPr sz="1000">
                <a:solidFill>
                  <a:schemeClr val="bg1"/>
                </a:solidFill>
              </a:defRPr>
            </a:lvl2pPr>
          </a:lstStyle>
          <a:p>
            <a:pPr lvl="0"/>
            <a:r>
              <a:rPr lang="de-DE"/>
              <a:t>Text hinzufügen</a:t>
            </a:r>
          </a:p>
          <a:p>
            <a:pPr lvl="1"/>
            <a:r>
              <a:rPr lang="de-DE"/>
              <a:t>Zweite Ebene</a:t>
            </a:r>
          </a:p>
        </p:txBody>
      </p:sp>
      <p:sp>
        <p:nvSpPr>
          <p:cNvPr id="12" name="Textplatzhalter 18">
            <a:extLst>
              <a:ext uri="{FF2B5EF4-FFF2-40B4-BE49-F238E27FC236}">
                <a16:creationId xmlns:a16="http://schemas.microsoft.com/office/drawing/2014/main" id="{6EED6A80-15C5-B0A9-30E8-1DB780FEFBEF}"/>
              </a:ext>
            </a:extLst>
          </p:cNvPr>
          <p:cNvSpPr>
            <a:spLocks noGrp="1"/>
          </p:cNvSpPr>
          <p:nvPr>
            <p:ph type="body" sz="quarter" idx="21" hasCustomPrompt="1"/>
          </p:nvPr>
        </p:nvSpPr>
        <p:spPr>
          <a:xfrm>
            <a:off x="9091611" y="4783023"/>
            <a:ext cx="2133603" cy="1157548"/>
          </a:xfrm>
        </p:spPr>
        <p:txBody>
          <a:bodyPr/>
          <a:lstStyle>
            <a:lvl1pPr algn="ctr">
              <a:spcBef>
                <a:spcPts val="0"/>
              </a:spcBef>
              <a:spcAft>
                <a:spcPts val="300"/>
              </a:spcAft>
              <a:defRPr sz="1200">
                <a:solidFill>
                  <a:schemeClr val="accent1"/>
                </a:solidFill>
              </a:defRPr>
            </a:lvl1pPr>
            <a:lvl2pPr algn="ctr">
              <a:spcBef>
                <a:spcPts val="0"/>
              </a:spcBef>
              <a:defRPr sz="1000">
                <a:solidFill>
                  <a:schemeClr val="bg1"/>
                </a:solidFill>
              </a:defRPr>
            </a:lvl2pPr>
          </a:lstStyle>
          <a:p>
            <a:pPr lvl="0"/>
            <a:r>
              <a:rPr lang="de-DE"/>
              <a:t>Text hinzufügen</a:t>
            </a:r>
          </a:p>
          <a:p>
            <a:pPr lvl="1"/>
            <a:r>
              <a:rPr lang="de-DE"/>
              <a:t>Zweite Ebene</a:t>
            </a:r>
          </a:p>
        </p:txBody>
      </p:sp>
      <p:sp>
        <p:nvSpPr>
          <p:cNvPr id="20" name="Textplatzhalter 19">
            <a:extLst>
              <a:ext uri="{FF2B5EF4-FFF2-40B4-BE49-F238E27FC236}">
                <a16:creationId xmlns:a16="http://schemas.microsoft.com/office/drawing/2014/main" id="{0F4B125D-3CF5-62AA-8990-272B84CB608E}"/>
              </a:ext>
            </a:extLst>
          </p:cNvPr>
          <p:cNvSpPr>
            <a:spLocks noGrp="1"/>
          </p:cNvSpPr>
          <p:nvPr>
            <p:ph type="body" sz="quarter" idx="22" hasCustomPrompt="1"/>
          </p:nvPr>
        </p:nvSpPr>
        <p:spPr>
          <a:xfrm>
            <a:off x="9134475" y="5875697"/>
            <a:ext cx="2047875" cy="213954"/>
          </a:xfrm>
        </p:spPr>
        <p:txBody>
          <a:bodyPr/>
          <a:lstStyle>
            <a:lvl3pPr algn="ctr">
              <a:defRPr>
                <a:solidFill>
                  <a:schemeClr val="bg1"/>
                </a:solidFill>
              </a:defRPr>
            </a:lvl3pPr>
          </a:lstStyle>
          <a:p>
            <a:pPr lvl="2"/>
            <a:r>
              <a:rPr lang="de-DE"/>
              <a:t>Text hinzufügen</a:t>
            </a:r>
          </a:p>
        </p:txBody>
      </p:sp>
      <p:sp>
        <p:nvSpPr>
          <p:cNvPr id="26" name="Bildplatzhalter 12">
            <a:extLst>
              <a:ext uri="{FF2B5EF4-FFF2-40B4-BE49-F238E27FC236}">
                <a16:creationId xmlns:a16="http://schemas.microsoft.com/office/drawing/2014/main" id="{2DF90597-7675-0984-BBF7-AF360B7AB8B1}"/>
              </a:ext>
            </a:extLst>
          </p:cNvPr>
          <p:cNvSpPr>
            <a:spLocks noGrp="1"/>
          </p:cNvSpPr>
          <p:nvPr>
            <p:ph type="pic" sz="quarter" idx="23"/>
          </p:nvPr>
        </p:nvSpPr>
        <p:spPr>
          <a:xfrm>
            <a:off x="9521794" y="6141221"/>
            <a:ext cx="323090" cy="323090"/>
          </a:xfrm>
          <a:prstGeom prst="ellipse">
            <a:avLst/>
          </a:prstGeom>
          <a:solidFill>
            <a:schemeClr val="accent4"/>
          </a:solidFill>
        </p:spPr>
        <p:txBody>
          <a:bodyPr/>
          <a:lstStyle>
            <a:lvl1pPr>
              <a:defRPr sz="1050"/>
            </a:lvl1pPr>
          </a:lstStyle>
          <a:p>
            <a:r>
              <a:rPr lang="en-US"/>
              <a:t>Click icon to add picture</a:t>
            </a:r>
            <a:endParaRPr lang="de-DE"/>
          </a:p>
        </p:txBody>
      </p:sp>
      <p:sp>
        <p:nvSpPr>
          <p:cNvPr id="30" name="Bildplatzhalter 12">
            <a:extLst>
              <a:ext uri="{FF2B5EF4-FFF2-40B4-BE49-F238E27FC236}">
                <a16:creationId xmlns:a16="http://schemas.microsoft.com/office/drawing/2014/main" id="{CB6B61AE-9C80-B244-E380-2109C0F8D8F7}"/>
              </a:ext>
            </a:extLst>
          </p:cNvPr>
          <p:cNvSpPr>
            <a:spLocks noGrp="1"/>
          </p:cNvSpPr>
          <p:nvPr>
            <p:ph type="pic" sz="quarter" idx="24"/>
          </p:nvPr>
        </p:nvSpPr>
        <p:spPr>
          <a:xfrm>
            <a:off x="9996867" y="6141221"/>
            <a:ext cx="323090" cy="323090"/>
          </a:xfrm>
          <a:prstGeom prst="ellipse">
            <a:avLst/>
          </a:prstGeom>
          <a:solidFill>
            <a:schemeClr val="accent4"/>
          </a:solidFill>
        </p:spPr>
        <p:txBody>
          <a:bodyPr/>
          <a:lstStyle>
            <a:lvl1pPr>
              <a:defRPr sz="1050"/>
            </a:lvl1pPr>
          </a:lstStyle>
          <a:p>
            <a:r>
              <a:rPr lang="en-US"/>
              <a:t>Click icon to add picture</a:t>
            </a:r>
            <a:endParaRPr lang="de-DE"/>
          </a:p>
        </p:txBody>
      </p:sp>
      <p:sp>
        <p:nvSpPr>
          <p:cNvPr id="31" name="Bildplatzhalter 12">
            <a:extLst>
              <a:ext uri="{FF2B5EF4-FFF2-40B4-BE49-F238E27FC236}">
                <a16:creationId xmlns:a16="http://schemas.microsoft.com/office/drawing/2014/main" id="{B1FAEE33-0DEC-A9B9-FD61-FE4E1B2EBAB5}"/>
              </a:ext>
            </a:extLst>
          </p:cNvPr>
          <p:cNvSpPr>
            <a:spLocks noGrp="1"/>
          </p:cNvSpPr>
          <p:nvPr>
            <p:ph type="pic" sz="quarter" idx="25"/>
          </p:nvPr>
        </p:nvSpPr>
        <p:spPr>
          <a:xfrm>
            <a:off x="10471940" y="6141221"/>
            <a:ext cx="323090" cy="323090"/>
          </a:xfrm>
          <a:prstGeom prst="ellipse">
            <a:avLst/>
          </a:prstGeom>
          <a:solidFill>
            <a:schemeClr val="accent4"/>
          </a:solidFill>
        </p:spPr>
        <p:txBody>
          <a:bodyPr/>
          <a:lstStyle>
            <a:lvl1pPr>
              <a:defRPr sz="1050"/>
            </a:lvl1pPr>
          </a:lstStyle>
          <a:p>
            <a:r>
              <a:rPr lang="en-US"/>
              <a:t>Click icon to add picture</a:t>
            </a:r>
            <a:endParaRPr lang="de-DE"/>
          </a:p>
        </p:txBody>
      </p:sp>
    </p:spTree>
    <p:extLst>
      <p:ext uri="{BB962C8B-B14F-4D97-AF65-F5344CB8AC3E}">
        <p14:creationId xmlns:p14="http://schemas.microsoft.com/office/powerpoint/2010/main" val="216000529"/>
      </p:ext>
    </p:extLst>
  </p:cSld>
  <p:clrMapOvr>
    <a:masterClrMapping/>
  </p:clrMapOvr>
  <p:extLst>
    <p:ext uri="{DCECCB84-F9BA-43D5-87BE-67443E8EF086}">
      <p15:sldGuideLst xmlns:p15="http://schemas.microsoft.com/office/powerpoint/2012/main">
        <p15:guide id="1" orient="horz" pos="1194">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0_end_3contacts">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F2020260-9EB9-5A9F-8514-C9D44EA824B1}"/>
              </a:ext>
            </a:extLst>
          </p:cNvPr>
          <p:cNvSpPr/>
          <p:nvPr userDrawn="1"/>
        </p:nvSpPr>
        <p:spPr>
          <a:xfrm>
            <a:off x="279083" y="213132"/>
            <a:ext cx="1271081" cy="5693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latin typeface="Barlow Condensed Light" panose="00000406000000000000" pitchFamily="2" charset="0"/>
            </a:endParaRPr>
          </a:p>
        </p:txBody>
      </p:sp>
      <p:sp>
        <p:nvSpPr>
          <p:cNvPr id="8" name="Bildplatzhalter 7">
            <a:extLst>
              <a:ext uri="{FF2B5EF4-FFF2-40B4-BE49-F238E27FC236}">
                <a16:creationId xmlns:a16="http://schemas.microsoft.com/office/drawing/2014/main" id="{6BDE1673-3B90-D8BF-6665-B9C0E0473805}"/>
              </a:ext>
            </a:extLst>
          </p:cNvPr>
          <p:cNvSpPr>
            <a:spLocks noGrp="1"/>
          </p:cNvSpPr>
          <p:nvPr>
            <p:ph type="pic" sz="quarter" idx="18"/>
          </p:nvPr>
        </p:nvSpPr>
        <p:spPr>
          <a:xfrm>
            <a:off x="0" y="1"/>
            <a:ext cx="11277374" cy="6857999"/>
          </a:xfrm>
          <a:custGeom>
            <a:avLst/>
            <a:gdLst>
              <a:gd name="connsiteX0" fmla="*/ 523400 w 11277374"/>
              <a:gd name="connsiteY0" fmla="*/ 526807 h 6857999"/>
              <a:gd name="connsiteX1" fmla="*/ 548502 w 11277374"/>
              <a:gd name="connsiteY1" fmla="*/ 541828 h 6857999"/>
              <a:gd name="connsiteX2" fmla="*/ 554799 w 11277374"/>
              <a:gd name="connsiteY2" fmla="*/ 580852 h 6857999"/>
              <a:gd name="connsiteX3" fmla="*/ 549051 w 11277374"/>
              <a:gd name="connsiteY3" fmla="*/ 615255 h 6857999"/>
              <a:gd name="connsiteX4" fmla="*/ 520396 w 11277374"/>
              <a:gd name="connsiteY4" fmla="*/ 632182 h 6857999"/>
              <a:gd name="connsiteX5" fmla="*/ 487120 w 11277374"/>
              <a:gd name="connsiteY5" fmla="*/ 614417 h 6857999"/>
              <a:gd name="connsiteX6" fmla="*/ 487120 w 11277374"/>
              <a:gd name="connsiteY6" fmla="*/ 545929 h 6857999"/>
              <a:gd name="connsiteX7" fmla="*/ 523400 w 11277374"/>
              <a:gd name="connsiteY7" fmla="*/ 526807 h 6857999"/>
              <a:gd name="connsiteX8" fmla="*/ 751654 w 11277374"/>
              <a:gd name="connsiteY8" fmla="*/ 523803 h 6857999"/>
              <a:gd name="connsiteX9" fmla="*/ 780539 w 11277374"/>
              <a:gd name="connsiteY9" fmla="*/ 541279 h 6857999"/>
              <a:gd name="connsiteX10" fmla="*/ 786836 w 11277374"/>
              <a:gd name="connsiteY10" fmla="*/ 582210 h 6857999"/>
              <a:gd name="connsiteX11" fmla="*/ 782764 w 11277374"/>
              <a:gd name="connsiteY11" fmla="*/ 611760 h 6857999"/>
              <a:gd name="connsiteX12" fmla="*/ 753271 w 11277374"/>
              <a:gd name="connsiteY12" fmla="*/ 632182 h 6857999"/>
              <a:gd name="connsiteX13" fmla="*/ 725715 w 11277374"/>
              <a:gd name="connsiteY13" fmla="*/ 618548 h 6857999"/>
              <a:gd name="connsiteX14" fmla="*/ 717251 w 11277374"/>
              <a:gd name="connsiteY14" fmla="*/ 574034 h 6857999"/>
              <a:gd name="connsiteX15" fmla="*/ 723808 w 11277374"/>
              <a:gd name="connsiteY15" fmla="*/ 538562 h 6857999"/>
              <a:gd name="connsiteX16" fmla="*/ 751654 w 11277374"/>
              <a:gd name="connsiteY16" fmla="*/ 523803 h 6857999"/>
              <a:gd name="connsiteX17" fmla="*/ 1360186 w 11277374"/>
              <a:gd name="connsiteY17" fmla="*/ 517418 h 6857999"/>
              <a:gd name="connsiteX18" fmla="*/ 1362295 w 11277374"/>
              <a:gd name="connsiteY18" fmla="*/ 517418 h 6857999"/>
              <a:gd name="connsiteX19" fmla="*/ 1364808 w 11277374"/>
              <a:gd name="connsiteY19" fmla="*/ 517822 h 6857999"/>
              <a:gd name="connsiteX20" fmla="*/ 1366715 w 11277374"/>
              <a:gd name="connsiteY20" fmla="*/ 520826 h 6857999"/>
              <a:gd name="connsiteX21" fmla="*/ 1365732 w 11277374"/>
              <a:gd name="connsiteY21" fmla="*/ 523599 h 6857999"/>
              <a:gd name="connsiteX22" fmla="*/ 1362180 w 11277374"/>
              <a:gd name="connsiteY22" fmla="*/ 524553 h 6857999"/>
              <a:gd name="connsiteX23" fmla="*/ 1360186 w 11277374"/>
              <a:gd name="connsiteY23" fmla="*/ 524553 h 6857999"/>
              <a:gd name="connsiteX24" fmla="*/ 1357298 w 11277374"/>
              <a:gd name="connsiteY24" fmla="*/ 515049 h 6857999"/>
              <a:gd name="connsiteX25" fmla="*/ 1357298 w 11277374"/>
              <a:gd name="connsiteY25" fmla="*/ 535500 h 6857999"/>
              <a:gd name="connsiteX26" fmla="*/ 1360157 w 11277374"/>
              <a:gd name="connsiteY26" fmla="*/ 535500 h 6857999"/>
              <a:gd name="connsiteX27" fmla="*/ 1360157 w 11277374"/>
              <a:gd name="connsiteY27" fmla="*/ 526459 h 6857999"/>
              <a:gd name="connsiteX28" fmla="*/ 1361977 w 11277374"/>
              <a:gd name="connsiteY28" fmla="*/ 527412 h 6857999"/>
              <a:gd name="connsiteX29" fmla="*/ 1365530 w 11277374"/>
              <a:gd name="connsiteY29" fmla="*/ 532496 h 6857999"/>
              <a:gd name="connsiteX30" fmla="*/ 1367206 w 11277374"/>
              <a:gd name="connsiteY30" fmla="*/ 535500 h 6857999"/>
              <a:gd name="connsiteX31" fmla="*/ 1370701 w 11277374"/>
              <a:gd name="connsiteY31" fmla="*/ 535500 h 6857999"/>
              <a:gd name="connsiteX32" fmla="*/ 1367754 w 11277374"/>
              <a:gd name="connsiteY32" fmla="*/ 530792 h 6857999"/>
              <a:gd name="connsiteX33" fmla="*/ 1365992 w 11277374"/>
              <a:gd name="connsiteY33" fmla="*/ 528250 h 6857999"/>
              <a:gd name="connsiteX34" fmla="*/ 1364230 w 11277374"/>
              <a:gd name="connsiteY34" fmla="*/ 526401 h 6857999"/>
              <a:gd name="connsiteX35" fmla="*/ 1369719 w 11277374"/>
              <a:gd name="connsiteY35" fmla="*/ 520740 h 6857999"/>
              <a:gd name="connsiteX36" fmla="*/ 1367899 w 11277374"/>
              <a:gd name="connsiteY36" fmla="*/ 516551 h 6857999"/>
              <a:gd name="connsiteX37" fmla="*/ 1363046 w 11277374"/>
              <a:gd name="connsiteY37" fmla="*/ 515049 h 6857999"/>
              <a:gd name="connsiteX38" fmla="*/ 1362988 w 11277374"/>
              <a:gd name="connsiteY38" fmla="*/ 509705 h 6857999"/>
              <a:gd name="connsiteX39" fmla="*/ 1378095 w 11277374"/>
              <a:gd name="connsiteY39" fmla="*/ 525419 h 6857999"/>
              <a:gd name="connsiteX40" fmla="*/ 1362988 w 11277374"/>
              <a:gd name="connsiteY40" fmla="*/ 541133 h 6857999"/>
              <a:gd name="connsiteX41" fmla="*/ 1347881 w 11277374"/>
              <a:gd name="connsiteY41" fmla="*/ 525419 h 6857999"/>
              <a:gd name="connsiteX42" fmla="*/ 1362988 w 11277374"/>
              <a:gd name="connsiteY42" fmla="*/ 509705 h 6857999"/>
              <a:gd name="connsiteX43" fmla="*/ 1155360 w 11277374"/>
              <a:gd name="connsiteY43" fmla="*/ 507453 h 6857999"/>
              <a:gd name="connsiteX44" fmla="*/ 1133263 w 11277374"/>
              <a:gd name="connsiteY44" fmla="*/ 510948 h 6857999"/>
              <a:gd name="connsiteX45" fmla="*/ 1133263 w 11277374"/>
              <a:gd name="connsiteY45" fmla="*/ 568026 h 6857999"/>
              <a:gd name="connsiteX46" fmla="*/ 1133263 w 11277374"/>
              <a:gd name="connsiteY46" fmla="*/ 646364 h 6857999"/>
              <a:gd name="connsiteX47" fmla="*/ 1155360 w 11277374"/>
              <a:gd name="connsiteY47" fmla="*/ 646364 h 6857999"/>
              <a:gd name="connsiteX48" fmla="*/ 1155360 w 11277374"/>
              <a:gd name="connsiteY48" fmla="*/ 543820 h 6857999"/>
              <a:gd name="connsiteX49" fmla="*/ 959891 w 11277374"/>
              <a:gd name="connsiteY49" fmla="*/ 507453 h 6857999"/>
              <a:gd name="connsiteX50" fmla="*/ 937822 w 11277374"/>
              <a:gd name="connsiteY50" fmla="*/ 510948 h 6857999"/>
              <a:gd name="connsiteX51" fmla="*/ 937822 w 11277374"/>
              <a:gd name="connsiteY51" fmla="*/ 570193 h 6857999"/>
              <a:gd name="connsiteX52" fmla="*/ 937822 w 11277374"/>
              <a:gd name="connsiteY52" fmla="*/ 646364 h 6857999"/>
              <a:gd name="connsiteX53" fmla="*/ 959891 w 11277374"/>
              <a:gd name="connsiteY53" fmla="*/ 646364 h 6857999"/>
              <a:gd name="connsiteX54" fmla="*/ 959891 w 11277374"/>
              <a:gd name="connsiteY54" fmla="*/ 585358 h 6857999"/>
              <a:gd name="connsiteX55" fmla="*/ 1311225 w 11277374"/>
              <a:gd name="connsiteY55" fmla="*/ 507453 h 6857999"/>
              <a:gd name="connsiteX56" fmla="*/ 1289099 w 11277374"/>
              <a:gd name="connsiteY56" fmla="*/ 510948 h 6857999"/>
              <a:gd name="connsiteX57" fmla="*/ 1289099 w 11277374"/>
              <a:gd name="connsiteY57" fmla="*/ 568026 h 6857999"/>
              <a:gd name="connsiteX58" fmla="*/ 1289099 w 11277374"/>
              <a:gd name="connsiteY58" fmla="*/ 646364 h 6857999"/>
              <a:gd name="connsiteX59" fmla="*/ 1311225 w 11277374"/>
              <a:gd name="connsiteY59" fmla="*/ 646364 h 6857999"/>
              <a:gd name="connsiteX60" fmla="*/ 1311225 w 11277374"/>
              <a:gd name="connsiteY60" fmla="*/ 581747 h 6857999"/>
              <a:gd name="connsiteX61" fmla="*/ 1362988 w 11277374"/>
              <a:gd name="connsiteY61" fmla="*/ 507048 h 6857999"/>
              <a:gd name="connsiteX62" fmla="*/ 1344617 w 11277374"/>
              <a:gd name="connsiteY62" fmla="*/ 525419 h 6857999"/>
              <a:gd name="connsiteX63" fmla="*/ 1362988 w 11277374"/>
              <a:gd name="connsiteY63" fmla="*/ 543791 h 6857999"/>
              <a:gd name="connsiteX64" fmla="*/ 1381388 w 11277374"/>
              <a:gd name="connsiteY64" fmla="*/ 525419 h 6857999"/>
              <a:gd name="connsiteX65" fmla="*/ 1362988 w 11277374"/>
              <a:gd name="connsiteY65" fmla="*/ 507048 h 6857999"/>
              <a:gd name="connsiteX66" fmla="*/ 484665 w 11277374"/>
              <a:gd name="connsiteY66" fmla="*/ 506905 h 6857999"/>
              <a:gd name="connsiteX67" fmla="*/ 462827 w 11277374"/>
              <a:gd name="connsiteY67" fmla="*/ 510718 h 6857999"/>
              <a:gd name="connsiteX68" fmla="*/ 465831 w 11277374"/>
              <a:gd name="connsiteY68" fmla="*/ 539892 h 6857999"/>
              <a:gd name="connsiteX69" fmla="*/ 465831 w 11277374"/>
              <a:gd name="connsiteY69" fmla="*/ 725511 h 6857999"/>
              <a:gd name="connsiteX70" fmla="*/ 487120 w 11277374"/>
              <a:gd name="connsiteY70" fmla="*/ 721439 h 6857999"/>
              <a:gd name="connsiteX71" fmla="*/ 487120 w 11277374"/>
              <a:gd name="connsiteY71" fmla="*/ 634117 h 6857999"/>
              <a:gd name="connsiteX72" fmla="*/ 524498 w 11277374"/>
              <a:gd name="connsiteY72" fmla="*/ 649947 h 6857999"/>
              <a:gd name="connsiteX73" fmla="*/ 566555 w 11277374"/>
              <a:gd name="connsiteY73" fmla="*/ 625105 h 6857999"/>
              <a:gd name="connsiteX74" fmla="*/ 577474 w 11277374"/>
              <a:gd name="connsiteY74" fmla="*/ 578166 h 6857999"/>
              <a:gd name="connsiteX75" fmla="*/ 562453 w 11277374"/>
              <a:gd name="connsiteY75" fmla="*/ 524641 h 6857999"/>
              <a:gd name="connsiteX76" fmla="*/ 526144 w 11277374"/>
              <a:gd name="connsiteY76" fmla="*/ 507714 h 6857999"/>
              <a:gd name="connsiteX77" fmla="*/ 486022 w 11277374"/>
              <a:gd name="connsiteY77" fmla="*/ 527645 h 6857999"/>
              <a:gd name="connsiteX78" fmla="*/ 484665 w 11277374"/>
              <a:gd name="connsiteY78" fmla="*/ 506905 h 6857999"/>
              <a:gd name="connsiteX79" fmla="*/ 1006310 w 11277374"/>
              <a:gd name="connsiteY79" fmla="*/ 506904 h 6857999"/>
              <a:gd name="connsiteX80" fmla="*/ 984472 w 11277374"/>
              <a:gd name="connsiteY80" fmla="*/ 511497 h 6857999"/>
              <a:gd name="connsiteX81" fmla="*/ 1033346 w 11277374"/>
              <a:gd name="connsiteY81" fmla="*/ 647721 h 6857999"/>
              <a:gd name="connsiteX82" fmla="*/ 1054346 w 11277374"/>
              <a:gd name="connsiteY82" fmla="*/ 647721 h 6857999"/>
              <a:gd name="connsiteX83" fmla="*/ 1105445 w 11277374"/>
              <a:gd name="connsiteY83" fmla="*/ 510428 h 6857999"/>
              <a:gd name="connsiteX84" fmla="*/ 1082770 w 11277374"/>
              <a:gd name="connsiteY84" fmla="*/ 510428 h 6857999"/>
              <a:gd name="connsiteX85" fmla="*/ 1051631 w 11277374"/>
              <a:gd name="connsiteY85" fmla="*/ 600840 h 6857999"/>
              <a:gd name="connsiteX86" fmla="*/ 1045074 w 11277374"/>
              <a:gd name="connsiteY86" fmla="*/ 623717 h 6857999"/>
              <a:gd name="connsiteX87" fmla="*/ 1044525 w 11277374"/>
              <a:gd name="connsiteY87" fmla="*/ 623717 h 6857999"/>
              <a:gd name="connsiteX88" fmla="*/ 1037997 w 11277374"/>
              <a:gd name="connsiteY88" fmla="*/ 600522 h 6857999"/>
              <a:gd name="connsiteX89" fmla="*/ 674068 w 11277374"/>
              <a:gd name="connsiteY89" fmla="*/ 506356 h 6857999"/>
              <a:gd name="connsiteX90" fmla="*/ 635881 w 11277374"/>
              <a:gd name="connsiteY90" fmla="*/ 529002 h 6857999"/>
              <a:gd name="connsiteX91" fmla="*/ 631520 w 11277374"/>
              <a:gd name="connsiteY91" fmla="*/ 506876 h 6857999"/>
              <a:gd name="connsiteX92" fmla="*/ 610231 w 11277374"/>
              <a:gd name="connsiteY92" fmla="*/ 512624 h 6857999"/>
              <a:gd name="connsiteX93" fmla="*/ 614853 w 11277374"/>
              <a:gd name="connsiteY93" fmla="*/ 541539 h 6857999"/>
              <a:gd name="connsiteX94" fmla="*/ 614853 w 11277374"/>
              <a:gd name="connsiteY94" fmla="*/ 646394 h 6857999"/>
              <a:gd name="connsiteX95" fmla="*/ 636141 w 11277374"/>
              <a:gd name="connsiteY95" fmla="*/ 646394 h 6857999"/>
              <a:gd name="connsiteX96" fmla="*/ 636141 w 11277374"/>
              <a:gd name="connsiteY96" fmla="*/ 561239 h 6857999"/>
              <a:gd name="connsiteX97" fmla="*/ 644056 w 11277374"/>
              <a:gd name="connsiteY97" fmla="*/ 539690 h 6857999"/>
              <a:gd name="connsiteX98" fmla="*/ 666702 w 11277374"/>
              <a:gd name="connsiteY98" fmla="*/ 529840 h 6857999"/>
              <a:gd name="connsiteX99" fmla="*/ 672711 w 11277374"/>
              <a:gd name="connsiteY99" fmla="*/ 530938 h 6857999"/>
              <a:gd name="connsiteX100" fmla="*/ 681463 w 11277374"/>
              <a:gd name="connsiteY100" fmla="*/ 507714 h 6857999"/>
              <a:gd name="connsiteX101" fmla="*/ 674068 w 11277374"/>
              <a:gd name="connsiteY101" fmla="*/ 506356 h 6857999"/>
              <a:gd name="connsiteX102" fmla="*/ 751914 w 11277374"/>
              <a:gd name="connsiteY102" fmla="*/ 506355 h 6857999"/>
              <a:gd name="connsiteX103" fmla="*/ 694027 w 11277374"/>
              <a:gd name="connsiteY103" fmla="*/ 577617 h 6857999"/>
              <a:gd name="connsiteX104" fmla="*/ 752723 w 11277374"/>
              <a:gd name="connsiteY104" fmla="*/ 649945 h 6857999"/>
              <a:gd name="connsiteX105" fmla="*/ 811129 w 11277374"/>
              <a:gd name="connsiteY105" fmla="*/ 580592 h 6857999"/>
              <a:gd name="connsiteX106" fmla="*/ 798593 w 11277374"/>
              <a:gd name="connsiteY106" fmla="*/ 530129 h 6857999"/>
              <a:gd name="connsiteX107" fmla="*/ 751914 w 11277374"/>
              <a:gd name="connsiteY107" fmla="*/ 506355 h 6857999"/>
              <a:gd name="connsiteX108" fmla="*/ 1224886 w 11277374"/>
              <a:gd name="connsiteY108" fmla="*/ 466261 h 6857999"/>
              <a:gd name="connsiteX109" fmla="*/ 1204753 w 11277374"/>
              <a:gd name="connsiteY109" fmla="*/ 470421 h 6857999"/>
              <a:gd name="connsiteX110" fmla="*/ 1204753 w 11277374"/>
              <a:gd name="connsiteY110" fmla="*/ 510398 h 6857999"/>
              <a:gd name="connsiteX111" fmla="*/ 1185919 w 11277374"/>
              <a:gd name="connsiteY111" fmla="*/ 510398 h 6857999"/>
              <a:gd name="connsiteX112" fmla="*/ 1185919 w 11277374"/>
              <a:gd name="connsiteY112" fmla="*/ 526516 h 6857999"/>
              <a:gd name="connsiteX113" fmla="*/ 1203656 w 11277374"/>
              <a:gd name="connsiteY113" fmla="*/ 526516 h 6857999"/>
              <a:gd name="connsiteX114" fmla="*/ 1203656 w 11277374"/>
              <a:gd name="connsiteY114" fmla="*/ 619875 h 6857999"/>
              <a:gd name="connsiteX115" fmla="*/ 1216741 w 11277374"/>
              <a:gd name="connsiteY115" fmla="*/ 646883 h 6857999"/>
              <a:gd name="connsiteX116" fmla="*/ 1234506 w 11277374"/>
              <a:gd name="connsiteY116" fmla="*/ 650725 h 6857999"/>
              <a:gd name="connsiteX117" fmla="*/ 1258538 w 11277374"/>
              <a:gd name="connsiteY117" fmla="*/ 645236 h 6857999"/>
              <a:gd name="connsiteX118" fmla="*/ 1255534 w 11277374"/>
              <a:gd name="connsiteY118" fmla="*/ 631602 h 6857999"/>
              <a:gd name="connsiteX119" fmla="*/ 1242160 w 11277374"/>
              <a:gd name="connsiteY119" fmla="*/ 634375 h 6857999"/>
              <a:gd name="connsiteX120" fmla="*/ 1224684 w 11277374"/>
              <a:gd name="connsiteY120" fmla="*/ 614155 h 6857999"/>
              <a:gd name="connsiteX121" fmla="*/ 1224684 w 11277374"/>
              <a:gd name="connsiteY121" fmla="*/ 526516 h 6857999"/>
              <a:gd name="connsiteX122" fmla="*/ 1253079 w 11277374"/>
              <a:gd name="connsiteY122" fmla="*/ 526516 h 6857999"/>
              <a:gd name="connsiteX123" fmla="*/ 1259636 w 11277374"/>
              <a:gd name="connsiteY123" fmla="*/ 510398 h 6857999"/>
              <a:gd name="connsiteX124" fmla="*/ 1224886 w 11277374"/>
              <a:gd name="connsiteY124" fmla="*/ 510398 h 6857999"/>
              <a:gd name="connsiteX125" fmla="*/ 873261 w 11277374"/>
              <a:gd name="connsiteY125" fmla="*/ 466261 h 6857999"/>
              <a:gd name="connsiteX126" fmla="*/ 853127 w 11277374"/>
              <a:gd name="connsiteY126" fmla="*/ 470421 h 6857999"/>
              <a:gd name="connsiteX127" fmla="*/ 853127 w 11277374"/>
              <a:gd name="connsiteY127" fmla="*/ 510398 h 6857999"/>
              <a:gd name="connsiteX128" fmla="*/ 834265 w 11277374"/>
              <a:gd name="connsiteY128" fmla="*/ 510398 h 6857999"/>
              <a:gd name="connsiteX129" fmla="*/ 834265 w 11277374"/>
              <a:gd name="connsiteY129" fmla="*/ 526516 h 6857999"/>
              <a:gd name="connsiteX130" fmla="*/ 852001 w 11277374"/>
              <a:gd name="connsiteY130" fmla="*/ 526516 h 6857999"/>
              <a:gd name="connsiteX131" fmla="*/ 852001 w 11277374"/>
              <a:gd name="connsiteY131" fmla="*/ 619875 h 6857999"/>
              <a:gd name="connsiteX132" fmla="*/ 865115 w 11277374"/>
              <a:gd name="connsiteY132" fmla="*/ 646883 h 6857999"/>
              <a:gd name="connsiteX133" fmla="*/ 882851 w 11277374"/>
              <a:gd name="connsiteY133" fmla="*/ 650725 h 6857999"/>
              <a:gd name="connsiteX134" fmla="*/ 906883 w 11277374"/>
              <a:gd name="connsiteY134" fmla="*/ 645236 h 6857999"/>
              <a:gd name="connsiteX135" fmla="*/ 903850 w 11277374"/>
              <a:gd name="connsiteY135" fmla="*/ 631602 h 6857999"/>
              <a:gd name="connsiteX136" fmla="*/ 890476 w 11277374"/>
              <a:gd name="connsiteY136" fmla="*/ 634375 h 6857999"/>
              <a:gd name="connsiteX137" fmla="*/ 873001 w 11277374"/>
              <a:gd name="connsiteY137" fmla="*/ 614155 h 6857999"/>
              <a:gd name="connsiteX138" fmla="*/ 873001 w 11277374"/>
              <a:gd name="connsiteY138" fmla="*/ 526516 h 6857999"/>
              <a:gd name="connsiteX139" fmla="*/ 901395 w 11277374"/>
              <a:gd name="connsiteY139" fmla="*/ 526516 h 6857999"/>
              <a:gd name="connsiteX140" fmla="*/ 907952 w 11277374"/>
              <a:gd name="connsiteY140" fmla="*/ 510398 h 6857999"/>
              <a:gd name="connsiteX141" fmla="*/ 873261 w 11277374"/>
              <a:gd name="connsiteY141" fmla="*/ 510398 h 6857999"/>
              <a:gd name="connsiteX142" fmla="*/ 949289 w 11277374"/>
              <a:gd name="connsiteY142" fmla="*/ 453408 h 6857999"/>
              <a:gd name="connsiteX143" fmla="*/ 934297 w 11277374"/>
              <a:gd name="connsiteY143" fmla="*/ 468602 h 6857999"/>
              <a:gd name="connsiteX144" fmla="*/ 949289 w 11277374"/>
              <a:gd name="connsiteY144" fmla="*/ 483391 h 6857999"/>
              <a:gd name="connsiteX145" fmla="*/ 964252 w 11277374"/>
              <a:gd name="connsiteY145" fmla="*/ 468371 h 6857999"/>
              <a:gd name="connsiteX146" fmla="*/ 949289 w 11277374"/>
              <a:gd name="connsiteY146" fmla="*/ 453408 h 6857999"/>
              <a:gd name="connsiteX147" fmla="*/ 1144701 w 11277374"/>
              <a:gd name="connsiteY147" fmla="*/ 453408 h 6857999"/>
              <a:gd name="connsiteX148" fmla="*/ 1129709 w 11277374"/>
              <a:gd name="connsiteY148" fmla="*/ 468602 h 6857999"/>
              <a:gd name="connsiteX149" fmla="*/ 1144701 w 11277374"/>
              <a:gd name="connsiteY149" fmla="*/ 483391 h 6857999"/>
              <a:gd name="connsiteX150" fmla="*/ 1159692 w 11277374"/>
              <a:gd name="connsiteY150" fmla="*/ 468371 h 6857999"/>
              <a:gd name="connsiteX151" fmla="*/ 1144701 w 11277374"/>
              <a:gd name="connsiteY151" fmla="*/ 453408 h 6857999"/>
              <a:gd name="connsiteX152" fmla="*/ 1300567 w 11277374"/>
              <a:gd name="connsiteY152" fmla="*/ 453408 h 6857999"/>
              <a:gd name="connsiteX153" fmla="*/ 1285575 w 11277374"/>
              <a:gd name="connsiteY153" fmla="*/ 468602 h 6857999"/>
              <a:gd name="connsiteX154" fmla="*/ 1300567 w 11277374"/>
              <a:gd name="connsiteY154" fmla="*/ 483391 h 6857999"/>
              <a:gd name="connsiteX155" fmla="*/ 1315558 w 11277374"/>
              <a:gd name="connsiteY155" fmla="*/ 468371 h 6857999"/>
              <a:gd name="connsiteX156" fmla="*/ 1300567 w 11277374"/>
              <a:gd name="connsiteY156" fmla="*/ 453408 h 6857999"/>
              <a:gd name="connsiteX157" fmla="*/ 0 w 11277374"/>
              <a:gd name="connsiteY157" fmla="*/ 0 h 6857999"/>
              <a:gd name="connsiteX158" fmla="*/ 11277374 w 11277374"/>
              <a:gd name="connsiteY158" fmla="*/ 0 h 6857999"/>
              <a:gd name="connsiteX159" fmla="*/ 11277374 w 11277374"/>
              <a:gd name="connsiteY159" fmla="*/ 6857999 h 6857999"/>
              <a:gd name="connsiteX160" fmla="*/ 0 w 11277374"/>
              <a:gd name="connsiteY160"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Lst>
            <a:rect l="l" t="t" r="r" b="b"/>
            <a:pathLst>
              <a:path w="11277374" h="6857999">
                <a:moveTo>
                  <a:pt x="523400" y="526807"/>
                </a:moveTo>
                <a:cubicBezTo>
                  <a:pt x="534319" y="526807"/>
                  <a:pt x="544169" y="532527"/>
                  <a:pt x="548502" y="541828"/>
                </a:cubicBezTo>
                <a:cubicBezTo>
                  <a:pt x="552344" y="550002"/>
                  <a:pt x="554799" y="564474"/>
                  <a:pt x="554799" y="580852"/>
                </a:cubicBezTo>
                <a:cubicBezTo>
                  <a:pt x="554799" y="596133"/>
                  <a:pt x="553152" y="606532"/>
                  <a:pt x="549051" y="615255"/>
                </a:cubicBezTo>
                <a:cubicBezTo>
                  <a:pt x="544429" y="625394"/>
                  <a:pt x="532961" y="632182"/>
                  <a:pt x="520396" y="632182"/>
                </a:cubicBezTo>
                <a:cubicBezTo>
                  <a:pt x="508957" y="632182"/>
                  <a:pt x="497201" y="625914"/>
                  <a:pt x="487120" y="614417"/>
                </a:cubicBezTo>
                <a:lnTo>
                  <a:pt x="487120" y="545929"/>
                </a:lnTo>
                <a:cubicBezTo>
                  <a:pt x="497490" y="533335"/>
                  <a:pt x="509766" y="526807"/>
                  <a:pt x="523400" y="526807"/>
                </a:cubicBezTo>
                <a:close/>
                <a:moveTo>
                  <a:pt x="751654" y="523803"/>
                </a:moveTo>
                <a:cubicBezTo>
                  <a:pt x="762833" y="523803"/>
                  <a:pt x="774820" y="529290"/>
                  <a:pt x="780539" y="541279"/>
                </a:cubicBezTo>
                <a:cubicBezTo>
                  <a:pt x="784930" y="550291"/>
                  <a:pt x="786836" y="563174"/>
                  <a:pt x="786836" y="582210"/>
                </a:cubicBezTo>
                <a:cubicBezTo>
                  <a:pt x="786836" y="595640"/>
                  <a:pt x="785739" y="603267"/>
                  <a:pt x="782764" y="611760"/>
                </a:cubicBezTo>
                <a:cubicBezTo>
                  <a:pt x="778113" y="624816"/>
                  <a:pt x="767483" y="632182"/>
                  <a:pt x="753271" y="632182"/>
                </a:cubicBezTo>
                <a:cubicBezTo>
                  <a:pt x="741544" y="632182"/>
                  <a:pt x="730625" y="626751"/>
                  <a:pt x="725715" y="618548"/>
                </a:cubicBezTo>
                <a:cubicBezTo>
                  <a:pt x="720544" y="610083"/>
                  <a:pt x="717251" y="593156"/>
                  <a:pt x="717251" y="574034"/>
                </a:cubicBezTo>
                <a:cubicBezTo>
                  <a:pt x="717251" y="557888"/>
                  <a:pt x="719446" y="547027"/>
                  <a:pt x="723808" y="538562"/>
                </a:cubicBezTo>
                <a:cubicBezTo>
                  <a:pt x="728430" y="529522"/>
                  <a:pt x="739637" y="523803"/>
                  <a:pt x="751654" y="523803"/>
                </a:cubicBezTo>
                <a:close/>
                <a:moveTo>
                  <a:pt x="1360186" y="517418"/>
                </a:moveTo>
                <a:lnTo>
                  <a:pt x="1362295" y="517418"/>
                </a:lnTo>
                <a:cubicBezTo>
                  <a:pt x="1363364" y="517418"/>
                  <a:pt x="1364230" y="517562"/>
                  <a:pt x="1364808" y="517822"/>
                </a:cubicBezTo>
                <a:cubicBezTo>
                  <a:pt x="1365906" y="518256"/>
                  <a:pt x="1366715" y="519382"/>
                  <a:pt x="1366715" y="520826"/>
                </a:cubicBezTo>
                <a:cubicBezTo>
                  <a:pt x="1366715" y="522040"/>
                  <a:pt x="1366310" y="522993"/>
                  <a:pt x="1365732" y="523599"/>
                </a:cubicBezTo>
                <a:cubicBezTo>
                  <a:pt x="1365010" y="524235"/>
                  <a:pt x="1363999" y="524553"/>
                  <a:pt x="1362180" y="524553"/>
                </a:cubicBezTo>
                <a:lnTo>
                  <a:pt x="1360186" y="524553"/>
                </a:lnTo>
                <a:close/>
                <a:moveTo>
                  <a:pt x="1357298" y="515049"/>
                </a:moveTo>
                <a:lnTo>
                  <a:pt x="1357298" y="535500"/>
                </a:lnTo>
                <a:lnTo>
                  <a:pt x="1360157" y="535500"/>
                </a:lnTo>
                <a:lnTo>
                  <a:pt x="1360157" y="526459"/>
                </a:lnTo>
                <a:cubicBezTo>
                  <a:pt x="1360995" y="526517"/>
                  <a:pt x="1361428" y="526806"/>
                  <a:pt x="1361977" y="527412"/>
                </a:cubicBezTo>
                <a:cubicBezTo>
                  <a:pt x="1363450" y="529030"/>
                  <a:pt x="1363970" y="529897"/>
                  <a:pt x="1365530" y="532496"/>
                </a:cubicBezTo>
                <a:cubicBezTo>
                  <a:pt x="1366339" y="533883"/>
                  <a:pt x="1366628" y="534374"/>
                  <a:pt x="1367206" y="535500"/>
                </a:cubicBezTo>
                <a:lnTo>
                  <a:pt x="1370701" y="535500"/>
                </a:lnTo>
                <a:cubicBezTo>
                  <a:pt x="1370296" y="534865"/>
                  <a:pt x="1368621" y="532178"/>
                  <a:pt x="1367754" y="530792"/>
                </a:cubicBezTo>
                <a:cubicBezTo>
                  <a:pt x="1367061" y="529694"/>
                  <a:pt x="1366455" y="528828"/>
                  <a:pt x="1365992" y="528250"/>
                </a:cubicBezTo>
                <a:cubicBezTo>
                  <a:pt x="1365675" y="527759"/>
                  <a:pt x="1365155" y="527124"/>
                  <a:pt x="1364230" y="526401"/>
                </a:cubicBezTo>
                <a:cubicBezTo>
                  <a:pt x="1367639" y="526488"/>
                  <a:pt x="1369719" y="523917"/>
                  <a:pt x="1369719" y="520740"/>
                </a:cubicBezTo>
                <a:cubicBezTo>
                  <a:pt x="1369719" y="518776"/>
                  <a:pt x="1368852" y="517389"/>
                  <a:pt x="1367899" y="516551"/>
                </a:cubicBezTo>
                <a:cubicBezTo>
                  <a:pt x="1366888" y="515598"/>
                  <a:pt x="1365472" y="515049"/>
                  <a:pt x="1363046" y="515049"/>
                </a:cubicBezTo>
                <a:close/>
                <a:moveTo>
                  <a:pt x="1362988" y="509705"/>
                </a:moveTo>
                <a:cubicBezTo>
                  <a:pt x="1371365" y="509705"/>
                  <a:pt x="1378095" y="516522"/>
                  <a:pt x="1378095" y="525419"/>
                </a:cubicBezTo>
                <a:cubicBezTo>
                  <a:pt x="1378095" y="534287"/>
                  <a:pt x="1371365" y="541133"/>
                  <a:pt x="1362988" y="541133"/>
                </a:cubicBezTo>
                <a:cubicBezTo>
                  <a:pt x="1354554" y="541133"/>
                  <a:pt x="1347881" y="534316"/>
                  <a:pt x="1347881" y="525419"/>
                </a:cubicBezTo>
                <a:cubicBezTo>
                  <a:pt x="1347881" y="516522"/>
                  <a:pt x="1354554" y="509705"/>
                  <a:pt x="1362988" y="509705"/>
                </a:cubicBezTo>
                <a:close/>
                <a:moveTo>
                  <a:pt x="1155360" y="507453"/>
                </a:moveTo>
                <a:lnTo>
                  <a:pt x="1133263" y="510948"/>
                </a:lnTo>
                <a:lnTo>
                  <a:pt x="1133263" y="568026"/>
                </a:lnTo>
                <a:lnTo>
                  <a:pt x="1133263" y="646364"/>
                </a:lnTo>
                <a:lnTo>
                  <a:pt x="1155360" y="646364"/>
                </a:lnTo>
                <a:lnTo>
                  <a:pt x="1155360" y="543820"/>
                </a:lnTo>
                <a:close/>
                <a:moveTo>
                  <a:pt x="959891" y="507453"/>
                </a:moveTo>
                <a:lnTo>
                  <a:pt x="937822" y="510948"/>
                </a:lnTo>
                <a:lnTo>
                  <a:pt x="937822" y="570193"/>
                </a:lnTo>
                <a:lnTo>
                  <a:pt x="937822" y="646364"/>
                </a:lnTo>
                <a:lnTo>
                  <a:pt x="959891" y="646364"/>
                </a:lnTo>
                <a:lnTo>
                  <a:pt x="959891" y="585358"/>
                </a:lnTo>
                <a:close/>
                <a:moveTo>
                  <a:pt x="1311225" y="507453"/>
                </a:moveTo>
                <a:lnTo>
                  <a:pt x="1289099" y="510948"/>
                </a:lnTo>
                <a:lnTo>
                  <a:pt x="1289099" y="568026"/>
                </a:lnTo>
                <a:lnTo>
                  <a:pt x="1289099" y="646364"/>
                </a:lnTo>
                <a:lnTo>
                  <a:pt x="1311225" y="646364"/>
                </a:lnTo>
                <a:lnTo>
                  <a:pt x="1311225" y="581747"/>
                </a:lnTo>
                <a:close/>
                <a:moveTo>
                  <a:pt x="1362988" y="507048"/>
                </a:moveTo>
                <a:cubicBezTo>
                  <a:pt x="1352965" y="507048"/>
                  <a:pt x="1344617" y="514934"/>
                  <a:pt x="1344617" y="525419"/>
                </a:cubicBezTo>
                <a:cubicBezTo>
                  <a:pt x="1344617" y="535876"/>
                  <a:pt x="1352965" y="543791"/>
                  <a:pt x="1362988" y="543791"/>
                </a:cubicBezTo>
                <a:cubicBezTo>
                  <a:pt x="1372983" y="543791"/>
                  <a:pt x="1381388" y="535876"/>
                  <a:pt x="1381388" y="525419"/>
                </a:cubicBezTo>
                <a:cubicBezTo>
                  <a:pt x="1381388" y="514934"/>
                  <a:pt x="1372983" y="507048"/>
                  <a:pt x="1362988" y="507048"/>
                </a:cubicBezTo>
                <a:close/>
                <a:moveTo>
                  <a:pt x="484665" y="506905"/>
                </a:moveTo>
                <a:lnTo>
                  <a:pt x="462827" y="510718"/>
                </a:lnTo>
                <a:cubicBezTo>
                  <a:pt x="462827" y="510718"/>
                  <a:pt x="465860" y="519153"/>
                  <a:pt x="465831" y="539892"/>
                </a:cubicBezTo>
                <a:lnTo>
                  <a:pt x="465831" y="725511"/>
                </a:lnTo>
                <a:lnTo>
                  <a:pt x="487120" y="721439"/>
                </a:lnTo>
                <a:lnTo>
                  <a:pt x="487120" y="634117"/>
                </a:lnTo>
                <a:cubicBezTo>
                  <a:pt x="496652" y="643967"/>
                  <a:pt x="510575" y="649947"/>
                  <a:pt x="524498" y="649947"/>
                </a:cubicBezTo>
                <a:cubicBezTo>
                  <a:pt x="542234" y="649947"/>
                  <a:pt x="556705" y="640905"/>
                  <a:pt x="566555" y="625105"/>
                </a:cubicBezTo>
                <a:cubicBezTo>
                  <a:pt x="574210" y="612511"/>
                  <a:pt x="577474" y="599974"/>
                  <a:pt x="577474" y="578166"/>
                </a:cubicBezTo>
                <a:cubicBezTo>
                  <a:pt x="577474" y="553902"/>
                  <a:pt x="572563" y="537206"/>
                  <a:pt x="562453" y="524641"/>
                </a:cubicBezTo>
                <a:cubicBezTo>
                  <a:pt x="553730" y="513722"/>
                  <a:pt x="540067" y="507714"/>
                  <a:pt x="526144" y="507714"/>
                </a:cubicBezTo>
                <a:cubicBezTo>
                  <a:pt x="511153" y="507714"/>
                  <a:pt x="497201" y="514589"/>
                  <a:pt x="486022" y="527645"/>
                </a:cubicBezTo>
                <a:cubicBezTo>
                  <a:pt x="486022" y="512653"/>
                  <a:pt x="484665" y="506905"/>
                  <a:pt x="484665" y="506905"/>
                </a:cubicBezTo>
                <a:close/>
                <a:moveTo>
                  <a:pt x="1006310" y="506904"/>
                </a:moveTo>
                <a:lnTo>
                  <a:pt x="984472" y="511497"/>
                </a:lnTo>
                <a:lnTo>
                  <a:pt x="1033346" y="647721"/>
                </a:lnTo>
                <a:lnTo>
                  <a:pt x="1054346" y="647721"/>
                </a:lnTo>
                <a:lnTo>
                  <a:pt x="1105445" y="510428"/>
                </a:lnTo>
                <a:lnTo>
                  <a:pt x="1082770" y="510428"/>
                </a:lnTo>
                <a:lnTo>
                  <a:pt x="1051631" y="600840"/>
                </a:lnTo>
                <a:cubicBezTo>
                  <a:pt x="1047269" y="613059"/>
                  <a:pt x="1045074" y="623717"/>
                  <a:pt x="1045074" y="623717"/>
                </a:cubicBezTo>
                <a:lnTo>
                  <a:pt x="1044525" y="623717"/>
                </a:lnTo>
                <a:cubicBezTo>
                  <a:pt x="1044525" y="623717"/>
                  <a:pt x="1041810" y="611730"/>
                  <a:pt x="1037997" y="600522"/>
                </a:cubicBezTo>
                <a:close/>
                <a:moveTo>
                  <a:pt x="674068" y="506356"/>
                </a:moveTo>
                <a:cubicBezTo>
                  <a:pt x="660174" y="506356"/>
                  <a:pt x="645703" y="515079"/>
                  <a:pt x="635881" y="529002"/>
                </a:cubicBezTo>
                <a:cubicBezTo>
                  <a:pt x="636719" y="517506"/>
                  <a:pt x="631520" y="506876"/>
                  <a:pt x="631520" y="506876"/>
                </a:cubicBezTo>
                <a:lnTo>
                  <a:pt x="610231" y="512624"/>
                </a:lnTo>
                <a:cubicBezTo>
                  <a:pt x="610231" y="512624"/>
                  <a:pt x="614853" y="521665"/>
                  <a:pt x="614853" y="541539"/>
                </a:cubicBezTo>
                <a:lnTo>
                  <a:pt x="614853" y="646394"/>
                </a:lnTo>
                <a:lnTo>
                  <a:pt x="636141" y="646394"/>
                </a:lnTo>
                <a:lnTo>
                  <a:pt x="636141" y="561239"/>
                </a:lnTo>
                <a:cubicBezTo>
                  <a:pt x="636141" y="550031"/>
                  <a:pt x="637759" y="545958"/>
                  <a:pt x="644056" y="539690"/>
                </a:cubicBezTo>
                <a:cubicBezTo>
                  <a:pt x="650324" y="533335"/>
                  <a:pt x="658528" y="529840"/>
                  <a:pt x="666702" y="529840"/>
                </a:cubicBezTo>
                <a:cubicBezTo>
                  <a:pt x="668898" y="529840"/>
                  <a:pt x="671353" y="530389"/>
                  <a:pt x="672711" y="530938"/>
                </a:cubicBezTo>
                <a:lnTo>
                  <a:pt x="681463" y="507714"/>
                </a:lnTo>
                <a:cubicBezTo>
                  <a:pt x="681463" y="507714"/>
                  <a:pt x="677621" y="506356"/>
                  <a:pt x="674068" y="506356"/>
                </a:cubicBezTo>
                <a:close/>
                <a:moveTo>
                  <a:pt x="751914" y="506355"/>
                </a:moveTo>
                <a:cubicBezTo>
                  <a:pt x="716153" y="506355"/>
                  <a:pt x="694027" y="533335"/>
                  <a:pt x="694027" y="577617"/>
                </a:cubicBezTo>
                <a:cubicBezTo>
                  <a:pt x="694027" y="622361"/>
                  <a:pt x="715316" y="649945"/>
                  <a:pt x="752723" y="649945"/>
                </a:cubicBezTo>
                <a:cubicBezTo>
                  <a:pt x="786836" y="649945"/>
                  <a:pt x="811129" y="625942"/>
                  <a:pt x="811129" y="580592"/>
                </a:cubicBezTo>
                <a:cubicBezTo>
                  <a:pt x="811129" y="558495"/>
                  <a:pt x="807056" y="542347"/>
                  <a:pt x="798593" y="530129"/>
                </a:cubicBezTo>
                <a:cubicBezTo>
                  <a:pt x="789292" y="516697"/>
                  <a:pt x="774560" y="506355"/>
                  <a:pt x="751914" y="506355"/>
                </a:cubicBezTo>
                <a:close/>
                <a:moveTo>
                  <a:pt x="1224886" y="466261"/>
                </a:moveTo>
                <a:lnTo>
                  <a:pt x="1204753" y="470421"/>
                </a:lnTo>
                <a:lnTo>
                  <a:pt x="1204753" y="510398"/>
                </a:lnTo>
                <a:lnTo>
                  <a:pt x="1185919" y="510398"/>
                </a:lnTo>
                <a:lnTo>
                  <a:pt x="1185919" y="526516"/>
                </a:lnTo>
                <a:lnTo>
                  <a:pt x="1203656" y="526516"/>
                </a:lnTo>
                <a:lnTo>
                  <a:pt x="1203656" y="619875"/>
                </a:lnTo>
                <a:cubicBezTo>
                  <a:pt x="1203656" y="633538"/>
                  <a:pt x="1207209" y="642261"/>
                  <a:pt x="1216741" y="646883"/>
                </a:cubicBezTo>
                <a:cubicBezTo>
                  <a:pt x="1221939" y="649338"/>
                  <a:pt x="1227400" y="650725"/>
                  <a:pt x="1234506" y="650725"/>
                </a:cubicBezTo>
                <a:cubicBezTo>
                  <a:pt x="1244037" y="650725"/>
                  <a:pt x="1251692" y="648789"/>
                  <a:pt x="1258538" y="645236"/>
                </a:cubicBezTo>
                <a:lnTo>
                  <a:pt x="1255534" y="631602"/>
                </a:lnTo>
                <a:cubicBezTo>
                  <a:pt x="1251692" y="633567"/>
                  <a:pt x="1248169" y="634375"/>
                  <a:pt x="1242160" y="634375"/>
                </a:cubicBezTo>
                <a:cubicBezTo>
                  <a:pt x="1228785" y="634375"/>
                  <a:pt x="1224684" y="629147"/>
                  <a:pt x="1224684" y="614155"/>
                </a:cubicBezTo>
                <a:lnTo>
                  <a:pt x="1224684" y="526516"/>
                </a:lnTo>
                <a:lnTo>
                  <a:pt x="1253079" y="526516"/>
                </a:lnTo>
                <a:lnTo>
                  <a:pt x="1259636" y="510398"/>
                </a:lnTo>
                <a:lnTo>
                  <a:pt x="1224886" y="510398"/>
                </a:lnTo>
                <a:close/>
                <a:moveTo>
                  <a:pt x="873261" y="466261"/>
                </a:moveTo>
                <a:lnTo>
                  <a:pt x="853127" y="470421"/>
                </a:lnTo>
                <a:lnTo>
                  <a:pt x="853127" y="510398"/>
                </a:lnTo>
                <a:lnTo>
                  <a:pt x="834265" y="510398"/>
                </a:lnTo>
                <a:lnTo>
                  <a:pt x="834265" y="526516"/>
                </a:lnTo>
                <a:lnTo>
                  <a:pt x="852001" y="526516"/>
                </a:lnTo>
                <a:lnTo>
                  <a:pt x="852001" y="619875"/>
                </a:lnTo>
                <a:cubicBezTo>
                  <a:pt x="852001" y="633538"/>
                  <a:pt x="855554" y="642261"/>
                  <a:pt x="865115" y="646883"/>
                </a:cubicBezTo>
                <a:cubicBezTo>
                  <a:pt x="870314" y="649338"/>
                  <a:pt x="875745" y="650725"/>
                  <a:pt x="882851" y="650725"/>
                </a:cubicBezTo>
                <a:cubicBezTo>
                  <a:pt x="892383" y="650725"/>
                  <a:pt x="900038" y="648789"/>
                  <a:pt x="906883" y="645236"/>
                </a:cubicBezTo>
                <a:lnTo>
                  <a:pt x="903850" y="631602"/>
                </a:lnTo>
                <a:cubicBezTo>
                  <a:pt x="900038" y="633567"/>
                  <a:pt x="896456" y="634375"/>
                  <a:pt x="890476" y="634375"/>
                </a:cubicBezTo>
                <a:cubicBezTo>
                  <a:pt x="877074" y="634375"/>
                  <a:pt x="873001" y="629147"/>
                  <a:pt x="873001" y="614155"/>
                </a:cubicBezTo>
                <a:lnTo>
                  <a:pt x="873001" y="526516"/>
                </a:lnTo>
                <a:lnTo>
                  <a:pt x="901395" y="526516"/>
                </a:lnTo>
                <a:lnTo>
                  <a:pt x="907952" y="510398"/>
                </a:lnTo>
                <a:lnTo>
                  <a:pt x="873261" y="510398"/>
                </a:lnTo>
                <a:close/>
                <a:moveTo>
                  <a:pt x="949289" y="453408"/>
                </a:moveTo>
                <a:cubicBezTo>
                  <a:pt x="940912" y="453408"/>
                  <a:pt x="934268" y="460225"/>
                  <a:pt x="934297" y="468602"/>
                </a:cubicBezTo>
                <a:cubicBezTo>
                  <a:pt x="934297" y="476748"/>
                  <a:pt x="940941" y="483391"/>
                  <a:pt x="949289" y="483391"/>
                </a:cubicBezTo>
                <a:cubicBezTo>
                  <a:pt x="957637" y="483391"/>
                  <a:pt x="964252" y="476748"/>
                  <a:pt x="964252" y="468371"/>
                </a:cubicBezTo>
                <a:cubicBezTo>
                  <a:pt x="964252" y="460023"/>
                  <a:pt x="957637" y="453408"/>
                  <a:pt x="949289" y="453408"/>
                </a:cubicBezTo>
                <a:close/>
                <a:moveTo>
                  <a:pt x="1144701" y="453408"/>
                </a:moveTo>
                <a:cubicBezTo>
                  <a:pt x="1136382" y="453408"/>
                  <a:pt x="1129709" y="460225"/>
                  <a:pt x="1129709" y="468602"/>
                </a:cubicBezTo>
                <a:cubicBezTo>
                  <a:pt x="1129709" y="476748"/>
                  <a:pt x="1136382" y="483391"/>
                  <a:pt x="1144701" y="483391"/>
                </a:cubicBezTo>
                <a:cubicBezTo>
                  <a:pt x="1153077" y="483391"/>
                  <a:pt x="1159692" y="476748"/>
                  <a:pt x="1159692" y="468371"/>
                </a:cubicBezTo>
                <a:cubicBezTo>
                  <a:pt x="1159692" y="460023"/>
                  <a:pt x="1153077" y="453408"/>
                  <a:pt x="1144701" y="453408"/>
                </a:cubicBezTo>
                <a:close/>
                <a:moveTo>
                  <a:pt x="1300567" y="453408"/>
                </a:moveTo>
                <a:cubicBezTo>
                  <a:pt x="1292219" y="453408"/>
                  <a:pt x="1285604" y="460225"/>
                  <a:pt x="1285575" y="468602"/>
                </a:cubicBezTo>
                <a:cubicBezTo>
                  <a:pt x="1285575" y="476748"/>
                  <a:pt x="1292219" y="483391"/>
                  <a:pt x="1300567" y="483391"/>
                </a:cubicBezTo>
                <a:cubicBezTo>
                  <a:pt x="1308944" y="483391"/>
                  <a:pt x="1315558" y="476748"/>
                  <a:pt x="1315558" y="468371"/>
                </a:cubicBezTo>
                <a:cubicBezTo>
                  <a:pt x="1315558" y="460023"/>
                  <a:pt x="1308944" y="453408"/>
                  <a:pt x="1300567" y="453408"/>
                </a:cubicBezTo>
                <a:close/>
                <a:moveTo>
                  <a:pt x="0" y="0"/>
                </a:moveTo>
                <a:lnTo>
                  <a:pt x="11277374" y="0"/>
                </a:lnTo>
                <a:lnTo>
                  <a:pt x="11277374" y="6857999"/>
                </a:lnTo>
                <a:lnTo>
                  <a:pt x="0" y="6857999"/>
                </a:lnTo>
                <a:close/>
              </a:path>
            </a:pathLst>
          </a:custGeom>
          <a:solidFill>
            <a:schemeClr val="bg2"/>
          </a:solidFill>
        </p:spPr>
        <p:txBody>
          <a:bodyPr wrap="square">
            <a:noAutofit/>
          </a:bodyPr>
          <a:lstStyle>
            <a:lvl1pPr>
              <a:defRPr sz="1400"/>
            </a:lvl1pPr>
          </a:lstStyle>
          <a:p>
            <a:r>
              <a:rPr lang="en-US"/>
              <a:t>Click icon to add picture</a:t>
            </a:r>
            <a:endParaRPr lang="de-DE"/>
          </a:p>
        </p:txBody>
      </p:sp>
      <p:sp>
        <p:nvSpPr>
          <p:cNvPr id="21" name="Textplatzhalter 8">
            <a:extLst>
              <a:ext uri="{FF2B5EF4-FFF2-40B4-BE49-F238E27FC236}">
                <a16:creationId xmlns:a16="http://schemas.microsoft.com/office/drawing/2014/main" id="{A5F713B3-76AA-9F9B-E046-3B9B63233B00}"/>
              </a:ext>
            </a:extLst>
          </p:cNvPr>
          <p:cNvSpPr>
            <a:spLocks noGrp="1"/>
          </p:cNvSpPr>
          <p:nvPr>
            <p:ph type="body" sz="quarter" idx="13" hasCustomPrompt="1"/>
          </p:nvPr>
        </p:nvSpPr>
        <p:spPr>
          <a:xfrm>
            <a:off x="8858250" y="441325"/>
            <a:ext cx="2600325" cy="6253200"/>
          </a:xfrm>
          <a:solidFill>
            <a:schemeClr val="accent5"/>
          </a:solidFill>
        </p:spPr>
        <p:txBody>
          <a:bodyPr lIns="216000" tIns="180000" rIns="144000" bIns="180000"/>
          <a:lstStyle>
            <a:lvl1pPr algn="ctr">
              <a:lnSpc>
                <a:spcPct val="100000"/>
              </a:lnSpc>
              <a:spcAft>
                <a:spcPts val="1200"/>
              </a:spcAft>
              <a:defRPr sz="1400" spc="100" baseline="0">
                <a:solidFill>
                  <a:schemeClr val="bg1"/>
                </a:solidFill>
              </a:defRPr>
            </a:lvl1pPr>
            <a:lvl2pPr>
              <a:lnSpc>
                <a:spcPct val="118000"/>
              </a:lnSpc>
              <a:spcBef>
                <a:spcPts val="0"/>
              </a:spcBef>
              <a:spcAft>
                <a:spcPts val="0"/>
              </a:spcAft>
              <a:defRPr sz="1000" b="0" i="0" spc="0" baseline="0">
                <a:solidFill>
                  <a:schemeClr val="bg1"/>
                </a:solidFill>
                <a:latin typeface="+mn-lt"/>
              </a:defRPr>
            </a:lvl2pPr>
            <a:lvl3pPr>
              <a:lnSpc>
                <a:spcPct val="100000"/>
              </a:lnSpc>
              <a:spcBef>
                <a:spcPts val="0"/>
              </a:spcBef>
              <a:spcAft>
                <a:spcPts val="200"/>
              </a:spcAft>
              <a:defRPr sz="1600" u="sng" cap="all" spc="90" baseline="0">
                <a:solidFill>
                  <a:schemeClr val="accent4"/>
                </a:solidFill>
                <a:latin typeface="+mj-lt"/>
              </a:defRPr>
            </a:lvl3pPr>
          </a:lstStyle>
          <a:p>
            <a:pPr lvl="0"/>
            <a:r>
              <a:rPr lang="de-DE" noProof="0"/>
              <a:t>Text hinzufügen</a:t>
            </a:r>
          </a:p>
        </p:txBody>
      </p:sp>
      <p:sp>
        <p:nvSpPr>
          <p:cNvPr id="4" name="Foliennummernplatzhalter 3">
            <a:extLst>
              <a:ext uri="{FF2B5EF4-FFF2-40B4-BE49-F238E27FC236}">
                <a16:creationId xmlns:a16="http://schemas.microsoft.com/office/drawing/2014/main" id="{1FD4D19C-1914-D5F8-55C2-D1C0D4C362D6}"/>
              </a:ext>
            </a:extLst>
          </p:cNvPr>
          <p:cNvSpPr>
            <a:spLocks noGrp="1"/>
          </p:cNvSpPr>
          <p:nvPr>
            <p:ph type="sldNum" sz="quarter" idx="11"/>
          </p:nvPr>
        </p:nvSpPr>
        <p:spPr>
          <a:xfrm>
            <a:off x="11277376" y="417380"/>
            <a:ext cx="914622" cy="365125"/>
          </a:xfrm>
          <a:prstGeom prst="rect">
            <a:avLst/>
          </a:prstGeom>
        </p:spPr>
        <p:txBody>
          <a:bodyPr/>
          <a:lstStyle/>
          <a:p>
            <a:fld id="{9678312F-8BDE-4502-9E53-473B40D118CD}" type="slidenum">
              <a:rPr lang="de-DE" smtClean="0"/>
              <a:pPr/>
              <a:t>‹#›</a:t>
            </a:fld>
            <a:endParaRPr lang="de-DE"/>
          </a:p>
        </p:txBody>
      </p:sp>
      <p:sp>
        <p:nvSpPr>
          <p:cNvPr id="2" name="Fußzeilenplatzhalter 5">
            <a:extLst>
              <a:ext uri="{FF2B5EF4-FFF2-40B4-BE49-F238E27FC236}">
                <a16:creationId xmlns:a16="http://schemas.microsoft.com/office/drawing/2014/main" id="{2E2539F1-758E-D679-BC19-1AD574F08BE9}"/>
              </a:ext>
            </a:extLst>
          </p:cNvPr>
          <p:cNvSpPr>
            <a:spLocks noGrp="1"/>
          </p:cNvSpPr>
          <p:nvPr>
            <p:ph type="ftr" sz="quarter" idx="3"/>
          </p:nvPr>
        </p:nvSpPr>
        <p:spPr>
          <a:xfrm rot="16200000">
            <a:off x="9687412" y="3627858"/>
            <a:ext cx="4114800" cy="180000"/>
          </a:xfrm>
          <a:prstGeom prst="rect">
            <a:avLst/>
          </a:prstGeom>
        </p:spPr>
        <p:txBody>
          <a:bodyPr vert="horz" lIns="0" tIns="0" rIns="0" bIns="0" rtlCol="0" anchor="b"/>
          <a:lstStyle>
            <a:lvl1pPr algn="l">
              <a:defRPr sz="800" cap="all" spc="50" baseline="0">
                <a:solidFill>
                  <a:schemeClr val="accent3"/>
                </a:solidFill>
                <a:latin typeface="Merriweather" panose="00000500000000000000" pitchFamily="2" charset="0"/>
              </a:defRPr>
            </a:lvl1pPr>
          </a:lstStyle>
          <a:p>
            <a:r>
              <a:rPr lang="de-DE"/>
              <a:t>Corporate Presentation</a:t>
            </a:r>
          </a:p>
        </p:txBody>
      </p:sp>
      <p:sp>
        <p:nvSpPr>
          <p:cNvPr id="5" name="Titel 3">
            <a:extLst>
              <a:ext uri="{FF2B5EF4-FFF2-40B4-BE49-F238E27FC236}">
                <a16:creationId xmlns:a16="http://schemas.microsoft.com/office/drawing/2014/main" id="{A7A92B3E-1EF5-A974-C0A9-C6D46EF53BA0}"/>
              </a:ext>
            </a:extLst>
          </p:cNvPr>
          <p:cNvSpPr>
            <a:spLocks noGrp="1"/>
          </p:cNvSpPr>
          <p:nvPr>
            <p:ph type="title" hasCustomPrompt="1"/>
          </p:nvPr>
        </p:nvSpPr>
        <p:spPr>
          <a:xfrm>
            <a:off x="2202874" y="410400"/>
            <a:ext cx="6459140" cy="394215"/>
          </a:xfrm>
          <a:prstGeom prst="rect">
            <a:avLst/>
          </a:prstGeom>
        </p:spPr>
        <p:txBody>
          <a:bodyPr/>
          <a:lstStyle>
            <a:lvl1pPr>
              <a:defRPr>
                <a:solidFill>
                  <a:schemeClr val="bg1"/>
                </a:solidFill>
                <a:latin typeface="+mj-lt"/>
              </a:defRPr>
            </a:lvl1pPr>
          </a:lstStyle>
          <a:p>
            <a:r>
              <a:rPr lang="de-DE"/>
              <a:t>Titel hinzufügen</a:t>
            </a:r>
          </a:p>
        </p:txBody>
      </p:sp>
      <p:sp>
        <p:nvSpPr>
          <p:cNvPr id="14" name="Rechtwinkliges Dreieck 13">
            <a:extLst>
              <a:ext uri="{FF2B5EF4-FFF2-40B4-BE49-F238E27FC236}">
                <a16:creationId xmlns:a16="http://schemas.microsoft.com/office/drawing/2014/main" id="{B5FDE18C-A2A5-F5D4-752B-C71CB24863DB}"/>
              </a:ext>
            </a:extLst>
          </p:cNvPr>
          <p:cNvSpPr/>
          <p:nvPr userDrawn="1"/>
        </p:nvSpPr>
        <p:spPr>
          <a:xfrm rot="5400000">
            <a:off x="11286065" y="6686815"/>
            <a:ext cx="166426" cy="178593"/>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0" i="0">
              <a:latin typeface="Barlow Condensed Light" pitchFamily="2" charset="77"/>
            </a:endParaRPr>
          </a:p>
        </p:txBody>
      </p:sp>
      <p:sp>
        <p:nvSpPr>
          <p:cNvPr id="6" name="Textplatzhalter 5">
            <a:extLst>
              <a:ext uri="{FF2B5EF4-FFF2-40B4-BE49-F238E27FC236}">
                <a16:creationId xmlns:a16="http://schemas.microsoft.com/office/drawing/2014/main" id="{694E7111-6D0A-FB10-298A-36C4D617EAA8}"/>
              </a:ext>
            </a:extLst>
          </p:cNvPr>
          <p:cNvSpPr>
            <a:spLocks noGrp="1"/>
          </p:cNvSpPr>
          <p:nvPr>
            <p:ph type="body" sz="quarter" idx="19" hasCustomPrompt="1"/>
          </p:nvPr>
        </p:nvSpPr>
        <p:spPr>
          <a:xfrm>
            <a:off x="463238" y="6357475"/>
            <a:ext cx="8198775" cy="287393"/>
          </a:xfrm>
        </p:spPr>
        <p:txBody>
          <a:bodyPr/>
          <a:lstStyle>
            <a:lvl1pPr>
              <a:defRPr sz="800" b="0" i="0" cap="none" spc="60" baseline="0">
                <a:solidFill>
                  <a:schemeClr val="bg1"/>
                </a:solidFill>
                <a:latin typeface="Barlow Condensed" pitchFamily="2" charset="77"/>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sz="800">
                <a:solidFill>
                  <a:schemeClr val="bg1"/>
                </a:solidFill>
              </a:defRPr>
            </a:lvl6pPr>
          </a:lstStyle>
          <a:p>
            <a:pPr lvl="0"/>
            <a:r>
              <a:rPr lang="de-DE"/>
              <a:t>Text hinzufügen</a:t>
            </a:r>
          </a:p>
        </p:txBody>
      </p:sp>
      <p:sp>
        <p:nvSpPr>
          <p:cNvPr id="9" name="Bildplatzhalter 12">
            <a:extLst>
              <a:ext uri="{FF2B5EF4-FFF2-40B4-BE49-F238E27FC236}">
                <a16:creationId xmlns:a16="http://schemas.microsoft.com/office/drawing/2014/main" id="{D9456608-3BC2-ABCA-F851-21D9B2C58620}"/>
              </a:ext>
            </a:extLst>
          </p:cNvPr>
          <p:cNvSpPr>
            <a:spLocks noGrp="1"/>
          </p:cNvSpPr>
          <p:nvPr>
            <p:ph type="pic" sz="quarter" idx="14"/>
          </p:nvPr>
        </p:nvSpPr>
        <p:spPr>
          <a:xfrm>
            <a:off x="9798412" y="953514"/>
            <a:ext cx="720000" cy="720000"/>
          </a:xfrm>
          <a:prstGeom prst="ellipse">
            <a:avLst/>
          </a:prstGeom>
          <a:noFill/>
        </p:spPr>
        <p:txBody>
          <a:bodyPr/>
          <a:lstStyle>
            <a:lvl1pPr>
              <a:defRPr sz="1050"/>
            </a:lvl1pPr>
          </a:lstStyle>
          <a:p>
            <a:r>
              <a:rPr lang="en-US"/>
              <a:t>Click icon to add picture</a:t>
            </a:r>
            <a:endParaRPr lang="de-DE"/>
          </a:p>
        </p:txBody>
      </p:sp>
      <p:sp>
        <p:nvSpPr>
          <p:cNvPr id="10" name="Bildplatzhalter 12">
            <a:extLst>
              <a:ext uri="{FF2B5EF4-FFF2-40B4-BE49-F238E27FC236}">
                <a16:creationId xmlns:a16="http://schemas.microsoft.com/office/drawing/2014/main" id="{8F9BAB15-E1F9-742E-1CD2-C7AEAC99C213}"/>
              </a:ext>
            </a:extLst>
          </p:cNvPr>
          <p:cNvSpPr>
            <a:spLocks noGrp="1"/>
          </p:cNvSpPr>
          <p:nvPr>
            <p:ph type="pic" sz="quarter" idx="15"/>
          </p:nvPr>
        </p:nvSpPr>
        <p:spPr>
          <a:xfrm>
            <a:off x="9798412" y="2575827"/>
            <a:ext cx="720000" cy="720000"/>
          </a:xfrm>
          <a:prstGeom prst="ellipse">
            <a:avLst/>
          </a:prstGeom>
          <a:noFill/>
        </p:spPr>
        <p:txBody>
          <a:bodyPr/>
          <a:lstStyle>
            <a:lvl1pPr>
              <a:defRPr sz="1050"/>
            </a:lvl1pPr>
          </a:lstStyle>
          <a:p>
            <a:r>
              <a:rPr lang="en-US"/>
              <a:t>Click icon to add picture</a:t>
            </a:r>
            <a:endParaRPr lang="de-DE"/>
          </a:p>
        </p:txBody>
      </p:sp>
      <p:sp>
        <p:nvSpPr>
          <p:cNvPr id="11" name="Textplatzhalter 18">
            <a:extLst>
              <a:ext uri="{FF2B5EF4-FFF2-40B4-BE49-F238E27FC236}">
                <a16:creationId xmlns:a16="http://schemas.microsoft.com/office/drawing/2014/main" id="{FD4DB53E-B448-6058-7A52-A2AF9140855E}"/>
              </a:ext>
            </a:extLst>
          </p:cNvPr>
          <p:cNvSpPr>
            <a:spLocks noGrp="1"/>
          </p:cNvSpPr>
          <p:nvPr>
            <p:ph type="body" sz="quarter" idx="17" hasCustomPrompt="1"/>
          </p:nvPr>
        </p:nvSpPr>
        <p:spPr>
          <a:xfrm>
            <a:off x="9091611" y="1783051"/>
            <a:ext cx="2133603" cy="708307"/>
          </a:xfrm>
        </p:spPr>
        <p:txBody>
          <a:bodyPr/>
          <a:lstStyle>
            <a:lvl1pPr algn="ctr">
              <a:spcBef>
                <a:spcPts val="0"/>
              </a:spcBef>
              <a:spcAft>
                <a:spcPts val="300"/>
              </a:spcAft>
              <a:defRPr sz="1200">
                <a:solidFill>
                  <a:schemeClr val="accent1"/>
                </a:solidFill>
              </a:defRPr>
            </a:lvl1pPr>
            <a:lvl2pPr algn="ctr">
              <a:spcBef>
                <a:spcPts val="0"/>
              </a:spcBef>
              <a:defRPr sz="1000">
                <a:solidFill>
                  <a:schemeClr val="bg1"/>
                </a:solidFill>
              </a:defRPr>
            </a:lvl2pPr>
          </a:lstStyle>
          <a:p>
            <a:pPr lvl="0"/>
            <a:r>
              <a:rPr lang="de-DE"/>
              <a:t>Text hinzufügen</a:t>
            </a:r>
          </a:p>
          <a:p>
            <a:pPr lvl="1"/>
            <a:r>
              <a:rPr lang="de-DE"/>
              <a:t>Zweite Ebene</a:t>
            </a:r>
          </a:p>
        </p:txBody>
      </p:sp>
      <p:sp>
        <p:nvSpPr>
          <p:cNvPr id="12" name="Textplatzhalter 18">
            <a:extLst>
              <a:ext uri="{FF2B5EF4-FFF2-40B4-BE49-F238E27FC236}">
                <a16:creationId xmlns:a16="http://schemas.microsoft.com/office/drawing/2014/main" id="{6EED6A80-15C5-B0A9-30E8-1DB780FEFBEF}"/>
              </a:ext>
            </a:extLst>
          </p:cNvPr>
          <p:cNvSpPr>
            <a:spLocks noGrp="1"/>
          </p:cNvSpPr>
          <p:nvPr>
            <p:ph type="body" sz="quarter" idx="21" hasCustomPrompt="1"/>
          </p:nvPr>
        </p:nvSpPr>
        <p:spPr>
          <a:xfrm>
            <a:off x="9091611" y="3399096"/>
            <a:ext cx="2133603" cy="709200"/>
          </a:xfrm>
        </p:spPr>
        <p:txBody>
          <a:bodyPr/>
          <a:lstStyle>
            <a:lvl1pPr algn="ctr">
              <a:spcBef>
                <a:spcPts val="0"/>
              </a:spcBef>
              <a:spcAft>
                <a:spcPts val="300"/>
              </a:spcAft>
              <a:defRPr sz="1200">
                <a:solidFill>
                  <a:schemeClr val="accent1"/>
                </a:solidFill>
              </a:defRPr>
            </a:lvl1pPr>
            <a:lvl2pPr algn="ctr">
              <a:spcBef>
                <a:spcPts val="0"/>
              </a:spcBef>
              <a:defRPr sz="1000">
                <a:solidFill>
                  <a:schemeClr val="bg1"/>
                </a:solidFill>
              </a:defRPr>
            </a:lvl2pPr>
          </a:lstStyle>
          <a:p>
            <a:pPr lvl="0"/>
            <a:r>
              <a:rPr lang="de-DE"/>
              <a:t>Text hinzufügen</a:t>
            </a:r>
          </a:p>
          <a:p>
            <a:pPr lvl="1"/>
            <a:r>
              <a:rPr lang="de-DE"/>
              <a:t>Zweite Ebene</a:t>
            </a:r>
          </a:p>
        </p:txBody>
      </p:sp>
      <p:sp>
        <p:nvSpPr>
          <p:cNvPr id="20" name="Textplatzhalter 19">
            <a:extLst>
              <a:ext uri="{FF2B5EF4-FFF2-40B4-BE49-F238E27FC236}">
                <a16:creationId xmlns:a16="http://schemas.microsoft.com/office/drawing/2014/main" id="{0F4B125D-3CF5-62AA-8990-272B84CB608E}"/>
              </a:ext>
            </a:extLst>
          </p:cNvPr>
          <p:cNvSpPr>
            <a:spLocks noGrp="1"/>
          </p:cNvSpPr>
          <p:nvPr>
            <p:ph type="body" sz="quarter" idx="22" hasCustomPrompt="1"/>
          </p:nvPr>
        </p:nvSpPr>
        <p:spPr>
          <a:xfrm>
            <a:off x="9134475" y="5875697"/>
            <a:ext cx="2047875" cy="213954"/>
          </a:xfrm>
        </p:spPr>
        <p:txBody>
          <a:bodyPr/>
          <a:lstStyle>
            <a:lvl3pPr algn="ctr">
              <a:defRPr>
                <a:solidFill>
                  <a:schemeClr val="bg1"/>
                </a:solidFill>
              </a:defRPr>
            </a:lvl3pPr>
          </a:lstStyle>
          <a:p>
            <a:pPr lvl="2"/>
            <a:r>
              <a:rPr lang="de-DE"/>
              <a:t>Text hinzufügen</a:t>
            </a:r>
          </a:p>
        </p:txBody>
      </p:sp>
      <p:sp>
        <p:nvSpPr>
          <p:cNvPr id="26" name="Bildplatzhalter 12">
            <a:extLst>
              <a:ext uri="{FF2B5EF4-FFF2-40B4-BE49-F238E27FC236}">
                <a16:creationId xmlns:a16="http://schemas.microsoft.com/office/drawing/2014/main" id="{2DF90597-7675-0984-BBF7-AF360B7AB8B1}"/>
              </a:ext>
            </a:extLst>
          </p:cNvPr>
          <p:cNvSpPr>
            <a:spLocks noGrp="1"/>
          </p:cNvSpPr>
          <p:nvPr>
            <p:ph type="pic" sz="quarter" idx="23"/>
          </p:nvPr>
        </p:nvSpPr>
        <p:spPr>
          <a:xfrm>
            <a:off x="9521794" y="6141221"/>
            <a:ext cx="323090" cy="323090"/>
          </a:xfrm>
          <a:prstGeom prst="ellipse">
            <a:avLst/>
          </a:prstGeom>
          <a:solidFill>
            <a:schemeClr val="accent4"/>
          </a:solidFill>
        </p:spPr>
        <p:txBody>
          <a:bodyPr/>
          <a:lstStyle>
            <a:lvl1pPr>
              <a:defRPr sz="1050"/>
            </a:lvl1pPr>
          </a:lstStyle>
          <a:p>
            <a:r>
              <a:rPr lang="en-US"/>
              <a:t>Click icon to add picture</a:t>
            </a:r>
            <a:endParaRPr lang="de-DE"/>
          </a:p>
        </p:txBody>
      </p:sp>
      <p:sp>
        <p:nvSpPr>
          <p:cNvPr id="30" name="Bildplatzhalter 12">
            <a:extLst>
              <a:ext uri="{FF2B5EF4-FFF2-40B4-BE49-F238E27FC236}">
                <a16:creationId xmlns:a16="http://schemas.microsoft.com/office/drawing/2014/main" id="{CB6B61AE-9C80-B244-E380-2109C0F8D8F7}"/>
              </a:ext>
            </a:extLst>
          </p:cNvPr>
          <p:cNvSpPr>
            <a:spLocks noGrp="1"/>
          </p:cNvSpPr>
          <p:nvPr>
            <p:ph type="pic" sz="quarter" idx="24"/>
          </p:nvPr>
        </p:nvSpPr>
        <p:spPr>
          <a:xfrm>
            <a:off x="9996867" y="6141221"/>
            <a:ext cx="323090" cy="323090"/>
          </a:xfrm>
          <a:prstGeom prst="ellipse">
            <a:avLst/>
          </a:prstGeom>
          <a:solidFill>
            <a:schemeClr val="accent4"/>
          </a:solidFill>
        </p:spPr>
        <p:txBody>
          <a:bodyPr/>
          <a:lstStyle>
            <a:lvl1pPr>
              <a:defRPr sz="1050"/>
            </a:lvl1pPr>
          </a:lstStyle>
          <a:p>
            <a:r>
              <a:rPr lang="en-US"/>
              <a:t>Click icon to add picture</a:t>
            </a:r>
            <a:endParaRPr lang="de-DE"/>
          </a:p>
        </p:txBody>
      </p:sp>
      <p:sp>
        <p:nvSpPr>
          <p:cNvPr id="31" name="Bildplatzhalter 12">
            <a:extLst>
              <a:ext uri="{FF2B5EF4-FFF2-40B4-BE49-F238E27FC236}">
                <a16:creationId xmlns:a16="http://schemas.microsoft.com/office/drawing/2014/main" id="{B1FAEE33-0DEC-A9B9-FD61-FE4E1B2EBAB5}"/>
              </a:ext>
            </a:extLst>
          </p:cNvPr>
          <p:cNvSpPr>
            <a:spLocks noGrp="1"/>
          </p:cNvSpPr>
          <p:nvPr>
            <p:ph type="pic" sz="quarter" idx="25"/>
          </p:nvPr>
        </p:nvSpPr>
        <p:spPr>
          <a:xfrm>
            <a:off x="10471940" y="6141221"/>
            <a:ext cx="323090" cy="323090"/>
          </a:xfrm>
          <a:prstGeom prst="ellipse">
            <a:avLst/>
          </a:prstGeom>
          <a:solidFill>
            <a:schemeClr val="accent4"/>
          </a:solidFill>
        </p:spPr>
        <p:txBody>
          <a:bodyPr/>
          <a:lstStyle>
            <a:lvl1pPr>
              <a:defRPr sz="1050"/>
            </a:lvl1pPr>
          </a:lstStyle>
          <a:p>
            <a:r>
              <a:rPr lang="en-US"/>
              <a:t>Click icon to add picture</a:t>
            </a:r>
            <a:endParaRPr lang="de-DE"/>
          </a:p>
        </p:txBody>
      </p:sp>
      <p:sp>
        <p:nvSpPr>
          <p:cNvPr id="3" name="Bildplatzhalter 12">
            <a:extLst>
              <a:ext uri="{FF2B5EF4-FFF2-40B4-BE49-F238E27FC236}">
                <a16:creationId xmlns:a16="http://schemas.microsoft.com/office/drawing/2014/main" id="{C666CEE3-94AF-B71A-F082-187D970FE000}"/>
              </a:ext>
            </a:extLst>
          </p:cNvPr>
          <p:cNvSpPr>
            <a:spLocks noGrp="1"/>
          </p:cNvSpPr>
          <p:nvPr>
            <p:ph type="pic" sz="quarter" idx="26"/>
          </p:nvPr>
        </p:nvSpPr>
        <p:spPr>
          <a:xfrm>
            <a:off x="9798412" y="4198139"/>
            <a:ext cx="720000" cy="720000"/>
          </a:xfrm>
          <a:prstGeom prst="ellipse">
            <a:avLst/>
          </a:prstGeom>
          <a:noFill/>
        </p:spPr>
        <p:txBody>
          <a:bodyPr/>
          <a:lstStyle>
            <a:lvl1pPr>
              <a:defRPr sz="1050"/>
            </a:lvl1pPr>
          </a:lstStyle>
          <a:p>
            <a:r>
              <a:rPr lang="en-US"/>
              <a:t>Click icon to add picture</a:t>
            </a:r>
            <a:endParaRPr lang="de-DE"/>
          </a:p>
        </p:txBody>
      </p:sp>
      <p:sp>
        <p:nvSpPr>
          <p:cNvPr id="13" name="Textplatzhalter 18">
            <a:extLst>
              <a:ext uri="{FF2B5EF4-FFF2-40B4-BE49-F238E27FC236}">
                <a16:creationId xmlns:a16="http://schemas.microsoft.com/office/drawing/2014/main" id="{673D9EAD-D71C-1738-3F28-815449E7D3F7}"/>
              </a:ext>
            </a:extLst>
          </p:cNvPr>
          <p:cNvSpPr>
            <a:spLocks noGrp="1"/>
          </p:cNvSpPr>
          <p:nvPr>
            <p:ph type="body" sz="quarter" idx="27" hasCustomPrompt="1"/>
          </p:nvPr>
        </p:nvSpPr>
        <p:spPr>
          <a:xfrm>
            <a:off x="9091611" y="5032959"/>
            <a:ext cx="2133603" cy="709200"/>
          </a:xfrm>
        </p:spPr>
        <p:txBody>
          <a:bodyPr/>
          <a:lstStyle>
            <a:lvl1pPr algn="ctr">
              <a:spcBef>
                <a:spcPts val="0"/>
              </a:spcBef>
              <a:spcAft>
                <a:spcPts val="300"/>
              </a:spcAft>
              <a:defRPr sz="1200">
                <a:solidFill>
                  <a:schemeClr val="accent1"/>
                </a:solidFill>
              </a:defRPr>
            </a:lvl1pPr>
            <a:lvl2pPr algn="ctr">
              <a:spcBef>
                <a:spcPts val="0"/>
              </a:spcBef>
              <a:defRPr sz="1000">
                <a:solidFill>
                  <a:schemeClr val="bg1"/>
                </a:solidFill>
              </a:defRPr>
            </a:lvl2pPr>
          </a:lstStyle>
          <a:p>
            <a:pPr lvl="0"/>
            <a:r>
              <a:rPr lang="de-DE"/>
              <a:t>Text hinzufügen</a:t>
            </a:r>
          </a:p>
          <a:p>
            <a:pPr lvl="1"/>
            <a:r>
              <a:rPr lang="de-DE"/>
              <a:t>Zweite Ebene</a:t>
            </a:r>
          </a:p>
        </p:txBody>
      </p:sp>
    </p:spTree>
    <p:extLst>
      <p:ext uri="{BB962C8B-B14F-4D97-AF65-F5344CB8AC3E}">
        <p14:creationId xmlns:p14="http://schemas.microsoft.com/office/powerpoint/2010/main" val="1962862419"/>
      </p:ext>
    </p:extLst>
  </p:cSld>
  <p:clrMapOvr>
    <a:masterClrMapping/>
  </p:clrMapOvr>
  <p:extLst>
    <p:ext uri="{DCECCB84-F9BA-43D5-87BE-67443E8EF086}">
      <p15:sldGuideLst xmlns:p15="http://schemas.microsoft.com/office/powerpoint/2012/main">
        <p15:guide id="1" orient="horz" pos="1194">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0_header_2contacts">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8EB47609-D9A2-B9BD-3B96-B82807CE7F53}"/>
              </a:ext>
            </a:extLst>
          </p:cNvPr>
          <p:cNvSpPr/>
          <p:nvPr userDrawn="1"/>
        </p:nvSpPr>
        <p:spPr>
          <a:xfrm>
            <a:off x="279083" y="213132"/>
            <a:ext cx="1271081" cy="5693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latin typeface="Barlow Condensed Light" panose="00000406000000000000" pitchFamily="2" charset="0"/>
            </a:endParaRPr>
          </a:p>
        </p:txBody>
      </p:sp>
      <p:sp>
        <p:nvSpPr>
          <p:cNvPr id="7" name="Bildplatzhalter 6">
            <a:extLst>
              <a:ext uri="{FF2B5EF4-FFF2-40B4-BE49-F238E27FC236}">
                <a16:creationId xmlns:a16="http://schemas.microsoft.com/office/drawing/2014/main" id="{D97B56E8-6206-9A3B-6C1B-C7E7262EEC0B}"/>
              </a:ext>
            </a:extLst>
          </p:cNvPr>
          <p:cNvSpPr>
            <a:spLocks noGrp="1"/>
          </p:cNvSpPr>
          <p:nvPr>
            <p:ph type="pic" sz="quarter" idx="19"/>
          </p:nvPr>
        </p:nvSpPr>
        <p:spPr>
          <a:xfrm>
            <a:off x="0" y="1126"/>
            <a:ext cx="11277374" cy="2912398"/>
          </a:xfrm>
          <a:custGeom>
            <a:avLst/>
            <a:gdLst>
              <a:gd name="connsiteX0" fmla="*/ 523847 w 11277374"/>
              <a:gd name="connsiteY0" fmla="*/ 526807 h 2912398"/>
              <a:gd name="connsiteX1" fmla="*/ 548949 w 11277374"/>
              <a:gd name="connsiteY1" fmla="*/ 541828 h 2912398"/>
              <a:gd name="connsiteX2" fmla="*/ 555246 w 11277374"/>
              <a:gd name="connsiteY2" fmla="*/ 580852 h 2912398"/>
              <a:gd name="connsiteX3" fmla="*/ 549498 w 11277374"/>
              <a:gd name="connsiteY3" fmla="*/ 615255 h 2912398"/>
              <a:gd name="connsiteX4" fmla="*/ 520843 w 11277374"/>
              <a:gd name="connsiteY4" fmla="*/ 632182 h 2912398"/>
              <a:gd name="connsiteX5" fmla="*/ 487567 w 11277374"/>
              <a:gd name="connsiteY5" fmla="*/ 614417 h 2912398"/>
              <a:gd name="connsiteX6" fmla="*/ 487567 w 11277374"/>
              <a:gd name="connsiteY6" fmla="*/ 545929 h 2912398"/>
              <a:gd name="connsiteX7" fmla="*/ 523847 w 11277374"/>
              <a:gd name="connsiteY7" fmla="*/ 526807 h 2912398"/>
              <a:gd name="connsiteX8" fmla="*/ 752101 w 11277374"/>
              <a:gd name="connsiteY8" fmla="*/ 523802 h 2912398"/>
              <a:gd name="connsiteX9" fmla="*/ 780986 w 11277374"/>
              <a:gd name="connsiteY9" fmla="*/ 541278 h 2912398"/>
              <a:gd name="connsiteX10" fmla="*/ 787283 w 11277374"/>
              <a:gd name="connsiteY10" fmla="*/ 582209 h 2912398"/>
              <a:gd name="connsiteX11" fmla="*/ 783211 w 11277374"/>
              <a:gd name="connsiteY11" fmla="*/ 611759 h 2912398"/>
              <a:gd name="connsiteX12" fmla="*/ 753718 w 11277374"/>
              <a:gd name="connsiteY12" fmla="*/ 632181 h 2912398"/>
              <a:gd name="connsiteX13" fmla="*/ 726162 w 11277374"/>
              <a:gd name="connsiteY13" fmla="*/ 618547 h 2912398"/>
              <a:gd name="connsiteX14" fmla="*/ 717698 w 11277374"/>
              <a:gd name="connsiteY14" fmla="*/ 574034 h 2912398"/>
              <a:gd name="connsiteX15" fmla="*/ 724255 w 11277374"/>
              <a:gd name="connsiteY15" fmla="*/ 538562 h 2912398"/>
              <a:gd name="connsiteX16" fmla="*/ 752101 w 11277374"/>
              <a:gd name="connsiteY16" fmla="*/ 523802 h 2912398"/>
              <a:gd name="connsiteX17" fmla="*/ 1360633 w 11277374"/>
              <a:gd name="connsiteY17" fmla="*/ 517418 h 2912398"/>
              <a:gd name="connsiteX18" fmla="*/ 1362742 w 11277374"/>
              <a:gd name="connsiteY18" fmla="*/ 517418 h 2912398"/>
              <a:gd name="connsiteX19" fmla="*/ 1365255 w 11277374"/>
              <a:gd name="connsiteY19" fmla="*/ 517822 h 2912398"/>
              <a:gd name="connsiteX20" fmla="*/ 1367162 w 11277374"/>
              <a:gd name="connsiteY20" fmla="*/ 520826 h 2912398"/>
              <a:gd name="connsiteX21" fmla="*/ 1366179 w 11277374"/>
              <a:gd name="connsiteY21" fmla="*/ 523599 h 2912398"/>
              <a:gd name="connsiteX22" fmla="*/ 1362627 w 11277374"/>
              <a:gd name="connsiteY22" fmla="*/ 524553 h 2912398"/>
              <a:gd name="connsiteX23" fmla="*/ 1360633 w 11277374"/>
              <a:gd name="connsiteY23" fmla="*/ 524553 h 2912398"/>
              <a:gd name="connsiteX24" fmla="*/ 1357745 w 11277374"/>
              <a:gd name="connsiteY24" fmla="*/ 515049 h 2912398"/>
              <a:gd name="connsiteX25" fmla="*/ 1357745 w 11277374"/>
              <a:gd name="connsiteY25" fmla="*/ 535500 h 2912398"/>
              <a:gd name="connsiteX26" fmla="*/ 1360604 w 11277374"/>
              <a:gd name="connsiteY26" fmla="*/ 535500 h 2912398"/>
              <a:gd name="connsiteX27" fmla="*/ 1360604 w 11277374"/>
              <a:gd name="connsiteY27" fmla="*/ 526459 h 2912398"/>
              <a:gd name="connsiteX28" fmla="*/ 1362424 w 11277374"/>
              <a:gd name="connsiteY28" fmla="*/ 527412 h 2912398"/>
              <a:gd name="connsiteX29" fmla="*/ 1365977 w 11277374"/>
              <a:gd name="connsiteY29" fmla="*/ 532496 h 2912398"/>
              <a:gd name="connsiteX30" fmla="*/ 1367653 w 11277374"/>
              <a:gd name="connsiteY30" fmla="*/ 535500 h 2912398"/>
              <a:gd name="connsiteX31" fmla="*/ 1371148 w 11277374"/>
              <a:gd name="connsiteY31" fmla="*/ 535500 h 2912398"/>
              <a:gd name="connsiteX32" fmla="*/ 1368201 w 11277374"/>
              <a:gd name="connsiteY32" fmla="*/ 530792 h 2912398"/>
              <a:gd name="connsiteX33" fmla="*/ 1366439 w 11277374"/>
              <a:gd name="connsiteY33" fmla="*/ 528250 h 2912398"/>
              <a:gd name="connsiteX34" fmla="*/ 1364677 w 11277374"/>
              <a:gd name="connsiteY34" fmla="*/ 526401 h 2912398"/>
              <a:gd name="connsiteX35" fmla="*/ 1370166 w 11277374"/>
              <a:gd name="connsiteY35" fmla="*/ 520740 h 2912398"/>
              <a:gd name="connsiteX36" fmla="*/ 1368346 w 11277374"/>
              <a:gd name="connsiteY36" fmla="*/ 516551 h 2912398"/>
              <a:gd name="connsiteX37" fmla="*/ 1363493 w 11277374"/>
              <a:gd name="connsiteY37" fmla="*/ 515049 h 2912398"/>
              <a:gd name="connsiteX38" fmla="*/ 1363435 w 11277374"/>
              <a:gd name="connsiteY38" fmla="*/ 509705 h 2912398"/>
              <a:gd name="connsiteX39" fmla="*/ 1378542 w 11277374"/>
              <a:gd name="connsiteY39" fmla="*/ 525419 h 2912398"/>
              <a:gd name="connsiteX40" fmla="*/ 1363435 w 11277374"/>
              <a:gd name="connsiteY40" fmla="*/ 541133 h 2912398"/>
              <a:gd name="connsiteX41" fmla="*/ 1348328 w 11277374"/>
              <a:gd name="connsiteY41" fmla="*/ 525419 h 2912398"/>
              <a:gd name="connsiteX42" fmla="*/ 1363435 w 11277374"/>
              <a:gd name="connsiteY42" fmla="*/ 509705 h 2912398"/>
              <a:gd name="connsiteX43" fmla="*/ 1155807 w 11277374"/>
              <a:gd name="connsiteY43" fmla="*/ 507452 h 2912398"/>
              <a:gd name="connsiteX44" fmla="*/ 1133710 w 11277374"/>
              <a:gd name="connsiteY44" fmla="*/ 510947 h 2912398"/>
              <a:gd name="connsiteX45" fmla="*/ 1133710 w 11277374"/>
              <a:gd name="connsiteY45" fmla="*/ 568026 h 2912398"/>
              <a:gd name="connsiteX46" fmla="*/ 1133710 w 11277374"/>
              <a:gd name="connsiteY46" fmla="*/ 646364 h 2912398"/>
              <a:gd name="connsiteX47" fmla="*/ 1155807 w 11277374"/>
              <a:gd name="connsiteY47" fmla="*/ 646364 h 2912398"/>
              <a:gd name="connsiteX48" fmla="*/ 1155807 w 11277374"/>
              <a:gd name="connsiteY48" fmla="*/ 543820 h 2912398"/>
              <a:gd name="connsiteX49" fmla="*/ 960338 w 11277374"/>
              <a:gd name="connsiteY49" fmla="*/ 507452 h 2912398"/>
              <a:gd name="connsiteX50" fmla="*/ 938269 w 11277374"/>
              <a:gd name="connsiteY50" fmla="*/ 510947 h 2912398"/>
              <a:gd name="connsiteX51" fmla="*/ 938269 w 11277374"/>
              <a:gd name="connsiteY51" fmla="*/ 570193 h 2912398"/>
              <a:gd name="connsiteX52" fmla="*/ 938269 w 11277374"/>
              <a:gd name="connsiteY52" fmla="*/ 646364 h 2912398"/>
              <a:gd name="connsiteX53" fmla="*/ 960338 w 11277374"/>
              <a:gd name="connsiteY53" fmla="*/ 646364 h 2912398"/>
              <a:gd name="connsiteX54" fmla="*/ 960338 w 11277374"/>
              <a:gd name="connsiteY54" fmla="*/ 585358 h 2912398"/>
              <a:gd name="connsiteX55" fmla="*/ 1311672 w 11277374"/>
              <a:gd name="connsiteY55" fmla="*/ 507452 h 2912398"/>
              <a:gd name="connsiteX56" fmla="*/ 1289546 w 11277374"/>
              <a:gd name="connsiteY56" fmla="*/ 510947 h 2912398"/>
              <a:gd name="connsiteX57" fmla="*/ 1289546 w 11277374"/>
              <a:gd name="connsiteY57" fmla="*/ 568025 h 2912398"/>
              <a:gd name="connsiteX58" fmla="*/ 1289546 w 11277374"/>
              <a:gd name="connsiteY58" fmla="*/ 646363 h 2912398"/>
              <a:gd name="connsiteX59" fmla="*/ 1311672 w 11277374"/>
              <a:gd name="connsiteY59" fmla="*/ 646363 h 2912398"/>
              <a:gd name="connsiteX60" fmla="*/ 1311672 w 11277374"/>
              <a:gd name="connsiteY60" fmla="*/ 581746 h 2912398"/>
              <a:gd name="connsiteX61" fmla="*/ 1363435 w 11277374"/>
              <a:gd name="connsiteY61" fmla="*/ 507048 h 2912398"/>
              <a:gd name="connsiteX62" fmla="*/ 1345064 w 11277374"/>
              <a:gd name="connsiteY62" fmla="*/ 525419 h 2912398"/>
              <a:gd name="connsiteX63" fmla="*/ 1363435 w 11277374"/>
              <a:gd name="connsiteY63" fmla="*/ 543791 h 2912398"/>
              <a:gd name="connsiteX64" fmla="*/ 1381835 w 11277374"/>
              <a:gd name="connsiteY64" fmla="*/ 525419 h 2912398"/>
              <a:gd name="connsiteX65" fmla="*/ 1363435 w 11277374"/>
              <a:gd name="connsiteY65" fmla="*/ 507048 h 2912398"/>
              <a:gd name="connsiteX66" fmla="*/ 485112 w 11277374"/>
              <a:gd name="connsiteY66" fmla="*/ 506905 h 2912398"/>
              <a:gd name="connsiteX67" fmla="*/ 463274 w 11277374"/>
              <a:gd name="connsiteY67" fmla="*/ 510718 h 2912398"/>
              <a:gd name="connsiteX68" fmla="*/ 466278 w 11277374"/>
              <a:gd name="connsiteY68" fmla="*/ 539892 h 2912398"/>
              <a:gd name="connsiteX69" fmla="*/ 466278 w 11277374"/>
              <a:gd name="connsiteY69" fmla="*/ 725511 h 2912398"/>
              <a:gd name="connsiteX70" fmla="*/ 487567 w 11277374"/>
              <a:gd name="connsiteY70" fmla="*/ 721439 h 2912398"/>
              <a:gd name="connsiteX71" fmla="*/ 487567 w 11277374"/>
              <a:gd name="connsiteY71" fmla="*/ 634117 h 2912398"/>
              <a:gd name="connsiteX72" fmla="*/ 524945 w 11277374"/>
              <a:gd name="connsiteY72" fmla="*/ 649947 h 2912398"/>
              <a:gd name="connsiteX73" fmla="*/ 567002 w 11277374"/>
              <a:gd name="connsiteY73" fmla="*/ 625105 h 2912398"/>
              <a:gd name="connsiteX74" fmla="*/ 577921 w 11277374"/>
              <a:gd name="connsiteY74" fmla="*/ 578165 h 2912398"/>
              <a:gd name="connsiteX75" fmla="*/ 562900 w 11277374"/>
              <a:gd name="connsiteY75" fmla="*/ 524641 h 2912398"/>
              <a:gd name="connsiteX76" fmla="*/ 526591 w 11277374"/>
              <a:gd name="connsiteY76" fmla="*/ 507713 h 2912398"/>
              <a:gd name="connsiteX77" fmla="*/ 486469 w 11277374"/>
              <a:gd name="connsiteY77" fmla="*/ 527645 h 2912398"/>
              <a:gd name="connsiteX78" fmla="*/ 485112 w 11277374"/>
              <a:gd name="connsiteY78" fmla="*/ 506905 h 2912398"/>
              <a:gd name="connsiteX79" fmla="*/ 1006757 w 11277374"/>
              <a:gd name="connsiteY79" fmla="*/ 506904 h 2912398"/>
              <a:gd name="connsiteX80" fmla="*/ 984919 w 11277374"/>
              <a:gd name="connsiteY80" fmla="*/ 511497 h 2912398"/>
              <a:gd name="connsiteX81" fmla="*/ 1033793 w 11277374"/>
              <a:gd name="connsiteY81" fmla="*/ 647721 h 2912398"/>
              <a:gd name="connsiteX82" fmla="*/ 1054793 w 11277374"/>
              <a:gd name="connsiteY82" fmla="*/ 647721 h 2912398"/>
              <a:gd name="connsiteX83" fmla="*/ 1105892 w 11277374"/>
              <a:gd name="connsiteY83" fmla="*/ 510428 h 2912398"/>
              <a:gd name="connsiteX84" fmla="*/ 1083217 w 11277374"/>
              <a:gd name="connsiteY84" fmla="*/ 510428 h 2912398"/>
              <a:gd name="connsiteX85" fmla="*/ 1052078 w 11277374"/>
              <a:gd name="connsiteY85" fmla="*/ 600840 h 2912398"/>
              <a:gd name="connsiteX86" fmla="*/ 1045521 w 11277374"/>
              <a:gd name="connsiteY86" fmla="*/ 623717 h 2912398"/>
              <a:gd name="connsiteX87" fmla="*/ 1044972 w 11277374"/>
              <a:gd name="connsiteY87" fmla="*/ 623717 h 2912398"/>
              <a:gd name="connsiteX88" fmla="*/ 1038444 w 11277374"/>
              <a:gd name="connsiteY88" fmla="*/ 600522 h 2912398"/>
              <a:gd name="connsiteX89" fmla="*/ 674515 w 11277374"/>
              <a:gd name="connsiteY89" fmla="*/ 506355 h 2912398"/>
              <a:gd name="connsiteX90" fmla="*/ 636328 w 11277374"/>
              <a:gd name="connsiteY90" fmla="*/ 529002 h 2912398"/>
              <a:gd name="connsiteX91" fmla="*/ 631967 w 11277374"/>
              <a:gd name="connsiteY91" fmla="*/ 506875 h 2912398"/>
              <a:gd name="connsiteX92" fmla="*/ 610678 w 11277374"/>
              <a:gd name="connsiteY92" fmla="*/ 512623 h 2912398"/>
              <a:gd name="connsiteX93" fmla="*/ 615300 w 11277374"/>
              <a:gd name="connsiteY93" fmla="*/ 541538 h 2912398"/>
              <a:gd name="connsiteX94" fmla="*/ 615300 w 11277374"/>
              <a:gd name="connsiteY94" fmla="*/ 646394 h 2912398"/>
              <a:gd name="connsiteX95" fmla="*/ 636588 w 11277374"/>
              <a:gd name="connsiteY95" fmla="*/ 646394 h 2912398"/>
              <a:gd name="connsiteX96" fmla="*/ 636588 w 11277374"/>
              <a:gd name="connsiteY96" fmla="*/ 561239 h 2912398"/>
              <a:gd name="connsiteX97" fmla="*/ 644503 w 11277374"/>
              <a:gd name="connsiteY97" fmla="*/ 539689 h 2912398"/>
              <a:gd name="connsiteX98" fmla="*/ 667149 w 11277374"/>
              <a:gd name="connsiteY98" fmla="*/ 529840 h 2912398"/>
              <a:gd name="connsiteX99" fmla="*/ 673158 w 11277374"/>
              <a:gd name="connsiteY99" fmla="*/ 530938 h 2912398"/>
              <a:gd name="connsiteX100" fmla="*/ 681910 w 11277374"/>
              <a:gd name="connsiteY100" fmla="*/ 507713 h 2912398"/>
              <a:gd name="connsiteX101" fmla="*/ 674515 w 11277374"/>
              <a:gd name="connsiteY101" fmla="*/ 506355 h 2912398"/>
              <a:gd name="connsiteX102" fmla="*/ 752361 w 11277374"/>
              <a:gd name="connsiteY102" fmla="*/ 506355 h 2912398"/>
              <a:gd name="connsiteX103" fmla="*/ 694474 w 11277374"/>
              <a:gd name="connsiteY103" fmla="*/ 577616 h 2912398"/>
              <a:gd name="connsiteX104" fmla="*/ 753170 w 11277374"/>
              <a:gd name="connsiteY104" fmla="*/ 649945 h 2912398"/>
              <a:gd name="connsiteX105" fmla="*/ 811576 w 11277374"/>
              <a:gd name="connsiteY105" fmla="*/ 580591 h 2912398"/>
              <a:gd name="connsiteX106" fmla="*/ 799040 w 11277374"/>
              <a:gd name="connsiteY106" fmla="*/ 530128 h 2912398"/>
              <a:gd name="connsiteX107" fmla="*/ 752361 w 11277374"/>
              <a:gd name="connsiteY107" fmla="*/ 506355 h 2912398"/>
              <a:gd name="connsiteX108" fmla="*/ 1225333 w 11277374"/>
              <a:gd name="connsiteY108" fmla="*/ 466261 h 2912398"/>
              <a:gd name="connsiteX109" fmla="*/ 1205200 w 11277374"/>
              <a:gd name="connsiteY109" fmla="*/ 470421 h 2912398"/>
              <a:gd name="connsiteX110" fmla="*/ 1205200 w 11277374"/>
              <a:gd name="connsiteY110" fmla="*/ 510398 h 2912398"/>
              <a:gd name="connsiteX111" fmla="*/ 1186366 w 11277374"/>
              <a:gd name="connsiteY111" fmla="*/ 510398 h 2912398"/>
              <a:gd name="connsiteX112" fmla="*/ 1186366 w 11277374"/>
              <a:gd name="connsiteY112" fmla="*/ 526516 h 2912398"/>
              <a:gd name="connsiteX113" fmla="*/ 1204103 w 11277374"/>
              <a:gd name="connsiteY113" fmla="*/ 526516 h 2912398"/>
              <a:gd name="connsiteX114" fmla="*/ 1204103 w 11277374"/>
              <a:gd name="connsiteY114" fmla="*/ 619875 h 2912398"/>
              <a:gd name="connsiteX115" fmla="*/ 1217188 w 11277374"/>
              <a:gd name="connsiteY115" fmla="*/ 646883 h 2912398"/>
              <a:gd name="connsiteX116" fmla="*/ 1234953 w 11277374"/>
              <a:gd name="connsiteY116" fmla="*/ 650725 h 2912398"/>
              <a:gd name="connsiteX117" fmla="*/ 1258985 w 11277374"/>
              <a:gd name="connsiteY117" fmla="*/ 645236 h 2912398"/>
              <a:gd name="connsiteX118" fmla="*/ 1255981 w 11277374"/>
              <a:gd name="connsiteY118" fmla="*/ 631602 h 2912398"/>
              <a:gd name="connsiteX119" fmla="*/ 1242607 w 11277374"/>
              <a:gd name="connsiteY119" fmla="*/ 634375 h 2912398"/>
              <a:gd name="connsiteX120" fmla="*/ 1225131 w 11277374"/>
              <a:gd name="connsiteY120" fmla="*/ 614155 h 2912398"/>
              <a:gd name="connsiteX121" fmla="*/ 1225131 w 11277374"/>
              <a:gd name="connsiteY121" fmla="*/ 526516 h 2912398"/>
              <a:gd name="connsiteX122" fmla="*/ 1253526 w 11277374"/>
              <a:gd name="connsiteY122" fmla="*/ 526516 h 2912398"/>
              <a:gd name="connsiteX123" fmla="*/ 1260083 w 11277374"/>
              <a:gd name="connsiteY123" fmla="*/ 510398 h 2912398"/>
              <a:gd name="connsiteX124" fmla="*/ 1225333 w 11277374"/>
              <a:gd name="connsiteY124" fmla="*/ 510398 h 2912398"/>
              <a:gd name="connsiteX125" fmla="*/ 873708 w 11277374"/>
              <a:gd name="connsiteY125" fmla="*/ 466261 h 2912398"/>
              <a:gd name="connsiteX126" fmla="*/ 853574 w 11277374"/>
              <a:gd name="connsiteY126" fmla="*/ 470421 h 2912398"/>
              <a:gd name="connsiteX127" fmla="*/ 853574 w 11277374"/>
              <a:gd name="connsiteY127" fmla="*/ 510398 h 2912398"/>
              <a:gd name="connsiteX128" fmla="*/ 834712 w 11277374"/>
              <a:gd name="connsiteY128" fmla="*/ 510398 h 2912398"/>
              <a:gd name="connsiteX129" fmla="*/ 834712 w 11277374"/>
              <a:gd name="connsiteY129" fmla="*/ 526516 h 2912398"/>
              <a:gd name="connsiteX130" fmla="*/ 852448 w 11277374"/>
              <a:gd name="connsiteY130" fmla="*/ 526516 h 2912398"/>
              <a:gd name="connsiteX131" fmla="*/ 852448 w 11277374"/>
              <a:gd name="connsiteY131" fmla="*/ 619875 h 2912398"/>
              <a:gd name="connsiteX132" fmla="*/ 865562 w 11277374"/>
              <a:gd name="connsiteY132" fmla="*/ 646883 h 2912398"/>
              <a:gd name="connsiteX133" fmla="*/ 883298 w 11277374"/>
              <a:gd name="connsiteY133" fmla="*/ 650725 h 2912398"/>
              <a:gd name="connsiteX134" fmla="*/ 907330 w 11277374"/>
              <a:gd name="connsiteY134" fmla="*/ 645236 h 2912398"/>
              <a:gd name="connsiteX135" fmla="*/ 904297 w 11277374"/>
              <a:gd name="connsiteY135" fmla="*/ 631602 h 2912398"/>
              <a:gd name="connsiteX136" fmla="*/ 890923 w 11277374"/>
              <a:gd name="connsiteY136" fmla="*/ 634375 h 2912398"/>
              <a:gd name="connsiteX137" fmla="*/ 873448 w 11277374"/>
              <a:gd name="connsiteY137" fmla="*/ 614155 h 2912398"/>
              <a:gd name="connsiteX138" fmla="*/ 873448 w 11277374"/>
              <a:gd name="connsiteY138" fmla="*/ 526516 h 2912398"/>
              <a:gd name="connsiteX139" fmla="*/ 901842 w 11277374"/>
              <a:gd name="connsiteY139" fmla="*/ 526516 h 2912398"/>
              <a:gd name="connsiteX140" fmla="*/ 908399 w 11277374"/>
              <a:gd name="connsiteY140" fmla="*/ 510398 h 2912398"/>
              <a:gd name="connsiteX141" fmla="*/ 873708 w 11277374"/>
              <a:gd name="connsiteY141" fmla="*/ 510398 h 2912398"/>
              <a:gd name="connsiteX142" fmla="*/ 949736 w 11277374"/>
              <a:gd name="connsiteY142" fmla="*/ 453407 h 2912398"/>
              <a:gd name="connsiteX143" fmla="*/ 934744 w 11277374"/>
              <a:gd name="connsiteY143" fmla="*/ 468601 h 2912398"/>
              <a:gd name="connsiteX144" fmla="*/ 949736 w 11277374"/>
              <a:gd name="connsiteY144" fmla="*/ 483390 h 2912398"/>
              <a:gd name="connsiteX145" fmla="*/ 964699 w 11277374"/>
              <a:gd name="connsiteY145" fmla="*/ 468370 h 2912398"/>
              <a:gd name="connsiteX146" fmla="*/ 949736 w 11277374"/>
              <a:gd name="connsiteY146" fmla="*/ 453407 h 2912398"/>
              <a:gd name="connsiteX147" fmla="*/ 1301014 w 11277374"/>
              <a:gd name="connsiteY147" fmla="*/ 453407 h 2912398"/>
              <a:gd name="connsiteX148" fmla="*/ 1286022 w 11277374"/>
              <a:gd name="connsiteY148" fmla="*/ 468601 h 2912398"/>
              <a:gd name="connsiteX149" fmla="*/ 1301014 w 11277374"/>
              <a:gd name="connsiteY149" fmla="*/ 483390 h 2912398"/>
              <a:gd name="connsiteX150" fmla="*/ 1316005 w 11277374"/>
              <a:gd name="connsiteY150" fmla="*/ 468370 h 2912398"/>
              <a:gd name="connsiteX151" fmla="*/ 1301014 w 11277374"/>
              <a:gd name="connsiteY151" fmla="*/ 453407 h 2912398"/>
              <a:gd name="connsiteX152" fmla="*/ 1145148 w 11277374"/>
              <a:gd name="connsiteY152" fmla="*/ 453407 h 2912398"/>
              <a:gd name="connsiteX153" fmla="*/ 1130156 w 11277374"/>
              <a:gd name="connsiteY153" fmla="*/ 468601 h 2912398"/>
              <a:gd name="connsiteX154" fmla="*/ 1145148 w 11277374"/>
              <a:gd name="connsiteY154" fmla="*/ 483390 h 2912398"/>
              <a:gd name="connsiteX155" fmla="*/ 1160139 w 11277374"/>
              <a:gd name="connsiteY155" fmla="*/ 468370 h 2912398"/>
              <a:gd name="connsiteX156" fmla="*/ 1145148 w 11277374"/>
              <a:gd name="connsiteY156" fmla="*/ 453407 h 2912398"/>
              <a:gd name="connsiteX157" fmla="*/ 0 w 11277374"/>
              <a:gd name="connsiteY157" fmla="*/ 0 h 2912398"/>
              <a:gd name="connsiteX158" fmla="*/ 11277374 w 11277374"/>
              <a:gd name="connsiteY158" fmla="*/ 0 h 2912398"/>
              <a:gd name="connsiteX159" fmla="*/ 11277374 w 11277374"/>
              <a:gd name="connsiteY159" fmla="*/ 2912398 h 2912398"/>
              <a:gd name="connsiteX160" fmla="*/ 0 w 11277374"/>
              <a:gd name="connsiteY160" fmla="*/ 2912398 h 2912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Lst>
            <a:rect l="l" t="t" r="r" b="b"/>
            <a:pathLst>
              <a:path w="11277374" h="2912398">
                <a:moveTo>
                  <a:pt x="523847" y="526807"/>
                </a:moveTo>
                <a:cubicBezTo>
                  <a:pt x="534766" y="526807"/>
                  <a:pt x="544616" y="532527"/>
                  <a:pt x="548949" y="541828"/>
                </a:cubicBezTo>
                <a:cubicBezTo>
                  <a:pt x="552791" y="550002"/>
                  <a:pt x="555246" y="564473"/>
                  <a:pt x="555246" y="580852"/>
                </a:cubicBezTo>
                <a:cubicBezTo>
                  <a:pt x="555246" y="596133"/>
                  <a:pt x="553599" y="606532"/>
                  <a:pt x="549498" y="615255"/>
                </a:cubicBezTo>
                <a:cubicBezTo>
                  <a:pt x="544876" y="625394"/>
                  <a:pt x="533408" y="632182"/>
                  <a:pt x="520843" y="632182"/>
                </a:cubicBezTo>
                <a:cubicBezTo>
                  <a:pt x="509404" y="632182"/>
                  <a:pt x="497648" y="625914"/>
                  <a:pt x="487567" y="614417"/>
                </a:cubicBezTo>
                <a:lnTo>
                  <a:pt x="487567" y="545929"/>
                </a:lnTo>
                <a:cubicBezTo>
                  <a:pt x="497937" y="533335"/>
                  <a:pt x="510213" y="526807"/>
                  <a:pt x="523847" y="526807"/>
                </a:cubicBezTo>
                <a:close/>
                <a:moveTo>
                  <a:pt x="752101" y="523802"/>
                </a:moveTo>
                <a:cubicBezTo>
                  <a:pt x="763280" y="523802"/>
                  <a:pt x="775267" y="529290"/>
                  <a:pt x="780986" y="541278"/>
                </a:cubicBezTo>
                <a:cubicBezTo>
                  <a:pt x="785377" y="550290"/>
                  <a:pt x="787283" y="563173"/>
                  <a:pt x="787283" y="582209"/>
                </a:cubicBezTo>
                <a:cubicBezTo>
                  <a:pt x="787283" y="595640"/>
                  <a:pt x="786186" y="603266"/>
                  <a:pt x="783211" y="611759"/>
                </a:cubicBezTo>
                <a:cubicBezTo>
                  <a:pt x="778560" y="624815"/>
                  <a:pt x="767930" y="632181"/>
                  <a:pt x="753718" y="632181"/>
                </a:cubicBezTo>
                <a:cubicBezTo>
                  <a:pt x="741991" y="632181"/>
                  <a:pt x="731072" y="626750"/>
                  <a:pt x="726162" y="618547"/>
                </a:cubicBezTo>
                <a:cubicBezTo>
                  <a:pt x="720991" y="610083"/>
                  <a:pt x="717698" y="593156"/>
                  <a:pt x="717698" y="574034"/>
                </a:cubicBezTo>
                <a:cubicBezTo>
                  <a:pt x="717698" y="557887"/>
                  <a:pt x="719893" y="547026"/>
                  <a:pt x="724255" y="538562"/>
                </a:cubicBezTo>
                <a:cubicBezTo>
                  <a:pt x="728877" y="529521"/>
                  <a:pt x="740084" y="523802"/>
                  <a:pt x="752101" y="523802"/>
                </a:cubicBezTo>
                <a:close/>
                <a:moveTo>
                  <a:pt x="1360633" y="517418"/>
                </a:moveTo>
                <a:lnTo>
                  <a:pt x="1362742" y="517418"/>
                </a:lnTo>
                <a:cubicBezTo>
                  <a:pt x="1363811" y="517418"/>
                  <a:pt x="1364677" y="517562"/>
                  <a:pt x="1365255" y="517822"/>
                </a:cubicBezTo>
                <a:cubicBezTo>
                  <a:pt x="1366353" y="518256"/>
                  <a:pt x="1367162" y="519382"/>
                  <a:pt x="1367162" y="520826"/>
                </a:cubicBezTo>
                <a:cubicBezTo>
                  <a:pt x="1367162" y="522040"/>
                  <a:pt x="1366757" y="522993"/>
                  <a:pt x="1366179" y="523599"/>
                </a:cubicBezTo>
                <a:cubicBezTo>
                  <a:pt x="1365457" y="524235"/>
                  <a:pt x="1364446" y="524553"/>
                  <a:pt x="1362627" y="524553"/>
                </a:cubicBezTo>
                <a:lnTo>
                  <a:pt x="1360633" y="524553"/>
                </a:lnTo>
                <a:close/>
                <a:moveTo>
                  <a:pt x="1357745" y="515049"/>
                </a:moveTo>
                <a:lnTo>
                  <a:pt x="1357745" y="535500"/>
                </a:lnTo>
                <a:lnTo>
                  <a:pt x="1360604" y="535500"/>
                </a:lnTo>
                <a:lnTo>
                  <a:pt x="1360604" y="526459"/>
                </a:lnTo>
                <a:cubicBezTo>
                  <a:pt x="1361442" y="526517"/>
                  <a:pt x="1361875" y="526806"/>
                  <a:pt x="1362424" y="527412"/>
                </a:cubicBezTo>
                <a:cubicBezTo>
                  <a:pt x="1363897" y="529030"/>
                  <a:pt x="1364417" y="529897"/>
                  <a:pt x="1365977" y="532496"/>
                </a:cubicBezTo>
                <a:cubicBezTo>
                  <a:pt x="1366786" y="533883"/>
                  <a:pt x="1367075" y="534374"/>
                  <a:pt x="1367653" y="535500"/>
                </a:cubicBezTo>
                <a:lnTo>
                  <a:pt x="1371148" y="535500"/>
                </a:lnTo>
                <a:cubicBezTo>
                  <a:pt x="1370743" y="534865"/>
                  <a:pt x="1369068" y="532178"/>
                  <a:pt x="1368201" y="530792"/>
                </a:cubicBezTo>
                <a:cubicBezTo>
                  <a:pt x="1367508" y="529694"/>
                  <a:pt x="1366902" y="528828"/>
                  <a:pt x="1366439" y="528250"/>
                </a:cubicBezTo>
                <a:cubicBezTo>
                  <a:pt x="1366122" y="527759"/>
                  <a:pt x="1365602" y="527124"/>
                  <a:pt x="1364677" y="526401"/>
                </a:cubicBezTo>
                <a:cubicBezTo>
                  <a:pt x="1368086" y="526488"/>
                  <a:pt x="1370166" y="523917"/>
                  <a:pt x="1370166" y="520740"/>
                </a:cubicBezTo>
                <a:cubicBezTo>
                  <a:pt x="1370166" y="518776"/>
                  <a:pt x="1369299" y="517389"/>
                  <a:pt x="1368346" y="516551"/>
                </a:cubicBezTo>
                <a:cubicBezTo>
                  <a:pt x="1367335" y="515598"/>
                  <a:pt x="1365919" y="515049"/>
                  <a:pt x="1363493" y="515049"/>
                </a:cubicBezTo>
                <a:close/>
                <a:moveTo>
                  <a:pt x="1363435" y="509705"/>
                </a:moveTo>
                <a:cubicBezTo>
                  <a:pt x="1371812" y="509705"/>
                  <a:pt x="1378542" y="516522"/>
                  <a:pt x="1378542" y="525419"/>
                </a:cubicBezTo>
                <a:cubicBezTo>
                  <a:pt x="1378542" y="534287"/>
                  <a:pt x="1371812" y="541133"/>
                  <a:pt x="1363435" y="541133"/>
                </a:cubicBezTo>
                <a:cubicBezTo>
                  <a:pt x="1355001" y="541133"/>
                  <a:pt x="1348328" y="534316"/>
                  <a:pt x="1348328" y="525419"/>
                </a:cubicBezTo>
                <a:cubicBezTo>
                  <a:pt x="1348328" y="516522"/>
                  <a:pt x="1355001" y="509705"/>
                  <a:pt x="1363435" y="509705"/>
                </a:cubicBezTo>
                <a:close/>
                <a:moveTo>
                  <a:pt x="1155807" y="507452"/>
                </a:moveTo>
                <a:lnTo>
                  <a:pt x="1133710" y="510947"/>
                </a:lnTo>
                <a:lnTo>
                  <a:pt x="1133710" y="568026"/>
                </a:lnTo>
                <a:lnTo>
                  <a:pt x="1133710" y="646364"/>
                </a:lnTo>
                <a:lnTo>
                  <a:pt x="1155807" y="646364"/>
                </a:lnTo>
                <a:lnTo>
                  <a:pt x="1155807" y="543820"/>
                </a:lnTo>
                <a:close/>
                <a:moveTo>
                  <a:pt x="960338" y="507452"/>
                </a:moveTo>
                <a:lnTo>
                  <a:pt x="938269" y="510947"/>
                </a:lnTo>
                <a:lnTo>
                  <a:pt x="938269" y="570193"/>
                </a:lnTo>
                <a:lnTo>
                  <a:pt x="938269" y="646364"/>
                </a:lnTo>
                <a:lnTo>
                  <a:pt x="960338" y="646364"/>
                </a:lnTo>
                <a:lnTo>
                  <a:pt x="960338" y="585358"/>
                </a:lnTo>
                <a:close/>
                <a:moveTo>
                  <a:pt x="1311672" y="507452"/>
                </a:moveTo>
                <a:lnTo>
                  <a:pt x="1289546" y="510947"/>
                </a:lnTo>
                <a:lnTo>
                  <a:pt x="1289546" y="568025"/>
                </a:lnTo>
                <a:lnTo>
                  <a:pt x="1289546" y="646363"/>
                </a:lnTo>
                <a:lnTo>
                  <a:pt x="1311672" y="646363"/>
                </a:lnTo>
                <a:lnTo>
                  <a:pt x="1311672" y="581746"/>
                </a:lnTo>
                <a:close/>
                <a:moveTo>
                  <a:pt x="1363435" y="507048"/>
                </a:moveTo>
                <a:cubicBezTo>
                  <a:pt x="1353412" y="507048"/>
                  <a:pt x="1345064" y="514934"/>
                  <a:pt x="1345064" y="525419"/>
                </a:cubicBezTo>
                <a:cubicBezTo>
                  <a:pt x="1345064" y="535876"/>
                  <a:pt x="1353412" y="543791"/>
                  <a:pt x="1363435" y="543791"/>
                </a:cubicBezTo>
                <a:cubicBezTo>
                  <a:pt x="1373430" y="543791"/>
                  <a:pt x="1381835" y="535876"/>
                  <a:pt x="1381835" y="525419"/>
                </a:cubicBezTo>
                <a:cubicBezTo>
                  <a:pt x="1381835" y="514934"/>
                  <a:pt x="1373430" y="507048"/>
                  <a:pt x="1363435" y="507048"/>
                </a:cubicBezTo>
                <a:close/>
                <a:moveTo>
                  <a:pt x="485112" y="506905"/>
                </a:moveTo>
                <a:lnTo>
                  <a:pt x="463274" y="510718"/>
                </a:lnTo>
                <a:cubicBezTo>
                  <a:pt x="463274" y="510718"/>
                  <a:pt x="466307" y="519153"/>
                  <a:pt x="466278" y="539892"/>
                </a:cubicBezTo>
                <a:lnTo>
                  <a:pt x="466278" y="725511"/>
                </a:lnTo>
                <a:lnTo>
                  <a:pt x="487567" y="721439"/>
                </a:lnTo>
                <a:lnTo>
                  <a:pt x="487567" y="634117"/>
                </a:lnTo>
                <a:cubicBezTo>
                  <a:pt x="497099" y="643967"/>
                  <a:pt x="511022" y="649947"/>
                  <a:pt x="524945" y="649947"/>
                </a:cubicBezTo>
                <a:cubicBezTo>
                  <a:pt x="542681" y="649947"/>
                  <a:pt x="557152" y="640905"/>
                  <a:pt x="567002" y="625105"/>
                </a:cubicBezTo>
                <a:cubicBezTo>
                  <a:pt x="574657" y="612511"/>
                  <a:pt x="577921" y="599974"/>
                  <a:pt x="577921" y="578165"/>
                </a:cubicBezTo>
                <a:cubicBezTo>
                  <a:pt x="577921" y="553902"/>
                  <a:pt x="573010" y="537206"/>
                  <a:pt x="562900" y="524641"/>
                </a:cubicBezTo>
                <a:cubicBezTo>
                  <a:pt x="554177" y="513721"/>
                  <a:pt x="540514" y="507713"/>
                  <a:pt x="526591" y="507713"/>
                </a:cubicBezTo>
                <a:cubicBezTo>
                  <a:pt x="511600" y="507713"/>
                  <a:pt x="497648" y="514589"/>
                  <a:pt x="486469" y="527645"/>
                </a:cubicBezTo>
                <a:cubicBezTo>
                  <a:pt x="486469" y="512652"/>
                  <a:pt x="485112" y="506905"/>
                  <a:pt x="485112" y="506905"/>
                </a:cubicBezTo>
                <a:close/>
                <a:moveTo>
                  <a:pt x="1006757" y="506904"/>
                </a:moveTo>
                <a:lnTo>
                  <a:pt x="984919" y="511497"/>
                </a:lnTo>
                <a:lnTo>
                  <a:pt x="1033793" y="647721"/>
                </a:lnTo>
                <a:lnTo>
                  <a:pt x="1054793" y="647721"/>
                </a:lnTo>
                <a:lnTo>
                  <a:pt x="1105892" y="510428"/>
                </a:lnTo>
                <a:lnTo>
                  <a:pt x="1083217" y="510428"/>
                </a:lnTo>
                <a:lnTo>
                  <a:pt x="1052078" y="600840"/>
                </a:lnTo>
                <a:cubicBezTo>
                  <a:pt x="1047716" y="613059"/>
                  <a:pt x="1045521" y="623717"/>
                  <a:pt x="1045521" y="623717"/>
                </a:cubicBezTo>
                <a:lnTo>
                  <a:pt x="1044972" y="623717"/>
                </a:lnTo>
                <a:cubicBezTo>
                  <a:pt x="1044972" y="623717"/>
                  <a:pt x="1042257" y="611730"/>
                  <a:pt x="1038444" y="600522"/>
                </a:cubicBezTo>
                <a:close/>
                <a:moveTo>
                  <a:pt x="674515" y="506355"/>
                </a:moveTo>
                <a:cubicBezTo>
                  <a:pt x="660621" y="506355"/>
                  <a:pt x="646150" y="515078"/>
                  <a:pt x="636328" y="529002"/>
                </a:cubicBezTo>
                <a:cubicBezTo>
                  <a:pt x="637166" y="517505"/>
                  <a:pt x="631967" y="506875"/>
                  <a:pt x="631967" y="506875"/>
                </a:cubicBezTo>
                <a:lnTo>
                  <a:pt x="610678" y="512623"/>
                </a:lnTo>
                <a:cubicBezTo>
                  <a:pt x="610678" y="512623"/>
                  <a:pt x="615300" y="521664"/>
                  <a:pt x="615300" y="541538"/>
                </a:cubicBezTo>
                <a:lnTo>
                  <a:pt x="615300" y="646394"/>
                </a:lnTo>
                <a:lnTo>
                  <a:pt x="636588" y="646394"/>
                </a:lnTo>
                <a:lnTo>
                  <a:pt x="636588" y="561239"/>
                </a:lnTo>
                <a:cubicBezTo>
                  <a:pt x="636588" y="550030"/>
                  <a:pt x="638206" y="545958"/>
                  <a:pt x="644503" y="539689"/>
                </a:cubicBezTo>
                <a:cubicBezTo>
                  <a:pt x="650771" y="533335"/>
                  <a:pt x="658975" y="529840"/>
                  <a:pt x="667149" y="529840"/>
                </a:cubicBezTo>
                <a:cubicBezTo>
                  <a:pt x="669345" y="529840"/>
                  <a:pt x="671800" y="530389"/>
                  <a:pt x="673158" y="530938"/>
                </a:cubicBezTo>
                <a:lnTo>
                  <a:pt x="681910" y="507713"/>
                </a:lnTo>
                <a:cubicBezTo>
                  <a:pt x="681910" y="507713"/>
                  <a:pt x="678068" y="506355"/>
                  <a:pt x="674515" y="506355"/>
                </a:cubicBezTo>
                <a:close/>
                <a:moveTo>
                  <a:pt x="752361" y="506355"/>
                </a:moveTo>
                <a:cubicBezTo>
                  <a:pt x="716600" y="506355"/>
                  <a:pt x="694474" y="533334"/>
                  <a:pt x="694474" y="577616"/>
                </a:cubicBezTo>
                <a:cubicBezTo>
                  <a:pt x="694474" y="622360"/>
                  <a:pt x="715763" y="649945"/>
                  <a:pt x="753170" y="649945"/>
                </a:cubicBezTo>
                <a:cubicBezTo>
                  <a:pt x="787283" y="649945"/>
                  <a:pt x="811576" y="625941"/>
                  <a:pt x="811576" y="580591"/>
                </a:cubicBezTo>
                <a:cubicBezTo>
                  <a:pt x="811576" y="558494"/>
                  <a:pt x="807503" y="542346"/>
                  <a:pt x="799040" y="530128"/>
                </a:cubicBezTo>
                <a:cubicBezTo>
                  <a:pt x="789739" y="516696"/>
                  <a:pt x="775007" y="506355"/>
                  <a:pt x="752361" y="506355"/>
                </a:cubicBezTo>
                <a:close/>
                <a:moveTo>
                  <a:pt x="1225333" y="466261"/>
                </a:moveTo>
                <a:lnTo>
                  <a:pt x="1205200" y="470421"/>
                </a:lnTo>
                <a:lnTo>
                  <a:pt x="1205200" y="510398"/>
                </a:lnTo>
                <a:lnTo>
                  <a:pt x="1186366" y="510398"/>
                </a:lnTo>
                <a:lnTo>
                  <a:pt x="1186366" y="526516"/>
                </a:lnTo>
                <a:lnTo>
                  <a:pt x="1204103" y="526516"/>
                </a:lnTo>
                <a:lnTo>
                  <a:pt x="1204103" y="619875"/>
                </a:lnTo>
                <a:cubicBezTo>
                  <a:pt x="1204103" y="633538"/>
                  <a:pt x="1207656" y="642261"/>
                  <a:pt x="1217188" y="646883"/>
                </a:cubicBezTo>
                <a:cubicBezTo>
                  <a:pt x="1222387" y="649338"/>
                  <a:pt x="1227847" y="650725"/>
                  <a:pt x="1234953" y="650725"/>
                </a:cubicBezTo>
                <a:cubicBezTo>
                  <a:pt x="1244484" y="650725"/>
                  <a:pt x="1252139" y="648789"/>
                  <a:pt x="1258985" y="645236"/>
                </a:cubicBezTo>
                <a:lnTo>
                  <a:pt x="1255981" y="631602"/>
                </a:lnTo>
                <a:cubicBezTo>
                  <a:pt x="1252139" y="633567"/>
                  <a:pt x="1248616" y="634375"/>
                  <a:pt x="1242607" y="634375"/>
                </a:cubicBezTo>
                <a:cubicBezTo>
                  <a:pt x="1229232" y="634375"/>
                  <a:pt x="1225131" y="629147"/>
                  <a:pt x="1225131" y="614155"/>
                </a:cubicBezTo>
                <a:lnTo>
                  <a:pt x="1225131" y="526516"/>
                </a:lnTo>
                <a:lnTo>
                  <a:pt x="1253526" y="526516"/>
                </a:lnTo>
                <a:lnTo>
                  <a:pt x="1260083" y="510398"/>
                </a:lnTo>
                <a:lnTo>
                  <a:pt x="1225333" y="510398"/>
                </a:lnTo>
                <a:close/>
                <a:moveTo>
                  <a:pt x="873708" y="466261"/>
                </a:moveTo>
                <a:lnTo>
                  <a:pt x="853574" y="470421"/>
                </a:lnTo>
                <a:lnTo>
                  <a:pt x="853574" y="510398"/>
                </a:lnTo>
                <a:lnTo>
                  <a:pt x="834712" y="510398"/>
                </a:lnTo>
                <a:lnTo>
                  <a:pt x="834712" y="526516"/>
                </a:lnTo>
                <a:lnTo>
                  <a:pt x="852448" y="526516"/>
                </a:lnTo>
                <a:lnTo>
                  <a:pt x="852448" y="619875"/>
                </a:lnTo>
                <a:cubicBezTo>
                  <a:pt x="852448" y="633538"/>
                  <a:pt x="856001" y="642261"/>
                  <a:pt x="865562" y="646883"/>
                </a:cubicBezTo>
                <a:cubicBezTo>
                  <a:pt x="870761" y="649338"/>
                  <a:pt x="876192" y="650725"/>
                  <a:pt x="883298" y="650725"/>
                </a:cubicBezTo>
                <a:cubicBezTo>
                  <a:pt x="892830" y="650725"/>
                  <a:pt x="900485" y="648789"/>
                  <a:pt x="907330" y="645236"/>
                </a:cubicBezTo>
                <a:lnTo>
                  <a:pt x="904297" y="631602"/>
                </a:lnTo>
                <a:cubicBezTo>
                  <a:pt x="900485" y="633567"/>
                  <a:pt x="896903" y="634375"/>
                  <a:pt x="890923" y="634375"/>
                </a:cubicBezTo>
                <a:cubicBezTo>
                  <a:pt x="877521" y="634375"/>
                  <a:pt x="873448" y="629147"/>
                  <a:pt x="873448" y="614155"/>
                </a:cubicBezTo>
                <a:lnTo>
                  <a:pt x="873448" y="526516"/>
                </a:lnTo>
                <a:lnTo>
                  <a:pt x="901842" y="526516"/>
                </a:lnTo>
                <a:lnTo>
                  <a:pt x="908399" y="510398"/>
                </a:lnTo>
                <a:lnTo>
                  <a:pt x="873708" y="510398"/>
                </a:lnTo>
                <a:close/>
                <a:moveTo>
                  <a:pt x="949736" y="453407"/>
                </a:moveTo>
                <a:cubicBezTo>
                  <a:pt x="941359" y="453407"/>
                  <a:pt x="934715" y="460224"/>
                  <a:pt x="934744" y="468601"/>
                </a:cubicBezTo>
                <a:cubicBezTo>
                  <a:pt x="934744" y="476747"/>
                  <a:pt x="941388" y="483390"/>
                  <a:pt x="949736" y="483390"/>
                </a:cubicBezTo>
                <a:cubicBezTo>
                  <a:pt x="958084" y="483390"/>
                  <a:pt x="964699" y="476747"/>
                  <a:pt x="964699" y="468370"/>
                </a:cubicBezTo>
                <a:cubicBezTo>
                  <a:pt x="964699" y="460022"/>
                  <a:pt x="958084" y="453407"/>
                  <a:pt x="949736" y="453407"/>
                </a:cubicBezTo>
                <a:close/>
                <a:moveTo>
                  <a:pt x="1301014" y="453407"/>
                </a:moveTo>
                <a:cubicBezTo>
                  <a:pt x="1292666" y="453407"/>
                  <a:pt x="1286051" y="460224"/>
                  <a:pt x="1286022" y="468601"/>
                </a:cubicBezTo>
                <a:cubicBezTo>
                  <a:pt x="1286022" y="476747"/>
                  <a:pt x="1292666" y="483390"/>
                  <a:pt x="1301014" y="483390"/>
                </a:cubicBezTo>
                <a:cubicBezTo>
                  <a:pt x="1309391" y="483390"/>
                  <a:pt x="1316005" y="476747"/>
                  <a:pt x="1316005" y="468370"/>
                </a:cubicBezTo>
                <a:cubicBezTo>
                  <a:pt x="1316005" y="460022"/>
                  <a:pt x="1309391" y="453407"/>
                  <a:pt x="1301014" y="453407"/>
                </a:cubicBezTo>
                <a:close/>
                <a:moveTo>
                  <a:pt x="1145148" y="453407"/>
                </a:moveTo>
                <a:cubicBezTo>
                  <a:pt x="1136829" y="453407"/>
                  <a:pt x="1130156" y="460224"/>
                  <a:pt x="1130156" y="468601"/>
                </a:cubicBezTo>
                <a:cubicBezTo>
                  <a:pt x="1130156" y="476747"/>
                  <a:pt x="1136829" y="483390"/>
                  <a:pt x="1145148" y="483390"/>
                </a:cubicBezTo>
                <a:cubicBezTo>
                  <a:pt x="1153524" y="483390"/>
                  <a:pt x="1160139" y="476747"/>
                  <a:pt x="1160139" y="468370"/>
                </a:cubicBezTo>
                <a:cubicBezTo>
                  <a:pt x="1160139" y="460022"/>
                  <a:pt x="1153524" y="453407"/>
                  <a:pt x="1145148" y="453407"/>
                </a:cubicBezTo>
                <a:close/>
                <a:moveTo>
                  <a:pt x="0" y="0"/>
                </a:moveTo>
                <a:lnTo>
                  <a:pt x="11277374" y="0"/>
                </a:lnTo>
                <a:lnTo>
                  <a:pt x="11277374" y="2912398"/>
                </a:lnTo>
                <a:lnTo>
                  <a:pt x="0" y="2912398"/>
                </a:lnTo>
                <a:close/>
              </a:path>
            </a:pathLst>
          </a:custGeom>
          <a:solidFill>
            <a:schemeClr val="bg2"/>
          </a:solidFill>
        </p:spPr>
        <p:txBody>
          <a:bodyPr wrap="square">
            <a:noAutofit/>
          </a:bodyPr>
          <a:lstStyle>
            <a:lvl1pPr>
              <a:defRPr sz="1400"/>
            </a:lvl1pPr>
          </a:lstStyle>
          <a:p>
            <a:r>
              <a:rPr lang="en-US"/>
              <a:t>Click icon to add picture</a:t>
            </a:r>
            <a:endParaRPr lang="de-DE"/>
          </a:p>
        </p:txBody>
      </p:sp>
      <p:sp>
        <p:nvSpPr>
          <p:cNvPr id="3" name="Foliennummernplatzhalter 2">
            <a:extLst>
              <a:ext uri="{FF2B5EF4-FFF2-40B4-BE49-F238E27FC236}">
                <a16:creationId xmlns:a16="http://schemas.microsoft.com/office/drawing/2014/main" id="{40B193DB-68EA-BF1C-B9E1-3898228976FE}"/>
              </a:ext>
            </a:extLst>
          </p:cNvPr>
          <p:cNvSpPr>
            <a:spLocks noGrp="1"/>
          </p:cNvSpPr>
          <p:nvPr>
            <p:ph type="sldNum" sz="quarter" idx="10"/>
          </p:nvPr>
        </p:nvSpPr>
        <p:spPr/>
        <p:txBody>
          <a:bodyPr/>
          <a:lstStyle/>
          <a:p>
            <a:fld id="{9678312F-8BDE-4502-9E53-473B40D118CD}" type="slidenum">
              <a:rPr lang="de-DE" smtClean="0"/>
              <a:pPr/>
              <a:t>‹#›</a:t>
            </a:fld>
            <a:endParaRPr lang="de-DE"/>
          </a:p>
        </p:txBody>
      </p:sp>
      <p:sp>
        <p:nvSpPr>
          <p:cNvPr id="4" name="Titel 3">
            <a:extLst>
              <a:ext uri="{FF2B5EF4-FFF2-40B4-BE49-F238E27FC236}">
                <a16:creationId xmlns:a16="http://schemas.microsoft.com/office/drawing/2014/main" id="{37F59082-492D-0274-643D-9608149CE060}"/>
              </a:ext>
            </a:extLst>
          </p:cNvPr>
          <p:cNvSpPr>
            <a:spLocks noGrp="1"/>
          </p:cNvSpPr>
          <p:nvPr>
            <p:ph type="title" hasCustomPrompt="1"/>
          </p:nvPr>
        </p:nvSpPr>
        <p:spPr>
          <a:xfrm>
            <a:off x="2057400" y="408728"/>
            <a:ext cx="8861200" cy="373777"/>
          </a:xfrm>
          <a:prstGeom prst="rect">
            <a:avLst/>
          </a:prstGeom>
        </p:spPr>
        <p:txBody>
          <a:bodyPr/>
          <a:lstStyle>
            <a:lvl1pPr>
              <a:defRPr>
                <a:solidFill>
                  <a:schemeClr val="bg1"/>
                </a:solidFill>
                <a:latin typeface="+mj-lt"/>
              </a:defRPr>
            </a:lvl1pPr>
          </a:lstStyle>
          <a:p>
            <a:r>
              <a:rPr lang="de-DE"/>
              <a:t>Titel hinzufügen</a:t>
            </a:r>
          </a:p>
        </p:txBody>
      </p:sp>
      <p:sp>
        <p:nvSpPr>
          <p:cNvPr id="2" name="Fußzeilenplatzhalter 5">
            <a:extLst>
              <a:ext uri="{FF2B5EF4-FFF2-40B4-BE49-F238E27FC236}">
                <a16:creationId xmlns:a16="http://schemas.microsoft.com/office/drawing/2014/main" id="{BB317B6B-5A3A-7392-2733-047083AB816E}"/>
              </a:ext>
            </a:extLst>
          </p:cNvPr>
          <p:cNvSpPr>
            <a:spLocks noGrp="1"/>
          </p:cNvSpPr>
          <p:nvPr>
            <p:ph type="ftr" sz="quarter" idx="3"/>
          </p:nvPr>
        </p:nvSpPr>
        <p:spPr>
          <a:xfrm rot="16200000">
            <a:off x="9687412" y="3627858"/>
            <a:ext cx="4114800" cy="180000"/>
          </a:xfrm>
          <a:prstGeom prst="rect">
            <a:avLst/>
          </a:prstGeom>
        </p:spPr>
        <p:txBody>
          <a:bodyPr vert="horz" lIns="0" tIns="0" rIns="0" bIns="0" rtlCol="0" anchor="b"/>
          <a:lstStyle>
            <a:lvl1pPr algn="l">
              <a:defRPr sz="800" cap="all" spc="50" baseline="0">
                <a:solidFill>
                  <a:schemeClr val="accent3"/>
                </a:solidFill>
                <a:latin typeface="Merriweather" panose="00000500000000000000" pitchFamily="2" charset="0"/>
              </a:defRPr>
            </a:lvl1pPr>
          </a:lstStyle>
          <a:p>
            <a:r>
              <a:rPr lang="de-DE"/>
              <a:t>Corporate Presentation</a:t>
            </a:r>
          </a:p>
        </p:txBody>
      </p:sp>
      <p:sp>
        <p:nvSpPr>
          <p:cNvPr id="21" name="Textplatzhalter 5">
            <a:extLst>
              <a:ext uri="{FF2B5EF4-FFF2-40B4-BE49-F238E27FC236}">
                <a16:creationId xmlns:a16="http://schemas.microsoft.com/office/drawing/2014/main" id="{A327C187-5620-DD9D-9908-A19AFA24B03D}"/>
              </a:ext>
            </a:extLst>
          </p:cNvPr>
          <p:cNvSpPr>
            <a:spLocks noGrp="1"/>
          </p:cNvSpPr>
          <p:nvPr>
            <p:ph type="body" sz="quarter" idx="31" hasCustomPrompt="1"/>
          </p:nvPr>
        </p:nvSpPr>
        <p:spPr>
          <a:xfrm>
            <a:off x="463238" y="6357475"/>
            <a:ext cx="8198775" cy="287393"/>
          </a:xfrm>
        </p:spPr>
        <p:txBody>
          <a:bodyPr/>
          <a:lstStyle>
            <a:lvl1pPr>
              <a:defRPr sz="800" b="0" i="0" cap="none" spc="60" baseline="0">
                <a:solidFill>
                  <a:schemeClr val="accent5"/>
                </a:solidFill>
                <a:latin typeface="Barlow Condensed" pitchFamily="2" charset="77"/>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sz="800">
                <a:solidFill>
                  <a:schemeClr val="bg1"/>
                </a:solidFill>
              </a:defRPr>
            </a:lvl6pPr>
          </a:lstStyle>
          <a:p>
            <a:pPr lvl="0"/>
            <a:r>
              <a:rPr lang="de-DE"/>
              <a:t>Text hinzufügen</a:t>
            </a:r>
          </a:p>
        </p:txBody>
      </p:sp>
      <p:sp>
        <p:nvSpPr>
          <p:cNvPr id="8" name="Textplatzhalter 8">
            <a:extLst>
              <a:ext uri="{FF2B5EF4-FFF2-40B4-BE49-F238E27FC236}">
                <a16:creationId xmlns:a16="http://schemas.microsoft.com/office/drawing/2014/main" id="{C4F3FA40-BA56-5A8C-72C6-418DAFF04E84}"/>
              </a:ext>
            </a:extLst>
          </p:cNvPr>
          <p:cNvSpPr>
            <a:spLocks noGrp="1"/>
          </p:cNvSpPr>
          <p:nvPr>
            <p:ph type="body" sz="quarter" idx="13" hasCustomPrompt="1"/>
          </p:nvPr>
        </p:nvSpPr>
        <p:spPr>
          <a:xfrm>
            <a:off x="2514600" y="2649415"/>
            <a:ext cx="8943976" cy="2677107"/>
          </a:xfrm>
          <a:solidFill>
            <a:schemeClr val="accent5"/>
          </a:solidFill>
        </p:spPr>
        <p:txBody>
          <a:bodyPr lIns="2664000" tIns="180000" rIns="144000" bIns="180000"/>
          <a:lstStyle>
            <a:lvl1pPr algn="ctr">
              <a:lnSpc>
                <a:spcPct val="100000"/>
              </a:lnSpc>
              <a:spcAft>
                <a:spcPts val="1200"/>
              </a:spcAft>
              <a:defRPr sz="1400" spc="100" baseline="0">
                <a:solidFill>
                  <a:schemeClr val="accent5"/>
                </a:solidFill>
              </a:defRPr>
            </a:lvl1pPr>
            <a:lvl2pPr>
              <a:lnSpc>
                <a:spcPct val="118000"/>
              </a:lnSpc>
              <a:spcBef>
                <a:spcPts val="0"/>
              </a:spcBef>
              <a:spcAft>
                <a:spcPts val="0"/>
              </a:spcAft>
              <a:defRPr sz="1000" b="0" i="0" spc="0" baseline="0">
                <a:solidFill>
                  <a:schemeClr val="bg1"/>
                </a:solidFill>
                <a:latin typeface="+mn-lt"/>
              </a:defRPr>
            </a:lvl2pPr>
            <a:lvl3pPr>
              <a:lnSpc>
                <a:spcPct val="100000"/>
              </a:lnSpc>
              <a:spcBef>
                <a:spcPts val="0"/>
              </a:spcBef>
              <a:spcAft>
                <a:spcPts val="200"/>
              </a:spcAft>
              <a:defRPr sz="1600" u="sng" cap="all" spc="90" baseline="0">
                <a:solidFill>
                  <a:schemeClr val="accent4"/>
                </a:solidFill>
                <a:latin typeface="+mj-lt"/>
              </a:defRPr>
            </a:lvl3pPr>
          </a:lstStyle>
          <a:p>
            <a:pPr lvl="0"/>
            <a:r>
              <a:rPr lang="de-DE" noProof="0"/>
              <a:t>Text hinzufügen</a:t>
            </a:r>
          </a:p>
        </p:txBody>
      </p:sp>
      <p:sp>
        <p:nvSpPr>
          <p:cNvPr id="9" name="Bildplatzhalter 12">
            <a:extLst>
              <a:ext uri="{FF2B5EF4-FFF2-40B4-BE49-F238E27FC236}">
                <a16:creationId xmlns:a16="http://schemas.microsoft.com/office/drawing/2014/main" id="{D4FD7B56-6B51-0AE1-94D5-1FC6E4C5396C}"/>
              </a:ext>
            </a:extLst>
          </p:cNvPr>
          <p:cNvSpPr>
            <a:spLocks noGrp="1" noChangeAspect="1"/>
          </p:cNvSpPr>
          <p:nvPr>
            <p:ph type="pic" sz="quarter" idx="15"/>
          </p:nvPr>
        </p:nvSpPr>
        <p:spPr>
          <a:xfrm>
            <a:off x="6496340" y="3260774"/>
            <a:ext cx="900000" cy="900000"/>
          </a:xfrm>
          <a:prstGeom prst="ellipse">
            <a:avLst/>
          </a:prstGeom>
          <a:noFill/>
        </p:spPr>
        <p:txBody>
          <a:bodyPr/>
          <a:lstStyle>
            <a:lvl1pPr>
              <a:defRPr sz="1050"/>
            </a:lvl1pPr>
          </a:lstStyle>
          <a:p>
            <a:r>
              <a:rPr lang="en-US"/>
              <a:t>Click icon to add picture</a:t>
            </a:r>
            <a:endParaRPr lang="de-DE"/>
          </a:p>
        </p:txBody>
      </p:sp>
      <p:sp>
        <p:nvSpPr>
          <p:cNvPr id="10" name="Textplatzhalter 18">
            <a:extLst>
              <a:ext uri="{FF2B5EF4-FFF2-40B4-BE49-F238E27FC236}">
                <a16:creationId xmlns:a16="http://schemas.microsoft.com/office/drawing/2014/main" id="{FA12ABC5-3498-1AFF-3FC7-8BB71958238A}"/>
              </a:ext>
            </a:extLst>
          </p:cNvPr>
          <p:cNvSpPr>
            <a:spLocks noGrp="1"/>
          </p:cNvSpPr>
          <p:nvPr>
            <p:ph type="body" sz="quarter" idx="22" hasCustomPrompt="1"/>
          </p:nvPr>
        </p:nvSpPr>
        <p:spPr>
          <a:xfrm>
            <a:off x="5879539" y="4257225"/>
            <a:ext cx="2133603" cy="709200"/>
          </a:xfrm>
        </p:spPr>
        <p:txBody>
          <a:bodyPr/>
          <a:lstStyle>
            <a:lvl1pPr algn="ctr">
              <a:spcBef>
                <a:spcPts val="0"/>
              </a:spcBef>
              <a:spcAft>
                <a:spcPts val="300"/>
              </a:spcAft>
              <a:defRPr sz="1200">
                <a:solidFill>
                  <a:schemeClr val="accent1"/>
                </a:solidFill>
              </a:defRPr>
            </a:lvl1pPr>
            <a:lvl2pPr algn="ctr">
              <a:spcBef>
                <a:spcPts val="0"/>
              </a:spcBef>
              <a:defRPr sz="1000">
                <a:solidFill>
                  <a:schemeClr val="bg1"/>
                </a:solidFill>
              </a:defRPr>
            </a:lvl2pPr>
          </a:lstStyle>
          <a:p>
            <a:pPr lvl="0"/>
            <a:r>
              <a:rPr lang="de-DE"/>
              <a:t>Text hinzufügen</a:t>
            </a:r>
          </a:p>
          <a:p>
            <a:pPr lvl="1"/>
            <a:r>
              <a:rPr lang="de-DE"/>
              <a:t>Zweite Ebene</a:t>
            </a:r>
          </a:p>
        </p:txBody>
      </p:sp>
      <p:sp>
        <p:nvSpPr>
          <p:cNvPr id="11" name="Bildplatzhalter 12">
            <a:extLst>
              <a:ext uri="{FF2B5EF4-FFF2-40B4-BE49-F238E27FC236}">
                <a16:creationId xmlns:a16="http://schemas.microsoft.com/office/drawing/2014/main" id="{3DDDE6EB-74B2-C494-1A94-4BB5AA628CFF}"/>
              </a:ext>
            </a:extLst>
          </p:cNvPr>
          <p:cNvSpPr>
            <a:spLocks noGrp="1" noChangeAspect="1"/>
          </p:cNvSpPr>
          <p:nvPr>
            <p:ph type="pic" sz="quarter" idx="23"/>
          </p:nvPr>
        </p:nvSpPr>
        <p:spPr>
          <a:xfrm>
            <a:off x="9098308" y="3260774"/>
            <a:ext cx="900000" cy="900000"/>
          </a:xfrm>
          <a:prstGeom prst="ellipse">
            <a:avLst/>
          </a:prstGeom>
          <a:noFill/>
        </p:spPr>
        <p:txBody>
          <a:bodyPr/>
          <a:lstStyle>
            <a:lvl1pPr>
              <a:defRPr sz="1050"/>
            </a:lvl1pPr>
          </a:lstStyle>
          <a:p>
            <a:r>
              <a:rPr lang="en-US"/>
              <a:t>Click icon to add picture</a:t>
            </a:r>
            <a:endParaRPr lang="de-DE"/>
          </a:p>
        </p:txBody>
      </p:sp>
      <p:sp>
        <p:nvSpPr>
          <p:cNvPr id="12" name="Textplatzhalter 18">
            <a:extLst>
              <a:ext uri="{FF2B5EF4-FFF2-40B4-BE49-F238E27FC236}">
                <a16:creationId xmlns:a16="http://schemas.microsoft.com/office/drawing/2014/main" id="{413ACBBB-5469-49AD-5E72-93E0BEEBFF3D}"/>
              </a:ext>
            </a:extLst>
          </p:cNvPr>
          <p:cNvSpPr>
            <a:spLocks noGrp="1"/>
          </p:cNvSpPr>
          <p:nvPr>
            <p:ph type="body" sz="quarter" idx="24" hasCustomPrompt="1"/>
          </p:nvPr>
        </p:nvSpPr>
        <p:spPr>
          <a:xfrm>
            <a:off x="8481507" y="4257225"/>
            <a:ext cx="2133603" cy="709200"/>
          </a:xfrm>
        </p:spPr>
        <p:txBody>
          <a:bodyPr/>
          <a:lstStyle>
            <a:lvl1pPr algn="ctr">
              <a:spcBef>
                <a:spcPts val="0"/>
              </a:spcBef>
              <a:spcAft>
                <a:spcPts val="300"/>
              </a:spcAft>
              <a:defRPr sz="1200">
                <a:solidFill>
                  <a:schemeClr val="accent1"/>
                </a:solidFill>
              </a:defRPr>
            </a:lvl1pPr>
            <a:lvl2pPr algn="ctr">
              <a:spcBef>
                <a:spcPts val="0"/>
              </a:spcBef>
              <a:defRPr sz="1000">
                <a:solidFill>
                  <a:schemeClr val="bg1"/>
                </a:solidFill>
              </a:defRPr>
            </a:lvl2pPr>
          </a:lstStyle>
          <a:p>
            <a:pPr lvl="0"/>
            <a:r>
              <a:rPr lang="de-DE"/>
              <a:t>Text hinzufügen</a:t>
            </a:r>
          </a:p>
          <a:p>
            <a:pPr lvl="1"/>
            <a:r>
              <a:rPr lang="de-DE"/>
              <a:t>Zweite Ebene</a:t>
            </a:r>
          </a:p>
        </p:txBody>
      </p:sp>
      <p:sp>
        <p:nvSpPr>
          <p:cNvPr id="13" name="Textplatzhalter 19">
            <a:extLst>
              <a:ext uri="{FF2B5EF4-FFF2-40B4-BE49-F238E27FC236}">
                <a16:creationId xmlns:a16="http://schemas.microsoft.com/office/drawing/2014/main" id="{5FE6BDF5-0E05-96C7-A69C-7B384FA27570}"/>
              </a:ext>
            </a:extLst>
          </p:cNvPr>
          <p:cNvSpPr>
            <a:spLocks noGrp="1"/>
          </p:cNvSpPr>
          <p:nvPr>
            <p:ph type="body" sz="quarter" idx="25" hasCustomPrompt="1"/>
          </p:nvPr>
        </p:nvSpPr>
        <p:spPr>
          <a:xfrm>
            <a:off x="2779929" y="4063065"/>
            <a:ext cx="2047875" cy="213954"/>
          </a:xfrm>
        </p:spPr>
        <p:txBody>
          <a:bodyPr/>
          <a:lstStyle>
            <a:lvl3pPr algn="ctr">
              <a:defRPr>
                <a:solidFill>
                  <a:schemeClr val="bg1"/>
                </a:solidFill>
              </a:defRPr>
            </a:lvl3pPr>
          </a:lstStyle>
          <a:p>
            <a:pPr lvl="2"/>
            <a:r>
              <a:rPr lang="de-DE"/>
              <a:t>Text hinzufügen</a:t>
            </a:r>
          </a:p>
        </p:txBody>
      </p:sp>
      <p:sp>
        <p:nvSpPr>
          <p:cNvPr id="14" name="Bildplatzhalter 12">
            <a:extLst>
              <a:ext uri="{FF2B5EF4-FFF2-40B4-BE49-F238E27FC236}">
                <a16:creationId xmlns:a16="http://schemas.microsoft.com/office/drawing/2014/main" id="{4943D067-999D-2704-2728-B122396B6FA3}"/>
              </a:ext>
            </a:extLst>
          </p:cNvPr>
          <p:cNvSpPr>
            <a:spLocks noGrp="1"/>
          </p:cNvSpPr>
          <p:nvPr>
            <p:ph type="pic" sz="quarter" idx="26"/>
          </p:nvPr>
        </p:nvSpPr>
        <p:spPr>
          <a:xfrm>
            <a:off x="3167248" y="4328589"/>
            <a:ext cx="323090" cy="323090"/>
          </a:xfrm>
          <a:prstGeom prst="ellipse">
            <a:avLst/>
          </a:prstGeom>
          <a:solidFill>
            <a:schemeClr val="accent4"/>
          </a:solidFill>
        </p:spPr>
        <p:txBody>
          <a:bodyPr/>
          <a:lstStyle>
            <a:lvl1pPr>
              <a:defRPr sz="1050"/>
            </a:lvl1pPr>
          </a:lstStyle>
          <a:p>
            <a:r>
              <a:rPr lang="en-US"/>
              <a:t>Click icon to add picture</a:t>
            </a:r>
            <a:endParaRPr lang="de-DE"/>
          </a:p>
        </p:txBody>
      </p:sp>
      <p:sp>
        <p:nvSpPr>
          <p:cNvPr id="17" name="Bildplatzhalter 12">
            <a:extLst>
              <a:ext uri="{FF2B5EF4-FFF2-40B4-BE49-F238E27FC236}">
                <a16:creationId xmlns:a16="http://schemas.microsoft.com/office/drawing/2014/main" id="{5F98702F-E366-E3DC-9033-B16566D422C3}"/>
              </a:ext>
            </a:extLst>
          </p:cNvPr>
          <p:cNvSpPr>
            <a:spLocks noGrp="1"/>
          </p:cNvSpPr>
          <p:nvPr>
            <p:ph type="pic" sz="quarter" idx="27"/>
          </p:nvPr>
        </p:nvSpPr>
        <p:spPr>
          <a:xfrm>
            <a:off x="3642321" y="4328589"/>
            <a:ext cx="323090" cy="323090"/>
          </a:xfrm>
          <a:prstGeom prst="ellipse">
            <a:avLst/>
          </a:prstGeom>
          <a:solidFill>
            <a:schemeClr val="accent4"/>
          </a:solidFill>
        </p:spPr>
        <p:txBody>
          <a:bodyPr/>
          <a:lstStyle>
            <a:lvl1pPr>
              <a:defRPr sz="1050"/>
            </a:lvl1pPr>
          </a:lstStyle>
          <a:p>
            <a:r>
              <a:rPr lang="en-US"/>
              <a:t>Click icon to add picture</a:t>
            </a:r>
            <a:endParaRPr lang="de-DE"/>
          </a:p>
        </p:txBody>
      </p:sp>
      <p:sp>
        <p:nvSpPr>
          <p:cNvPr id="18" name="Bildplatzhalter 12">
            <a:extLst>
              <a:ext uri="{FF2B5EF4-FFF2-40B4-BE49-F238E27FC236}">
                <a16:creationId xmlns:a16="http://schemas.microsoft.com/office/drawing/2014/main" id="{D73833D1-B4E7-0DF5-675F-7754DD1D4345}"/>
              </a:ext>
            </a:extLst>
          </p:cNvPr>
          <p:cNvSpPr>
            <a:spLocks noGrp="1"/>
          </p:cNvSpPr>
          <p:nvPr>
            <p:ph type="pic" sz="quarter" idx="28"/>
          </p:nvPr>
        </p:nvSpPr>
        <p:spPr>
          <a:xfrm>
            <a:off x="4117394" y="4328589"/>
            <a:ext cx="323090" cy="323090"/>
          </a:xfrm>
          <a:prstGeom prst="ellipse">
            <a:avLst/>
          </a:prstGeom>
          <a:solidFill>
            <a:schemeClr val="accent4"/>
          </a:solidFill>
        </p:spPr>
        <p:txBody>
          <a:bodyPr/>
          <a:lstStyle>
            <a:lvl1pPr>
              <a:defRPr sz="1050"/>
            </a:lvl1pPr>
          </a:lstStyle>
          <a:p>
            <a:r>
              <a:rPr lang="en-US"/>
              <a:t>Click icon to add picture</a:t>
            </a:r>
            <a:endParaRPr lang="de-DE"/>
          </a:p>
        </p:txBody>
      </p:sp>
      <p:sp>
        <p:nvSpPr>
          <p:cNvPr id="19" name="Textplatzhalter 25">
            <a:extLst>
              <a:ext uri="{FF2B5EF4-FFF2-40B4-BE49-F238E27FC236}">
                <a16:creationId xmlns:a16="http://schemas.microsoft.com/office/drawing/2014/main" id="{8DCB2A9B-81FD-7ACC-6EF5-FA32DED961B9}"/>
              </a:ext>
            </a:extLst>
          </p:cNvPr>
          <p:cNvSpPr>
            <a:spLocks noGrp="1"/>
          </p:cNvSpPr>
          <p:nvPr>
            <p:ph type="body" sz="quarter" idx="30" hasCustomPrompt="1"/>
          </p:nvPr>
        </p:nvSpPr>
        <p:spPr>
          <a:xfrm>
            <a:off x="2779929" y="3260774"/>
            <a:ext cx="2047875" cy="683703"/>
          </a:xfrm>
        </p:spPr>
        <p:txBody>
          <a:bodyPr/>
          <a:lstStyle>
            <a:lvl1pPr algn="ctr">
              <a:spcBef>
                <a:spcPts val="0"/>
              </a:spcBef>
              <a:defRPr sz="1200">
                <a:solidFill>
                  <a:schemeClr val="accent4"/>
                </a:solidFill>
              </a:defRPr>
            </a:lvl1pPr>
            <a:lvl2pPr algn="ctr">
              <a:spcBef>
                <a:spcPts val="0"/>
              </a:spcBef>
              <a:defRPr sz="1000">
                <a:solidFill>
                  <a:schemeClr val="bg1"/>
                </a:solidFill>
              </a:defRPr>
            </a:lvl2pPr>
          </a:lstStyle>
          <a:p>
            <a:pPr lvl="0"/>
            <a:r>
              <a:rPr lang="de-DE"/>
              <a:t>Text hinzufügen</a:t>
            </a:r>
          </a:p>
          <a:p>
            <a:pPr lvl="1"/>
            <a:r>
              <a:rPr lang="de-DE"/>
              <a:t>Zweite Ebene</a:t>
            </a:r>
          </a:p>
        </p:txBody>
      </p:sp>
      <p:sp>
        <p:nvSpPr>
          <p:cNvPr id="20" name="Rechtwinkliges Dreieck 19">
            <a:extLst>
              <a:ext uri="{FF2B5EF4-FFF2-40B4-BE49-F238E27FC236}">
                <a16:creationId xmlns:a16="http://schemas.microsoft.com/office/drawing/2014/main" id="{9F467ECF-39D7-97CA-772E-52EF982C7580}"/>
              </a:ext>
            </a:extLst>
          </p:cNvPr>
          <p:cNvSpPr/>
          <p:nvPr userDrawn="1"/>
        </p:nvSpPr>
        <p:spPr>
          <a:xfrm rot="5400000" flipH="1">
            <a:off x="11289852" y="2480080"/>
            <a:ext cx="166426" cy="178593"/>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0" i="0">
              <a:latin typeface="Barlow Condensed Light" pitchFamily="2" charset="77"/>
            </a:endParaRPr>
          </a:p>
        </p:txBody>
      </p:sp>
      <p:sp>
        <p:nvSpPr>
          <p:cNvPr id="25" name="Bildplatzhalter 24">
            <a:extLst>
              <a:ext uri="{FF2B5EF4-FFF2-40B4-BE49-F238E27FC236}">
                <a16:creationId xmlns:a16="http://schemas.microsoft.com/office/drawing/2014/main" id="{5EA91A9C-BBC1-F3EF-DED0-10EB61317073}"/>
              </a:ext>
            </a:extLst>
          </p:cNvPr>
          <p:cNvSpPr>
            <a:spLocks noGrp="1"/>
          </p:cNvSpPr>
          <p:nvPr>
            <p:ph type="pic" sz="quarter" idx="33" hasCustomPrompt="1"/>
          </p:nvPr>
        </p:nvSpPr>
        <p:spPr>
          <a:xfrm flipH="1">
            <a:off x="5341206" y="2898756"/>
            <a:ext cx="10800" cy="2178424"/>
          </a:xfrm>
          <a:solidFill>
            <a:schemeClr val="bg1"/>
          </a:solidFill>
        </p:spPr>
        <p:txBody>
          <a:bodyPr/>
          <a:lstStyle/>
          <a:p>
            <a:r>
              <a:rPr lang="de-DE"/>
              <a:t> </a:t>
            </a:r>
          </a:p>
        </p:txBody>
      </p:sp>
      <p:sp>
        <p:nvSpPr>
          <p:cNvPr id="6" name="Textplatzhalter 18">
            <a:extLst>
              <a:ext uri="{FF2B5EF4-FFF2-40B4-BE49-F238E27FC236}">
                <a16:creationId xmlns:a16="http://schemas.microsoft.com/office/drawing/2014/main" id="{6CC772CA-F373-66B3-D61A-C04A8A44E4C6}"/>
              </a:ext>
            </a:extLst>
          </p:cNvPr>
          <p:cNvSpPr>
            <a:spLocks noGrp="1"/>
          </p:cNvSpPr>
          <p:nvPr>
            <p:ph type="body" sz="quarter" idx="35" hasCustomPrompt="1"/>
          </p:nvPr>
        </p:nvSpPr>
        <p:spPr>
          <a:xfrm>
            <a:off x="5879539" y="2899894"/>
            <a:ext cx="4735571" cy="709200"/>
          </a:xfrm>
        </p:spPr>
        <p:txBody>
          <a:bodyPr/>
          <a:lstStyle>
            <a:lvl1pPr algn="ctr">
              <a:spcBef>
                <a:spcPts val="0"/>
              </a:spcBef>
              <a:spcAft>
                <a:spcPts val="300"/>
              </a:spcAft>
              <a:defRPr sz="1400" spc="100" baseline="0">
                <a:solidFill>
                  <a:schemeClr val="bg1"/>
                </a:solidFill>
              </a:defRPr>
            </a:lvl1pPr>
            <a:lvl2pPr algn="ctr">
              <a:spcBef>
                <a:spcPts val="0"/>
              </a:spcBef>
              <a:defRPr sz="1000">
                <a:solidFill>
                  <a:schemeClr val="bg1"/>
                </a:solidFill>
              </a:defRPr>
            </a:lvl2pPr>
          </a:lstStyle>
          <a:p>
            <a:pPr lvl="0"/>
            <a:r>
              <a:rPr lang="de-DE" noProof="0"/>
              <a:t>Text hinzufügen</a:t>
            </a:r>
          </a:p>
        </p:txBody>
      </p:sp>
    </p:spTree>
    <p:extLst>
      <p:ext uri="{BB962C8B-B14F-4D97-AF65-F5344CB8AC3E}">
        <p14:creationId xmlns:p14="http://schemas.microsoft.com/office/powerpoint/2010/main" val="266024782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1_end_no_contacts">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F2020260-9EB9-5A9F-8514-C9D44EA824B1}"/>
              </a:ext>
            </a:extLst>
          </p:cNvPr>
          <p:cNvSpPr/>
          <p:nvPr userDrawn="1"/>
        </p:nvSpPr>
        <p:spPr>
          <a:xfrm>
            <a:off x="279083" y="213132"/>
            <a:ext cx="1271081" cy="5693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latin typeface="Barlow Condensed Light" panose="00000406000000000000" pitchFamily="2" charset="0"/>
            </a:endParaRPr>
          </a:p>
        </p:txBody>
      </p:sp>
      <p:sp>
        <p:nvSpPr>
          <p:cNvPr id="8" name="Bildplatzhalter 7">
            <a:extLst>
              <a:ext uri="{FF2B5EF4-FFF2-40B4-BE49-F238E27FC236}">
                <a16:creationId xmlns:a16="http://schemas.microsoft.com/office/drawing/2014/main" id="{6BDE1673-3B90-D8BF-6665-B9C0E0473805}"/>
              </a:ext>
            </a:extLst>
          </p:cNvPr>
          <p:cNvSpPr>
            <a:spLocks noGrp="1"/>
          </p:cNvSpPr>
          <p:nvPr>
            <p:ph type="pic" sz="quarter" idx="18"/>
          </p:nvPr>
        </p:nvSpPr>
        <p:spPr>
          <a:xfrm>
            <a:off x="0" y="1"/>
            <a:ext cx="11277374" cy="6857999"/>
          </a:xfrm>
          <a:custGeom>
            <a:avLst/>
            <a:gdLst>
              <a:gd name="connsiteX0" fmla="*/ 523400 w 11277374"/>
              <a:gd name="connsiteY0" fmla="*/ 526807 h 6857999"/>
              <a:gd name="connsiteX1" fmla="*/ 548502 w 11277374"/>
              <a:gd name="connsiteY1" fmla="*/ 541828 h 6857999"/>
              <a:gd name="connsiteX2" fmla="*/ 554799 w 11277374"/>
              <a:gd name="connsiteY2" fmla="*/ 580852 h 6857999"/>
              <a:gd name="connsiteX3" fmla="*/ 549051 w 11277374"/>
              <a:gd name="connsiteY3" fmla="*/ 615255 h 6857999"/>
              <a:gd name="connsiteX4" fmla="*/ 520396 w 11277374"/>
              <a:gd name="connsiteY4" fmla="*/ 632182 h 6857999"/>
              <a:gd name="connsiteX5" fmla="*/ 487120 w 11277374"/>
              <a:gd name="connsiteY5" fmla="*/ 614417 h 6857999"/>
              <a:gd name="connsiteX6" fmla="*/ 487120 w 11277374"/>
              <a:gd name="connsiteY6" fmla="*/ 545929 h 6857999"/>
              <a:gd name="connsiteX7" fmla="*/ 523400 w 11277374"/>
              <a:gd name="connsiteY7" fmla="*/ 526807 h 6857999"/>
              <a:gd name="connsiteX8" fmla="*/ 751654 w 11277374"/>
              <a:gd name="connsiteY8" fmla="*/ 523803 h 6857999"/>
              <a:gd name="connsiteX9" fmla="*/ 780539 w 11277374"/>
              <a:gd name="connsiteY9" fmla="*/ 541279 h 6857999"/>
              <a:gd name="connsiteX10" fmla="*/ 786836 w 11277374"/>
              <a:gd name="connsiteY10" fmla="*/ 582210 h 6857999"/>
              <a:gd name="connsiteX11" fmla="*/ 782764 w 11277374"/>
              <a:gd name="connsiteY11" fmla="*/ 611760 h 6857999"/>
              <a:gd name="connsiteX12" fmla="*/ 753271 w 11277374"/>
              <a:gd name="connsiteY12" fmla="*/ 632182 h 6857999"/>
              <a:gd name="connsiteX13" fmla="*/ 725715 w 11277374"/>
              <a:gd name="connsiteY13" fmla="*/ 618548 h 6857999"/>
              <a:gd name="connsiteX14" fmla="*/ 717251 w 11277374"/>
              <a:gd name="connsiteY14" fmla="*/ 574034 h 6857999"/>
              <a:gd name="connsiteX15" fmla="*/ 723808 w 11277374"/>
              <a:gd name="connsiteY15" fmla="*/ 538562 h 6857999"/>
              <a:gd name="connsiteX16" fmla="*/ 751654 w 11277374"/>
              <a:gd name="connsiteY16" fmla="*/ 523803 h 6857999"/>
              <a:gd name="connsiteX17" fmla="*/ 1360186 w 11277374"/>
              <a:gd name="connsiteY17" fmla="*/ 517418 h 6857999"/>
              <a:gd name="connsiteX18" fmla="*/ 1362295 w 11277374"/>
              <a:gd name="connsiteY18" fmla="*/ 517418 h 6857999"/>
              <a:gd name="connsiteX19" fmla="*/ 1364808 w 11277374"/>
              <a:gd name="connsiteY19" fmla="*/ 517822 h 6857999"/>
              <a:gd name="connsiteX20" fmla="*/ 1366715 w 11277374"/>
              <a:gd name="connsiteY20" fmla="*/ 520826 h 6857999"/>
              <a:gd name="connsiteX21" fmla="*/ 1365732 w 11277374"/>
              <a:gd name="connsiteY21" fmla="*/ 523599 h 6857999"/>
              <a:gd name="connsiteX22" fmla="*/ 1362180 w 11277374"/>
              <a:gd name="connsiteY22" fmla="*/ 524553 h 6857999"/>
              <a:gd name="connsiteX23" fmla="*/ 1360186 w 11277374"/>
              <a:gd name="connsiteY23" fmla="*/ 524553 h 6857999"/>
              <a:gd name="connsiteX24" fmla="*/ 1357298 w 11277374"/>
              <a:gd name="connsiteY24" fmla="*/ 515049 h 6857999"/>
              <a:gd name="connsiteX25" fmla="*/ 1357298 w 11277374"/>
              <a:gd name="connsiteY25" fmla="*/ 535500 h 6857999"/>
              <a:gd name="connsiteX26" fmla="*/ 1360157 w 11277374"/>
              <a:gd name="connsiteY26" fmla="*/ 535500 h 6857999"/>
              <a:gd name="connsiteX27" fmla="*/ 1360157 w 11277374"/>
              <a:gd name="connsiteY27" fmla="*/ 526459 h 6857999"/>
              <a:gd name="connsiteX28" fmla="*/ 1361977 w 11277374"/>
              <a:gd name="connsiteY28" fmla="*/ 527412 h 6857999"/>
              <a:gd name="connsiteX29" fmla="*/ 1365530 w 11277374"/>
              <a:gd name="connsiteY29" fmla="*/ 532496 h 6857999"/>
              <a:gd name="connsiteX30" fmla="*/ 1367206 w 11277374"/>
              <a:gd name="connsiteY30" fmla="*/ 535500 h 6857999"/>
              <a:gd name="connsiteX31" fmla="*/ 1370701 w 11277374"/>
              <a:gd name="connsiteY31" fmla="*/ 535500 h 6857999"/>
              <a:gd name="connsiteX32" fmla="*/ 1367754 w 11277374"/>
              <a:gd name="connsiteY32" fmla="*/ 530792 h 6857999"/>
              <a:gd name="connsiteX33" fmla="*/ 1365992 w 11277374"/>
              <a:gd name="connsiteY33" fmla="*/ 528250 h 6857999"/>
              <a:gd name="connsiteX34" fmla="*/ 1364230 w 11277374"/>
              <a:gd name="connsiteY34" fmla="*/ 526401 h 6857999"/>
              <a:gd name="connsiteX35" fmla="*/ 1369719 w 11277374"/>
              <a:gd name="connsiteY35" fmla="*/ 520740 h 6857999"/>
              <a:gd name="connsiteX36" fmla="*/ 1367899 w 11277374"/>
              <a:gd name="connsiteY36" fmla="*/ 516551 h 6857999"/>
              <a:gd name="connsiteX37" fmla="*/ 1363046 w 11277374"/>
              <a:gd name="connsiteY37" fmla="*/ 515049 h 6857999"/>
              <a:gd name="connsiteX38" fmla="*/ 1362988 w 11277374"/>
              <a:gd name="connsiteY38" fmla="*/ 509705 h 6857999"/>
              <a:gd name="connsiteX39" fmla="*/ 1378095 w 11277374"/>
              <a:gd name="connsiteY39" fmla="*/ 525419 h 6857999"/>
              <a:gd name="connsiteX40" fmla="*/ 1362988 w 11277374"/>
              <a:gd name="connsiteY40" fmla="*/ 541133 h 6857999"/>
              <a:gd name="connsiteX41" fmla="*/ 1347881 w 11277374"/>
              <a:gd name="connsiteY41" fmla="*/ 525419 h 6857999"/>
              <a:gd name="connsiteX42" fmla="*/ 1362988 w 11277374"/>
              <a:gd name="connsiteY42" fmla="*/ 509705 h 6857999"/>
              <a:gd name="connsiteX43" fmla="*/ 1155360 w 11277374"/>
              <a:gd name="connsiteY43" fmla="*/ 507453 h 6857999"/>
              <a:gd name="connsiteX44" fmla="*/ 1133263 w 11277374"/>
              <a:gd name="connsiteY44" fmla="*/ 510948 h 6857999"/>
              <a:gd name="connsiteX45" fmla="*/ 1133263 w 11277374"/>
              <a:gd name="connsiteY45" fmla="*/ 568026 h 6857999"/>
              <a:gd name="connsiteX46" fmla="*/ 1133263 w 11277374"/>
              <a:gd name="connsiteY46" fmla="*/ 646364 h 6857999"/>
              <a:gd name="connsiteX47" fmla="*/ 1155360 w 11277374"/>
              <a:gd name="connsiteY47" fmla="*/ 646364 h 6857999"/>
              <a:gd name="connsiteX48" fmla="*/ 1155360 w 11277374"/>
              <a:gd name="connsiteY48" fmla="*/ 543820 h 6857999"/>
              <a:gd name="connsiteX49" fmla="*/ 959891 w 11277374"/>
              <a:gd name="connsiteY49" fmla="*/ 507453 h 6857999"/>
              <a:gd name="connsiteX50" fmla="*/ 937822 w 11277374"/>
              <a:gd name="connsiteY50" fmla="*/ 510948 h 6857999"/>
              <a:gd name="connsiteX51" fmla="*/ 937822 w 11277374"/>
              <a:gd name="connsiteY51" fmla="*/ 570193 h 6857999"/>
              <a:gd name="connsiteX52" fmla="*/ 937822 w 11277374"/>
              <a:gd name="connsiteY52" fmla="*/ 646364 h 6857999"/>
              <a:gd name="connsiteX53" fmla="*/ 959891 w 11277374"/>
              <a:gd name="connsiteY53" fmla="*/ 646364 h 6857999"/>
              <a:gd name="connsiteX54" fmla="*/ 959891 w 11277374"/>
              <a:gd name="connsiteY54" fmla="*/ 585358 h 6857999"/>
              <a:gd name="connsiteX55" fmla="*/ 1311225 w 11277374"/>
              <a:gd name="connsiteY55" fmla="*/ 507453 h 6857999"/>
              <a:gd name="connsiteX56" fmla="*/ 1289099 w 11277374"/>
              <a:gd name="connsiteY56" fmla="*/ 510948 h 6857999"/>
              <a:gd name="connsiteX57" fmla="*/ 1289099 w 11277374"/>
              <a:gd name="connsiteY57" fmla="*/ 568026 h 6857999"/>
              <a:gd name="connsiteX58" fmla="*/ 1289099 w 11277374"/>
              <a:gd name="connsiteY58" fmla="*/ 646364 h 6857999"/>
              <a:gd name="connsiteX59" fmla="*/ 1311225 w 11277374"/>
              <a:gd name="connsiteY59" fmla="*/ 646364 h 6857999"/>
              <a:gd name="connsiteX60" fmla="*/ 1311225 w 11277374"/>
              <a:gd name="connsiteY60" fmla="*/ 581747 h 6857999"/>
              <a:gd name="connsiteX61" fmla="*/ 1362988 w 11277374"/>
              <a:gd name="connsiteY61" fmla="*/ 507048 h 6857999"/>
              <a:gd name="connsiteX62" fmla="*/ 1344617 w 11277374"/>
              <a:gd name="connsiteY62" fmla="*/ 525419 h 6857999"/>
              <a:gd name="connsiteX63" fmla="*/ 1362988 w 11277374"/>
              <a:gd name="connsiteY63" fmla="*/ 543791 h 6857999"/>
              <a:gd name="connsiteX64" fmla="*/ 1381388 w 11277374"/>
              <a:gd name="connsiteY64" fmla="*/ 525419 h 6857999"/>
              <a:gd name="connsiteX65" fmla="*/ 1362988 w 11277374"/>
              <a:gd name="connsiteY65" fmla="*/ 507048 h 6857999"/>
              <a:gd name="connsiteX66" fmla="*/ 484665 w 11277374"/>
              <a:gd name="connsiteY66" fmla="*/ 506905 h 6857999"/>
              <a:gd name="connsiteX67" fmla="*/ 462827 w 11277374"/>
              <a:gd name="connsiteY67" fmla="*/ 510718 h 6857999"/>
              <a:gd name="connsiteX68" fmla="*/ 465831 w 11277374"/>
              <a:gd name="connsiteY68" fmla="*/ 539892 h 6857999"/>
              <a:gd name="connsiteX69" fmla="*/ 465831 w 11277374"/>
              <a:gd name="connsiteY69" fmla="*/ 725511 h 6857999"/>
              <a:gd name="connsiteX70" fmla="*/ 487120 w 11277374"/>
              <a:gd name="connsiteY70" fmla="*/ 721439 h 6857999"/>
              <a:gd name="connsiteX71" fmla="*/ 487120 w 11277374"/>
              <a:gd name="connsiteY71" fmla="*/ 634117 h 6857999"/>
              <a:gd name="connsiteX72" fmla="*/ 524498 w 11277374"/>
              <a:gd name="connsiteY72" fmla="*/ 649947 h 6857999"/>
              <a:gd name="connsiteX73" fmla="*/ 566555 w 11277374"/>
              <a:gd name="connsiteY73" fmla="*/ 625105 h 6857999"/>
              <a:gd name="connsiteX74" fmla="*/ 577474 w 11277374"/>
              <a:gd name="connsiteY74" fmla="*/ 578166 h 6857999"/>
              <a:gd name="connsiteX75" fmla="*/ 562453 w 11277374"/>
              <a:gd name="connsiteY75" fmla="*/ 524641 h 6857999"/>
              <a:gd name="connsiteX76" fmla="*/ 526144 w 11277374"/>
              <a:gd name="connsiteY76" fmla="*/ 507714 h 6857999"/>
              <a:gd name="connsiteX77" fmla="*/ 486022 w 11277374"/>
              <a:gd name="connsiteY77" fmla="*/ 527645 h 6857999"/>
              <a:gd name="connsiteX78" fmla="*/ 484665 w 11277374"/>
              <a:gd name="connsiteY78" fmla="*/ 506905 h 6857999"/>
              <a:gd name="connsiteX79" fmla="*/ 1006310 w 11277374"/>
              <a:gd name="connsiteY79" fmla="*/ 506904 h 6857999"/>
              <a:gd name="connsiteX80" fmla="*/ 984472 w 11277374"/>
              <a:gd name="connsiteY80" fmla="*/ 511497 h 6857999"/>
              <a:gd name="connsiteX81" fmla="*/ 1033346 w 11277374"/>
              <a:gd name="connsiteY81" fmla="*/ 647721 h 6857999"/>
              <a:gd name="connsiteX82" fmla="*/ 1054346 w 11277374"/>
              <a:gd name="connsiteY82" fmla="*/ 647721 h 6857999"/>
              <a:gd name="connsiteX83" fmla="*/ 1105445 w 11277374"/>
              <a:gd name="connsiteY83" fmla="*/ 510428 h 6857999"/>
              <a:gd name="connsiteX84" fmla="*/ 1082770 w 11277374"/>
              <a:gd name="connsiteY84" fmla="*/ 510428 h 6857999"/>
              <a:gd name="connsiteX85" fmla="*/ 1051631 w 11277374"/>
              <a:gd name="connsiteY85" fmla="*/ 600840 h 6857999"/>
              <a:gd name="connsiteX86" fmla="*/ 1045074 w 11277374"/>
              <a:gd name="connsiteY86" fmla="*/ 623717 h 6857999"/>
              <a:gd name="connsiteX87" fmla="*/ 1044525 w 11277374"/>
              <a:gd name="connsiteY87" fmla="*/ 623717 h 6857999"/>
              <a:gd name="connsiteX88" fmla="*/ 1037997 w 11277374"/>
              <a:gd name="connsiteY88" fmla="*/ 600522 h 6857999"/>
              <a:gd name="connsiteX89" fmla="*/ 674068 w 11277374"/>
              <a:gd name="connsiteY89" fmla="*/ 506356 h 6857999"/>
              <a:gd name="connsiteX90" fmla="*/ 635881 w 11277374"/>
              <a:gd name="connsiteY90" fmla="*/ 529002 h 6857999"/>
              <a:gd name="connsiteX91" fmla="*/ 631520 w 11277374"/>
              <a:gd name="connsiteY91" fmla="*/ 506876 h 6857999"/>
              <a:gd name="connsiteX92" fmla="*/ 610231 w 11277374"/>
              <a:gd name="connsiteY92" fmla="*/ 512624 h 6857999"/>
              <a:gd name="connsiteX93" fmla="*/ 614853 w 11277374"/>
              <a:gd name="connsiteY93" fmla="*/ 541539 h 6857999"/>
              <a:gd name="connsiteX94" fmla="*/ 614853 w 11277374"/>
              <a:gd name="connsiteY94" fmla="*/ 646394 h 6857999"/>
              <a:gd name="connsiteX95" fmla="*/ 636141 w 11277374"/>
              <a:gd name="connsiteY95" fmla="*/ 646394 h 6857999"/>
              <a:gd name="connsiteX96" fmla="*/ 636141 w 11277374"/>
              <a:gd name="connsiteY96" fmla="*/ 561239 h 6857999"/>
              <a:gd name="connsiteX97" fmla="*/ 644056 w 11277374"/>
              <a:gd name="connsiteY97" fmla="*/ 539690 h 6857999"/>
              <a:gd name="connsiteX98" fmla="*/ 666702 w 11277374"/>
              <a:gd name="connsiteY98" fmla="*/ 529840 h 6857999"/>
              <a:gd name="connsiteX99" fmla="*/ 672711 w 11277374"/>
              <a:gd name="connsiteY99" fmla="*/ 530938 h 6857999"/>
              <a:gd name="connsiteX100" fmla="*/ 681463 w 11277374"/>
              <a:gd name="connsiteY100" fmla="*/ 507714 h 6857999"/>
              <a:gd name="connsiteX101" fmla="*/ 674068 w 11277374"/>
              <a:gd name="connsiteY101" fmla="*/ 506356 h 6857999"/>
              <a:gd name="connsiteX102" fmla="*/ 751914 w 11277374"/>
              <a:gd name="connsiteY102" fmla="*/ 506355 h 6857999"/>
              <a:gd name="connsiteX103" fmla="*/ 694027 w 11277374"/>
              <a:gd name="connsiteY103" fmla="*/ 577617 h 6857999"/>
              <a:gd name="connsiteX104" fmla="*/ 752723 w 11277374"/>
              <a:gd name="connsiteY104" fmla="*/ 649945 h 6857999"/>
              <a:gd name="connsiteX105" fmla="*/ 811129 w 11277374"/>
              <a:gd name="connsiteY105" fmla="*/ 580592 h 6857999"/>
              <a:gd name="connsiteX106" fmla="*/ 798593 w 11277374"/>
              <a:gd name="connsiteY106" fmla="*/ 530129 h 6857999"/>
              <a:gd name="connsiteX107" fmla="*/ 751914 w 11277374"/>
              <a:gd name="connsiteY107" fmla="*/ 506355 h 6857999"/>
              <a:gd name="connsiteX108" fmla="*/ 1224886 w 11277374"/>
              <a:gd name="connsiteY108" fmla="*/ 466261 h 6857999"/>
              <a:gd name="connsiteX109" fmla="*/ 1204753 w 11277374"/>
              <a:gd name="connsiteY109" fmla="*/ 470421 h 6857999"/>
              <a:gd name="connsiteX110" fmla="*/ 1204753 w 11277374"/>
              <a:gd name="connsiteY110" fmla="*/ 510398 h 6857999"/>
              <a:gd name="connsiteX111" fmla="*/ 1185919 w 11277374"/>
              <a:gd name="connsiteY111" fmla="*/ 510398 h 6857999"/>
              <a:gd name="connsiteX112" fmla="*/ 1185919 w 11277374"/>
              <a:gd name="connsiteY112" fmla="*/ 526516 h 6857999"/>
              <a:gd name="connsiteX113" fmla="*/ 1203656 w 11277374"/>
              <a:gd name="connsiteY113" fmla="*/ 526516 h 6857999"/>
              <a:gd name="connsiteX114" fmla="*/ 1203656 w 11277374"/>
              <a:gd name="connsiteY114" fmla="*/ 619875 h 6857999"/>
              <a:gd name="connsiteX115" fmla="*/ 1216741 w 11277374"/>
              <a:gd name="connsiteY115" fmla="*/ 646883 h 6857999"/>
              <a:gd name="connsiteX116" fmla="*/ 1234506 w 11277374"/>
              <a:gd name="connsiteY116" fmla="*/ 650725 h 6857999"/>
              <a:gd name="connsiteX117" fmla="*/ 1258538 w 11277374"/>
              <a:gd name="connsiteY117" fmla="*/ 645236 h 6857999"/>
              <a:gd name="connsiteX118" fmla="*/ 1255534 w 11277374"/>
              <a:gd name="connsiteY118" fmla="*/ 631602 h 6857999"/>
              <a:gd name="connsiteX119" fmla="*/ 1242160 w 11277374"/>
              <a:gd name="connsiteY119" fmla="*/ 634375 h 6857999"/>
              <a:gd name="connsiteX120" fmla="*/ 1224684 w 11277374"/>
              <a:gd name="connsiteY120" fmla="*/ 614155 h 6857999"/>
              <a:gd name="connsiteX121" fmla="*/ 1224684 w 11277374"/>
              <a:gd name="connsiteY121" fmla="*/ 526516 h 6857999"/>
              <a:gd name="connsiteX122" fmla="*/ 1253079 w 11277374"/>
              <a:gd name="connsiteY122" fmla="*/ 526516 h 6857999"/>
              <a:gd name="connsiteX123" fmla="*/ 1259636 w 11277374"/>
              <a:gd name="connsiteY123" fmla="*/ 510398 h 6857999"/>
              <a:gd name="connsiteX124" fmla="*/ 1224886 w 11277374"/>
              <a:gd name="connsiteY124" fmla="*/ 510398 h 6857999"/>
              <a:gd name="connsiteX125" fmla="*/ 873261 w 11277374"/>
              <a:gd name="connsiteY125" fmla="*/ 466261 h 6857999"/>
              <a:gd name="connsiteX126" fmla="*/ 853127 w 11277374"/>
              <a:gd name="connsiteY126" fmla="*/ 470421 h 6857999"/>
              <a:gd name="connsiteX127" fmla="*/ 853127 w 11277374"/>
              <a:gd name="connsiteY127" fmla="*/ 510398 h 6857999"/>
              <a:gd name="connsiteX128" fmla="*/ 834265 w 11277374"/>
              <a:gd name="connsiteY128" fmla="*/ 510398 h 6857999"/>
              <a:gd name="connsiteX129" fmla="*/ 834265 w 11277374"/>
              <a:gd name="connsiteY129" fmla="*/ 526516 h 6857999"/>
              <a:gd name="connsiteX130" fmla="*/ 852001 w 11277374"/>
              <a:gd name="connsiteY130" fmla="*/ 526516 h 6857999"/>
              <a:gd name="connsiteX131" fmla="*/ 852001 w 11277374"/>
              <a:gd name="connsiteY131" fmla="*/ 619875 h 6857999"/>
              <a:gd name="connsiteX132" fmla="*/ 865115 w 11277374"/>
              <a:gd name="connsiteY132" fmla="*/ 646883 h 6857999"/>
              <a:gd name="connsiteX133" fmla="*/ 882851 w 11277374"/>
              <a:gd name="connsiteY133" fmla="*/ 650725 h 6857999"/>
              <a:gd name="connsiteX134" fmla="*/ 906883 w 11277374"/>
              <a:gd name="connsiteY134" fmla="*/ 645236 h 6857999"/>
              <a:gd name="connsiteX135" fmla="*/ 903850 w 11277374"/>
              <a:gd name="connsiteY135" fmla="*/ 631602 h 6857999"/>
              <a:gd name="connsiteX136" fmla="*/ 890476 w 11277374"/>
              <a:gd name="connsiteY136" fmla="*/ 634375 h 6857999"/>
              <a:gd name="connsiteX137" fmla="*/ 873001 w 11277374"/>
              <a:gd name="connsiteY137" fmla="*/ 614155 h 6857999"/>
              <a:gd name="connsiteX138" fmla="*/ 873001 w 11277374"/>
              <a:gd name="connsiteY138" fmla="*/ 526516 h 6857999"/>
              <a:gd name="connsiteX139" fmla="*/ 901395 w 11277374"/>
              <a:gd name="connsiteY139" fmla="*/ 526516 h 6857999"/>
              <a:gd name="connsiteX140" fmla="*/ 907952 w 11277374"/>
              <a:gd name="connsiteY140" fmla="*/ 510398 h 6857999"/>
              <a:gd name="connsiteX141" fmla="*/ 873261 w 11277374"/>
              <a:gd name="connsiteY141" fmla="*/ 510398 h 6857999"/>
              <a:gd name="connsiteX142" fmla="*/ 949289 w 11277374"/>
              <a:gd name="connsiteY142" fmla="*/ 453408 h 6857999"/>
              <a:gd name="connsiteX143" fmla="*/ 934297 w 11277374"/>
              <a:gd name="connsiteY143" fmla="*/ 468602 h 6857999"/>
              <a:gd name="connsiteX144" fmla="*/ 949289 w 11277374"/>
              <a:gd name="connsiteY144" fmla="*/ 483391 h 6857999"/>
              <a:gd name="connsiteX145" fmla="*/ 964252 w 11277374"/>
              <a:gd name="connsiteY145" fmla="*/ 468371 h 6857999"/>
              <a:gd name="connsiteX146" fmla="*/ 949289 w 11277374"/>
              <a:gd name="connsiteY146" fmla="*/ 453408 h 6857999"/>
              <a:gd name="connsiteX147" fmla="*/ 1144701 w 11277374"/>
              <a:gd name="connsiteY147" fmla="*/ 453408 h 6857999"/>
              <a:gd name="connsiteX148" fmla="*/ 1129709 w 11277374"/>
              <a:gd name="connsiteY148" fmla="*/ 468602 h 6857999"/>
              <a:gd name="connsiteX149" fmla="*/ 1144701 w 11277374"/>
              <a:gd name="connsiteY149" fmla="*/ 483391 h 6857999"/>
              <a:gd name="connsiteX150" fmla="*/ 1159692 w 11277374"/>
              <a:gd name="connsiteY150" fmla="*/ 468371 h 6857999"/>
              <a:gd name="connsiteX151" fmla="*/ 1144701 w 11277374"/>
              <a:gd name="connsiteY151" fmla="*/ 453408 h 6857999"/>
              <a:gd name="connsiteX152" fmla="*/ 1300567 w 11277374"/>
              <a:gd name="connsiteY152" fmla="*/ 453408 h 6857999"/>
              <a:gd name="connsiteX153" fmla="*/ 1285575 w 11277374"/>
              <a:gd name="connsiteY153" fmla="*/ 468602 h 6857999"/>
              <a:gd name="connsiteX154" fmla="*/ 1300567 w 11277374"/>
              <a:gd name="connsiteY154" fmla="*/ 483391 h 6857999"/>
              <a:gd name="connsiteX155" fmla="*/ 1315558 w 11277374"/>
              <a:gd name="connsiteY155" fmla="*/ 468371 h 6857999"/>
              <a:gd name="connsiteX156" fmla="*/ 1300567 w 11277374"/>
              <a:gd name="connsiteY156" fmla="*/ 453408 h 6857999"/>
              <a:gd name="connsiteX157" fmla="*/ 0 w 11277374"/>
              <a:gd name="connsiteY157" fmla="*/ 0 h 6857999"/>
              <a:gd name="connsiteX158" fmla="*/ 11277374 w 11277374"/>
              <a:gd name="connsiteY158" fmla="*/ 0 h 6857999"/>
              <a:gd name="connsiteX159" fmla="*/ 11277374 w 11277374"/>
              <a:gd name="connsiteY159" fmla="*/ 6857999 h 6857999"/>
              <a:gd name="connsiteX160" fmla="*/ 0 w 11277374"/>
              <a:gd name="connsiteY160"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Lst>
            <a:rect l="l" t="t" r="r" b="b"/>
            <a:pathLst>
              <a:path w="11277374" h="6857999">
                <a:moveTo>
                  <a:pt x="523400" y="526807"/>
                </a:moveTo>
                <a:cubicBezTo>
                  <a:pt x="534319" y="526807"/>
                  <a:pt x="544169" y="532527"/>
                  <a:pt x="548502" y="541828"/>
                </a:cubicBezTo>
                <a:cubicBezTo>
                  <a:pt x="552344" y="550002"/>
                  <a:pt x="554799" y="564474"/>
                  <a:pt x="554799" y="580852"/>
                </a:cubicBezTo>
                <a:cubicBezTo>
                  <a:pt x="554799" y="596133"/>
                  <a:pt x="553152" y="606532"/>
                  <a:pt x="549051" y="615255"/>
                </a:cubicBezTo>
                <a:cubicBezTo>
                  <a:pt x="544429" y="625394"/>
                  <a:pt x="532961" y="632182"/>
                  <a:pt x="520396" y="632182"/>
                </a:cubicBezTo>
                <a:cubicBezTo>
                  <a:pt x="508957" y="632182"/>
                  <a:pt x="497201" y="625914"/>
                  <a:pt x="487120" y="614417"/>
                </a:cubicBezTo>
                <a:lnTo>
                  <a:pt x="487120" y="545929"/>
                </a:lnTo>
                <a:cubicBezTo>
                  <a:pt x="497490" y="533335"/>
                  <a:pt x="509766" y="526807"/>
                  <a:pt x="523400" y="526807"/>
                </a:cubicBezTo>
                <a:close/>
                <a:moveTo>
                  <a:pt x="751654" y="523803"/>
                </a:moveTo>
                <a:cubicBezTo>
                  <a:pt x="762833" y="523803"/>
                  <a:pt x="774820" y="529290"/>
                  <a:pt x="780539" y="541279"/>
                </a:cubicBezTo>
                <a:cubicBezTo>
                  <a:pt x="784930" y="550291"/>
                  <a:pt x="786836" y="563174"/>
                  <a:pt x="786836" y="582210"/>
                </a:cubicBezTo>
                <a:cubicBezTo>
                  <a:pt x="786836" y="595640"/>
                  <a:pt x="785739" y="603267"/>
                  <a:pt x="782764" y="611760"/>
                </a:cubicBezTo>
                <a:cubicBezTo>
                  <a:pt x="778113" y="624816"/>
                  <a:pt x="767483" y="632182"/>
                  <a:pt x="753271" y="632182"/>
                </a:cubicBezTo>
                <a:cubicBezTo>
                  <a:pt x="741544" y="632182"/>
                  <a:pt x="730625" y="626751"/>
                  <a:pt x="725715" y="618548"/>
                </a:cubicBezTo>
                <a:cubicBezTo>
                  <a:pt x="720544" y="610083"/>
                  <a:pt x="717251" y="593156"/>
                  <a:pt x="717251" y="574034"/>
                </a:cubicBezTo>
                <a:cubicBezTo>
                  <a:pt x="717251" y="557888"/>
                  <a:pt x="719446" y="547027"/>
                  <a:pt x="723808" y="538562"/>
                </a:cubicBezTo>
                <a:cubicBezTo>
                  <a:pt x="728430" y="529522"/>
                  <a:pt x="739637" y="523803"/>
                  <a:pt x="751654" y="523803"/>
                </a:cubicBezTo>
                <a:close/>
                <a:moveTo>
                  <a:pt x="1360186" y="517418"/>
                </a:moveTo>
                <a:lnTo>
                  <a:pt x="1362295" y="517418"/>
                </a:lnTo>
                <a:cubicBezTo>
                  <a:pt x="1363364" y="517418"/>
                  <a:pt x="1364230" y="517562"/>
                  <a:pt x="1364808" y="517822"/>
                </a:cubicBezTo>
                <a:cubicBezTo>
                  <a:pt x="1365906" y="518256"/>
                  <a:pt x="1366715" y="519382"/>
                  <a:pt x="1366715" y="520826"/>
                </a:cubicBezTo>
                <a:cubicBezTo>
                  <a:pt x="1366715" y="522040"/>
                  <a:pt x="1366310" y="522993"/>
                  <a:pt x="1365732" y="523599"/>
                </a:cubicBezTo>
                <a:cubicBezTo>
                  <a:pt x="1365010" y="524235"/>
                  <a:pt x="1363999" y="524553"/>
                  <a:pt x="1362180" y="524553"/>
                </a:cubicBezTo>
                <a:lnTo>
                  <a:pt x="1360186" y="524553"/>
                </a:lnTo>
                <a:close/>
                <a:moveTo>
                  <a:pt x="1357298" y="515049"/>
                </a:moveTo>
                <a:lnTo>
                  <a:pt x="1357298" y="535500"/>
                </a:lnTo>
                <a:lnTo>
                  <a:pt x="1360157" y="535500"/>
                </a:lnTo>
                <a:lnTo>
                  <a:pt x="1360157" y="526459"/>
                </a:lnTo>
                <a:cubicBezTo>
                  <a:pt x="1360995" y="526517"/>
                  <a:pt x="1361428" y="526806"/>
                  <a:pt x="1361977" y="527412"/>
                </a:cubicBezTo>
                <a:cubicBezTo>
                  <a:pt x="1363450" y="529030"/>
                  <a:pt x="1363970" y="529897"/>
                  <a:pt x="1365530" y="532496"/>
                </a:cubicBezTo>
                <a:cubicBezTo>
                  <a:pt x="1366339" y="533883"/>
                  <a:pt x="1366628" y="534374"/>
                  <a:pt x="1367206" y="535500"/>
                </a:cubicBezTo>
                <a:lnTo>
                  <a:pt x="1370701" y="535500"/>
                </a:lnTo>
                <a:cubicBezTo>
                  <a:pt x="1370296" y="534865"/>
                  <a:pt x="1368621" y="532178"/>
                  <a:pt x="1367754" y="530792"/>
                </a:cubicBezTo>
                <a:cubicBezTo>
                  <a:pt x="1367061" y="529694"/>
                  <a:pt x="1366455" y="528828"/>
                  <a:pt x="1365992" y="528250"/>
                </a:cubicBezTo>
                <a:cubicBezTo>
                  <a:pt x="1365675" y="527759"/>
                  <a:pt x="1365155" y="527124"/>
                  <a:pt x="1364230" y="526401"/>
                </a:cubicBezTo>
                <a:cubicBezTo>
                  <a:pt x="1367639" y="526488"/>
                  <a:pt x="1369719" y="523917"/>
                  <a:pt x="1369719" y="520740"/>
                </a:cubicBezTo>
                <a:cubicBezTo>
                  <a:pt x="1369719" y="518776"/>
                  <a:pt x="1368852" y="517389"/>
                  <a:pt x="1367899" y="516551"/>
                </a:cubicBezTo>
                <a:cubicBezTo>
                  <a:pt x="1366888" y="515598"/>
                  <a:pt x="1365472" y="515049"/>
                  <a:pt x="1363046" y="515049"/>
                </a:cubicBezTo>
                <a:close/>
                <a:moveTo>
                  <a:pt x="1362988" y="509705"/>
                </a:moveTo>
                <a:cubicBezTo>
                  <a:pt x="1371365" y="509705"/>
                  <a:pt x="1378095" y="516522"/>
                  <a:pt x="1378095" y="525419"/>
                </a:cubicBezTo>
                <a:cubicBezTo>
                  <a:pt x="1378095" y="534287"/>
                  <a:pt x="1371365" y="541133"/>
                  <a:pt x="1362988" y="541133"/>
                </a:cubicBezTo>
                <a:cubicBezTo>
                  <a:pt x="1354554" y="541133"/>
                  <a:pt x="1347881" y="534316"/>
                  <a:pt x="1347881" y="525419"/>
                </a:cubicBezTo>
                <a:cubicBezTo>
                  <a:pt x="1347881" y="516522"/>
                  <a:pt x="1354554" y="509705"/>
                  <a:pt x="1362988" y="509705"/>
                </a:cubicBezTo>
                <a:close/>
                <a:moveTo>
                  <a:pt x="1155360" y="507453"/>
                </a:moveTo>
                <a:lnTo>
                  <a:pt x="1133263" y="510948"/>
                </a:lnTo>
                <a:lnTo>
                  <a:pt x="1133263" y="568026"/>
                </a:lnTo>
                <a:lnTo>
                  <a:pt x="1133263" y="646364"/>
                </a:lnTo>
                <a:lnTo>
                  <a:pt x="1155360" y="646364"/>
                </a:lnTo>
                <a:lnTo>
                  <a:pt x="1155360" y="543820"/>
                </a:lnTo>
                <a:close/>
                <a:moveTo>
                  <a:pt x="959891" y="507453"/>
                </a:moveTo>
                <a:lnTo>
                  <a:pt x="937822" y="510948"/>
                </a:lnTo>
                <a:lnTo>
                  <a:pt x="937822" y="570193"/>
                </a:lnTo>
                <a:lnTo>
                  <a:pt x="937822" y="646364"/>
                </a:lnTo>
                <a:lnTo>
                  <a:pt x="959891" y="646364"/>
                </a:lnTo>
                <a:lnTo>
                  <a:pt x="959891" y="585358"/>
                </a:lnTo>
                <a:close/>
                <a:moveTo>
                  <a:pt x="1311225" y="507453"/>
                </a:moveTo>
                <a:lnTo>
                  <a:pt x="1289099" y="510948"/>
                </a:lnTo>
                <a:lnTo>
                  <a:pt x="1289099" y="568026"/>
                </a:lnTo>
                <a:lnTo>
                  <a:pt x="1289099" y="646364"/>
                </a:lnTo>
                <a:lnTo>
                  <a:pt x="1311225" y="646364"/>
                </a:lnTo>
                <a:lnTo>
                  <a:pt x="1311225" y="581747"/>
                </a:lnTo>
                <a:close/>
                <a:moveTo>
                  <a:pt x="1362988" y="507048"/>
                </a:moveTo>
                <a:cubicBezTo>
                  <a:pt x="1352965" y="507048"/>
                  <a:pt x="1344617" y="514934"/>
                  <a:pt x="1344617" y="525419"/>
                </a:cubicBezTo>
                <a:cubicBezTo>
                  <a:pt x="1344617" y="535876"/>
                  <a:pt x="1352965" y="543791"/>
                  <a:pt x="1362988" y="543791"/>
                </a:cubicBezTo>
                <a:cubicBezTo>
                  <a:pt x="1372983" y="543791"/>
                  <a:pt x="1381388" y="535876"/>
                  <a:pt x="1381388" y="525419"/>
                </a:cubicBezTo>
                <a:cubicBezTo>
                  <a:pt x="1381388" y="514934"/>
                  <a:pt x="1372983" y="507048"/>
                  <a:pt x="1362988" y="507048"/>
                </a:cubicBezTo>
                <a:close/>
                <a:moveTo>
                  <a:pt x="484665" y="506905"/>
                </a:moveTo>
                <a:lnTo>
                  <a:pt x="462827" y="510718"/>
                </a:lnTo>
                <a:cubicBezTo>
                  <a:pt x="462827" y="510718"/>
                  <a:pt x="465860" y="519153"/>
                  <a:pt x="465831" y="539892"/>
                </a:cubicBezTo>
                <a:lnTo>
                  <a:pt x="465831" y="725511"/>
                </a:lnTo>
                <a:lnTo>
                  <a:pt x="487120" y="721439"/>
                </a:lnTo>
                <a:lnTo>
                  <a:pt x="487120" y="634117"/>
                </a:lnTo>
                <a:cubicBezTo>
                  <a:pt x="496652" y="643967"/>
                  <a:pt x="510575" y="649947"/>
                  <a:pt x="524498" y="649947"/>
                </a:cubicBezTo>
                <a:cubicBezTo>
                  <a:pt x="542234" y="649947"/>
                  <a:pt x="556705" y="640905"/>
                  <a:pt x="566555" y="625105"/>
                </a:cubicBezTo>
                <a:cubicBezTo>
                  <a:pt x="574210" y="612511"/>
                  <a:pt x="577474" y="599974"/>
                  <a:pt x="577474" y="578166"/>
                </a:cubicBezTo>
                <a:cubicBezTo>
                  <a:pt x="577474" y="553902"/>
                  <a:pt x="572563" y="537206"/>
                  <a:pt x="562453" y="524641"/>
                </a:cubicBezTo>
                <a:cubicBezTo>
                  <a:pt x="553730" y="513722"/>
                  <a:pt x="540067" y="507714"/>
                  <a:pt x="526144" y="507714"/>
                </a:cubicBezTo>
                <a:cubicBezTo>
                  <a:pt x="511153" y="507714"/>
                  <a:pt x="497201" y="514589"/>
                  <a:pt x="486022" y="527645"/>
                </a:cubicBezTo>
                <a:cubicBezTo>
                  <a:pt x="486022" y="512653"/>
                  <a:pt x="484665" y="506905"/>
                  <a:pt x="484665" y="506905"/>
                </a:cubicBezTo>
                <a:close/>
                <a:moveTo>
                  <a:pt x="1006310" y="506904"/>
                </a:moveTo>
                <a:lnTo>
                  <a:pt x="984472" y="511497"/>
                </a:lnTo>
                <a:lnTo>
                  <a:pt x="1033346" y="647721"/>
                </a:lnTo>
                <a:lnTo>
                  <a:pt x="1054346" y="647721"/>
                </a:lnTo>
                <a:lnTo>
                  <a:pt x="1105445" y="510428"/>
                </a:lnTo>
                <a:lnTo>
                  <a:pt x="1082770" y="510428"/>
                </a:lnTo>
                <a:lnTo>
                  <a:pt x="1051631" y="600840"/>
                </a:lnTo>
                <a:cubicBezTo>
                  <a:pt x="1047269" y="613059"/>
                  <a:pt x="1045074" y="623717"/>
                  <a:pt x="1045074" y="623717"/>
                </a:cubicBezTo>
                <a:lnTo>
                  <a:pt x="1044525" y="623717"/>
                </a:lnTo>
                <a:cubicBezTo>
                  <a:pt x="1044525" y="623717"/>
                  <a:pt x="1041810" y="611730"/>
                  <a:pt x="1037997" y="600522"/>
                </a:cubicBezTo>
                <a:close/>
                <a:moveTo>
                  <a:pt x="674068" y="506356"/>
                </a:moveTo>
                <a:cubicBezTo>
                  <a:pt x="660174" y="506356"/>
                  <a:pt x="645703" y="515079"/>
                  <a:pt x="635881" y="529002"/>
                </a:cubicBezTo>
                <a:cubicBezTo>
                  <a:pt x="636719" y="517506"/>
                  <a:pt x="631520" y="506876"/>
                  <a:pt x="631520" y="506876"/>
                </a:cubicBezTo>
                <a:lnTo>
                  <a:pt x="610231" y="512624"/>
                </a:lnTo>
                <a:cubicBezTo>
                  <a:pt x="610231" y="512624"/>
                  <a:pt x="614853" y="521665"/>
                  <a:pt x="614853" y="541539"/>
                </a:cubicBezTo>
                <a:lnTo>
                  <a:pt x="614853" y="646394"/>
                </a:lnTo>
                <a:lnTo>
                  <a:pt x="636141" y="646394"/>
                </a:lnTo>
                <a:lnTo>
                  <a:pt x="636141" y="561239"/>
                </a:lnTo>
                <a:cubicBezTo>
                  <a:pt x="636141" y="550031"/>
                  <a:pt x="637759" y="545958"/>
                  <a:pt x="644056" y="539690"/>
                </a:cubicBezTo>
                <a:cubicBezTo>
                  <a:pt x="650324" y="533335"/>
                  <a:pt x="658528" y="529840"/>
                  <a:pt x="666702" y="529840"/>
                </a:cubicBezTo>
                <a:cubicBezTo>
                  <a:pt x="668898" y="529840"/>
                  <a:pt x="671353" y="530389"/>
                  <a:pt x="672711" y="530938"/>
                </a:cubicBezTo>
                <a:lnTo>
                  <a:pt x="681463" y="507714"/>
                </a:lnTo>
                <a:cubicBezTo>
                  <a:pt x="681463" y="507714"/>
                  <a:pt x="677621" y="506356"/>
                  <a:pt x="674068" y="506356"/>
                </a:cubicBezTo>
                <a:close/>
                <a:moveTo>
                  <a:pt x="751914" y="506355"/>
                </a:moveTo>
                <a:cubicBezTo>
                  <a:pt x="716153" y="506355"/>
                  <a:pt x="694027" y="533335"/>
                  <a:pt x="694027" y="577617"/>
                </a:cubicBezTo>
                <a:cubicBezTo>
                  <a:pt x="694027" y="622361"/>
                  <a:pt x="715316" y="649945"/>
                  <a:pt x="752723" y="649945"/>
                </a:cubicBezTo>
                <a:cubicBezTo>
                  <a:pt x="786836" y="649945"/>
                  <a:pt x="811129" y="625942"/>
                  <a:pt x="811129" y="580592"/>
                </a:cubicBezTo>
                <a:cubicBezTo>
                  <a:pt x="811129" y="558495"/>
                  <a:pt x="807056" y="542347"/>
                  <a:pt x="798593" y="530129"/>
                </a:cubicBezTo>
                <a:cubicBezTo>
                  <a:pt x="789292" y="516697"/>
                  <a:pt x="774560" y="506355"/>
                  <a:pt x="751914" y="506355"/>
                </a:cubicBezTo>
                <a:close/>
                <a:moveTo>
                  <a:pt x="1224886" y="466261"/>
                </a:moveTo>
                <a:lnTo>
                  <a:pt x="1204753" y="470421"/>
                </a:lnTo>
                <a:lnTo>
                  <a:pt x="1204753" y="510398"/>
                </a:lnTo>
                <a:lnTo>
                  <a:pt x="1185919" y="510398"/>
                </a:lnTo>
                <a:lnTo>
                  <a:pt x="1185919" y="526516"/>
                </a:lnTo>
                <a:lnTo>
                  <a:pt x="1203656" y="526516"/>
                </a:lnTo>
                <a:lnTo>
                  <a:pt x="1203656" y="619875"/>
                </a:lnTo>
                <a:cubicBezTo>
                  <a:pt x="1203656" y="633538"/>
                  <a:pt x="1207209" y="642261"/>
                  <a:pt x="1216741" y="646883"/>
                </a:cubicBezTo>
                <a:cubicBezTo>
                  <a:pt x="1221939" y="649338"/>
                  <a:pt x="1227400" y="650725"/>
                  <a:pt x="1234506" y="650725"/>
                </a:cubicBezTo>
                <a:cubicBezTo>
                  <a:pt x="1244037" y="650725"/>
                  <a:pt x="1251692" y="648789"/>
                  <a:pt x="1258538" y="645236"/>
                </a:cubicBezTo>
                <a:lnTo>
                  <a:pt x="1255534" y="631602"/>
                </a:lnTo>
                <a:cubicBezTo>
                  <a:pt x="1251692" y="633567"/>
                  <a:pt x="1248169" y="634375"/>
                  <a:pt x="1242160" y="634375"/>
                </a:cubicBezTo>
                <a:cubicBezTo>
                  <a:pt x="1228785" y="634375"/>
                  <a:pt x="1224684" y="629147"/>
                  <a:pt x="1224684" y="614155"/>
                </a:cubicBezTo>
                <a:lnTo>
                  <a:pt x="1224684" y="526516"/>
                </a:lnTo>
                <a:lnTo>
                  <a:pt x="1253079" y="526516"/>
                </a:lnTo>
                <a:lnTo>
                  <a:pt x="1259636" y="510398"/>
                </a:lnTo>
                <a:lnTo>
                  <a:pt x="1224886" y="510398"/>
                </a:lnTo>
                <a:close/>
                <a:moveTo>
                  <a:pt x="873261" y="466261"/>
                </a:moveTo>
                <a:lnTo>
                  <a:pt x="853127" y="470421"/>
                </a:lnTo>
                <a:lnTo>
                  <a:pt x="853127" y="510398"/>
                </a:lnTo>
                <a:lnTo>
                  <a:pt x="834265" y="510398"/>
                </a:lnTo>
                <a:lnTo>
                  <a:pt x="834265" y="526516"/>
                </a:lnTo>
                <a:lnTo>
                  <a:pt x="852001" y="526516"/>
                </a:lnTo>
                <a:lnTo>
                  <a:pt x="852001" y="619875"/>
                </a:lnTo>
                <a:cubicBezTo>
                  <a:pt x="852001" y="633538"/>
                  <a:pt x="855554" y="642261"/>
                  <a:pt x="865115" y="646883"/>
                </a:cubicBezTo>
                <a:cubicBezTo>
                  <a:pt x="870314" y="649338"/>
                  <a:pt x="875745" y="650725"/>
                  <a:pt x="882851" y="650725"/>
                </a:cubicBezTo>
                <a:cubicBezTo>
                  <a:pt x="892383" y="650725"/>
                  <a:pt x="900038" y="648789"/>
                  <a:pt x="906883" y="645236"/>
                </a:cubicBezTo>
                <a:lnTo>
                  <a:pt x="903850" y="631602"/>
                </a:lnTo>
                <a:cubicBezTo>
                  <a:pt x="900038" y="633567"/>
                  <a:pt x="896456" y="634375"/>
                  <a:pt x="890476" y="634375"/>
                </a:cubicBezTo>
                <a:cubicBezTo>
                  <a:pt x="877074" y="634375"/>
                  <a:pt x="873001" y="629147"/>
                  <a:pt x="873001" y="614155"/>
                </a:cubicBezTo>
                <a:lnTo>
                  <a:pt x="873001" y="526516"/>
                </a:lnTo>
                <a:lnTo>
                  <a:pt x="901395" y="526516"/>
                </a:lnTo>
                <a:lnTo>
                  <a:pt x="907952" y="510398"/>
                </a:lnTo>
                <a:lnTo>
                  <a:pt x="873261" y="510398"/>
                </a:lnTo>
                <a:close/>
                <a:moveTo>
                  <a:pt x="949289" y="453408"/>
                </a:moveTo>
                <a:cubicBezTo>
                  <a:pt x="940912" y="453408"/>
                  <a:pt x="934268" y="460225"/>
                  <a:pt x="934297" y="468602"/>
                </a:cubicBezTo>
                <a:cubicBezTo>
                  <a:pt x="934297" y="476748"/>
                  <a:pt x="940941" y="483391"/>
                  <a:pt x="949289" y="483391"/>
                </a:cubicBezTo>
                <a:cubicBezTo>
                  <a:pt x="957637" y="483391"/>
                  <a:pt x="964252" y="476748"/>
                  <a:pt x="964252" y="468371"/>
                </a:cubicBezTo>
                <a:cubicBezTo>
                  <a:pt x="964252" y="460023"/>
                  <a:pt x="957637" y="453408"/>
                  <a:pt x="949289" y="453408"/>
                </a:cubicBezTo>
                <a:close/>
                <a:moveTo>
                  <a:pt x="1144701" y="453408"/>
                </a:moveTo>
                <a:cubicBezTo>
                  <a:pt x="1136382" y="453408"/>
                  <a:pt x="1129709" y="460225"/>
                  <a:pt x="1129709" y="468602"/>
                </a:cubicBezTo>
                <a:cubicBezTo>
                  <a:pt x="1129709" y="476748"/>
                  <a:pt x="1136382" y="483391"/>
                  <a:pt x="1144701" y="483391"/>
                </a:cubicBezTo>
                <a:cubicBezTo>
                  <a:pt x="1153077" y="483391"/>
                  <a:pt x="1159692" y="476748"/>
                  <a:pt x="1159692" y="468371"/>
                </a:cubicBezTo>
                <a:cubicBezTo>
                  <a:pt x="1159692" y="460023"/>
                  <a:pt x="1153077" y="453408"/>
                  <a:pt x="1144701" y="453408"/>
                </a:cubicBezTo>
                <a:close/>
                <a:moveTo>
                  <a:pt x="1300567" y="453408"/>
                </a:moveTo>
                <a:cubicBezTo>
                  <a:pt x="1292219" y="453408"/>
                  <a:pt x="1285604" y="460225"/>
                  <a:pt x="1285575" y="468602"/>
                </a:cubicBezTo>
                <a:cubicBezTo>
                  <a:pt x="1285575" y="476748"/>
                  <a:pt x="1292219" y="483391"/>
                  <a:pt x="1300567" y="483391"/>
                </a:cubicBezTo>
                <a:cubicBezTo>
                  <a:pt x="1308944" y="483391"/>
                  <a:pt x="1315558" y="476748"/>
                  <a:pt x="1315558" y="468371"/>
                </a:cubicBezTo>
                <a:cubicBezTo>
                  <a:pt x="1315558" y="460023"/>
                  <a:pt x="1308944" y="453408"/>
                  <a:pt x="1300567" y="453408"/>
                </a:cubicBezTo>
                <a:close/>
                <a:moveTo>
                  <a:pt x="0" y="0"/>
                </a:moveTo>
                <a:lnTo>
                  <a:pt x="11277374" y="0"/>
                </a:lnTo>
                <a:lnTo>
                  <a:pt x="11277374" y="6857999"/>
                </a:lnTo>
                <a:lnTo>
                  <a:pt x="0" y="6857999"/>
                </a:lnTo>
                <a:close/>
              </a:path>
            </a:pathLst>
          </a:custGeom>
          <a:solidFill>
            <a:schemeClr val="bg2"/>
          </a:solidFill>
        </p:spPr>
        <p:txBody>
          <a:bodyPr wrap="square">
            <a:noAutofit/>
          </a:bodyPr>
          <a:lstStyle>
            <a:lvl1pPr>
              <a:defRPr sz="1400"/>
            </a:lvl1pPr>
          </a:lstStyle>
          <a:p>
            <a:r>
              <a:rPr lang="en-US"/>
              <a:t>Click icon to add picture</a:t>
            </a:r>
            <a:endParaRPr lang="de-DE"/>
          </a:p>
        </p:txBody>
      </p:sp>
      <p:sp>
        <p:nvSpPr>
          <p:cNvPr id="4" name="Foliennummernplatzhalter 3">
            <a:extLst>
              <a:ext uri="{FF2B5EF4-FFF2-40B4-BE49-F238E27FC236}">
                <a16:creationId xmlns:a16="http://schemas.microsoft.com/office/drawing/2014/main" id="{1FD4D19C-1914-D5F8-55C2-D1C0D4C362D6}"/>
              </a:ext>
            </a:extLst>
          </p:cNvPr>
          <p:cNvSpPr>
            <a:spLocks noGrp="1"/>
          </p:cNvSpPr>
          <p:nvPr>
            <p:ph type="sldNum" sz="quarter" idx="11"/>
          </p:nvPr>
        </p:nvSpPr>
        <p:spPr>
          <a:xfrm>
            <a:off x="11277376" y="417380"/>
            <a:ext cx="914622" cy="365125"/>
          </a:xfrm>
          <a:prstGeom prst="rect">
            <a:avLst/>
          </a:prstGeom>
        </p:spPr>
        <p:txBody>
          <a:bodyPr/>
          <a:lstStyle/>
          <a:p>
            <a:fld id="{9678312F-8BDE-4502-9E53-473B40D118CD}" type="slidenum">
              <a:rPr lang="de-DE" smtClean="0"/>
              <a:pPr/>
              <a:t>‹#›</a:t>
            </a:fld>
            <a:endParaRPr lang="de-DE"/>
          </a:p>
        </p:txBody>
      </p:sp>
      <p:sp>
        <p:nvSpPr>
          <p:cNvPr id="2" name="Fußzeilenplatzhalter 5">
            <a:extLst>
              <a:ext uri="{FF2B5EF4-FFF2-40B4-BE49-F238E27FC236}">
                <a16:creationId xmlns:a16="http://schemas.microsoft.com/office/drawing/2014/main" id="{2E2539F1-758E-D679-BC19-1AD574F08BE9}"/>
              </a:ext>
            </a:extLst>
          </p:cNvPr>
          <p:cNvSpPr>
            <a:spLocks noGrp="1"/>
          </p:cNvSpPr>
          <p:nvPr>
            <p:ph type="ftr" sz="quarter" idx="3"/>
          </p:nvPr>
        </p:nvSpPr>
        <p:spPr>
          <a:xfrm rot="16200000">
            <a:off x="9687412" y="3627858"/>
            <a:ext cx="4114800" cy="180000"/>
          </a:xfrm>
          <a:prstGeom prst="rect">
            <a:avLst/>
          </a:prstGeom>
        </p:spPr>
        <p:txBody>
          <a:bodyPr vert="horz" lIns="0" tIns="0" rIns="0" bIns="0" rtlCol="0" anchor="b"/>
          <a:lstStyle>
            <a:lvl1pPr algn="l">
              <a:defRPr sz="800" cap="all" spc="50" baseline="0">
                <a:solidFill>
                  <a:schemeClr val="accent3"/>
                </a:solidFill>
                <a:latin typeface="Merriweather" panose="00000500000000000000" pitchFamily="2" charset="0"/>
              </a:defRPr>
            </a:lvl1pPr>
          </a:lstStyle>
          <a:p>
            <a:r>
              <a:rPr lang="de-DE"/>
              <a:t>Corporate Presentation</a:t>
            </a:r>
          </a:p>
        </p:txBody>
      </p:sp>
      <p:sp>
        <p:nvSpPr>
          <p:cNvPr id="5" name="Titel 3">
            <a:extLst>
              <a:ext uri="{FF2B5EF4-FFF2-40B4-BE49-F238E27FC236}">
                <a16:creationId xmlns:a16="http://schemas.microsoft.com/office/drawing/2014/main" id="{A7A92B3E-1EF5-A974-C0A9-C6D46EF53BA0}"/>
              </a:ext>
            </a:extLst>
          </p:cNvPr>
          <p:cNvSpPr>
            <a:spLocks noGrp="1"/>
          </p:cNvSpPr>
          <p:nvPr>
            <p:ph type="title" hasCustomPrompt="1"/>
          </p:nvPr>
        </p:nvSpPr>
        <p:spPr>
          <a:xfrm>
            <a:off x="3301998" y="410400"/>
            <a:ext cx="7616601" cy="394215"/>
          </a:xfrm>
          <a:prstGeom prst="rect">
            <a:avLst/>
          </a:prstGeom>
        </p:spPr>
        <p:txBody>
          <a:bodyPr/>
          <a:lstStyle>
            <a:lvl1pPr>
              <a:defRPr>
                <a:solidFill>
                  <a:schemeClr val="bg1"/>
                </a:solidFill>
                <a:latin typeface="+mj-lt"/>
              </a:defRPr>
            </a:lvl1pPr>
          </a:lstStyle>
          <a:p>
            <a:r>
              <a:rPr lang="de-DE"/>
              <a:t>Titel hinzufügen</a:t>
            </a:r>
          </a:p>
        </p:txBody>
      </p:sp>
      <p:sp>
        <p:nvSpPr>
          <p:cNvPr id="6" name="Textplatzhalter 5">
            <a:extLst>
              <a:ext uri="{FF2B5EF4-FFF2-40B4-BE49-F238E27FC236}">
                <a16:creationId xmlns:a16="http://schemas.microsoft.com/office/drawing/2014/main" id="{694E7111-6D0A-FB10-298A-36C4D617EAA8}"/>
              </a:ext>
            </a:extLst>
          </p:cNvPr>
          <p:cNvSpPr>
            <a:spLocks noGrp="1"/>
          </p:cNvSpPr>
          <p:nvPr>
            <p:ph type="body" sz="quarter" idx="19" hasCustomPrompt="1"/>
          </p:nvPr>
        </p:nvSpPr>
        <p:spPr>
          <a:xfrm>
            <a:off x="463238" y="6357475"/>
            <a:ext cx="8198775" cy="287393"/>
          </a:xfrm>
        </p:spPr>
        <p:txBody>
          <a:bodyPr/>
          <a:lstStyle>
            <a:lvl1pPr>
              <a:defRPr sz="800" b="0" i="0" cap="none" spc="60" baseline="0">
                <a:solidFill>
                  <a:schemeClr val="bg1"/>
                </a:solidFill>
                <a:latin typeface="Barlow Condensed" pitchFamily="2" charset="77"/>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sz="800">
                <a:solidFill>
                  <a:schemeClr val="bg1"/>
                </a:solidFill>
              </a:defRPr>
            </a:lvl6pPr>
          </a:lstStyle>
          <a:p>
            <a:pPr lvl="0"/>
            <a:r>
              <a:rPr lang="de-DE"/>
              <a:t>Text hinzufügen</a:t>
            </a:r>
          </a:p>
        </p:txBody>
      </p:sp>
    </p:spTree>
    <p:extLst>
      <p:ext uri="{BB962C8B-B14F-4D97-AF65-F5344CB8AC3E}">
        <p14:creationId xmlns:p14="http://schemas.microsoft.com/office/powerpoint/2010/main" val="2591283579"/>
      </p:ext>
    </p:extLst>
  </p:cSld>
  <p:clrMapOvr>
    <a:masterClrMapping/>
  </p:clrMapOvr>
  <p:extLst>
    <p:ext uri="{DCECCB84-F9BA-43D5-87BE-67443E8EF086}">
      <p15:sldGuideLst xmlns:p15="http://schemas.microsoft.com/office/powerpoint/2012/main">
        <p15:guide id="1" orient="horz" pos="1194">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sv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platzhalter 2">
            <a:extLst>
              <a:ext uri="{FF2B5EF4-FFF2-40B4-BE49-F238E27FC236}">
                <a16:creationId xmlns:a16="http://schemas.microsoft.com/office/drawing/2014/main" id="{6ECB138F-1127-209F-F0EC-B38938F26AC1}"/>
              </a:ext>
            </a:extLst>
          </p:cNvPr>
          <p:cNvSpPr>
            <a:spLocks noGrp="1"/>
          </p:cNvSpPr>
          <p:nvPr>
            <p:ph type="body" idx="1"/>
          </p:nvPr>
        </p:nvSpPr>
        <p:spPr>
          <a:xfrm>
            <a:off x="468000" y="1868486"/>
            <a:ext cx="10450825" cy="4608514"/>
          </a:xfrm>
          <a:prstGeom prst="rect">
            <a:avLst/>
          </a:prstGeom>
        </p:spPr>
        <p:txBody>
          <a:bodyPr vert="horz" lIns="0" tIns="0" rIns="0" bIns="0" rtlCol="0">
            <a:noAutofit/>
          </a:bodyPr>
          <a:lstStyle/>
          <a:p>
            <a:pPr lvl="0"/>
            <a:r>
              <a:rPr lang="de-DE" noProof="0"/>
              <a:t>Text hinzufügen</a:t>
            </a:r>
          </a:p>
          <a:p>
            <a:pPr lvl="1"/>
            <a:r>
              <a:rPr lang="de-DE" noProof="0"/>
              <a:t>Zweite Ebene</a:t>
            </a:r>
          </a:p>
          <a:p>
            <a:pPr lvl="2"/>
            <a:r>
              <a:rPr lang="de-DE" noProof="0"/>
              <a:t>Dritte Ebene</a:t>
            </a:r>
          </a:p>
          <a:p>
            <a:pPr lvl="3"/>
            <a:r>
              <a:rPr lang="de-DE" noProof="0"/>
              <a:t>Vierte Ebene</a:t>
            </a:r>
          </a:p>
          <a:p>
            <a:pPr lvl="4"/>
            <a:r>
              <a:rPr lang="de-DE" noProof="0"/>
              <a:t>Fünfte Ebene</a:t>
            </a:r>
          </a:p>
          <a:p>
            <a:pPr lvl="5"/>
            <a:r>
              <a:rPr lang="de-DE" noProof="0"/>
              <a:t>Sechste Ebene</a:t>
            </a:r>
          </a:p>
          <a:p>
            <a:pPr lvl="6"/>
            <a:r>
              <a:rPr lang="de-DE" noProof="0"/>
              <a:t>Siebte Ebene</a:t>
            </a:r>
          </a:p>
          <a:p>
            <a:pPr lvl="5"/>
            <a:endParaRPr lang="de-DE" noProof="0"/>
          </a:p>
          <a:p>
            <a:pPr lvl="5"/>
            <a:endParaRPr lang="de-DE" noProof="0"/>
          </a:p>
        </p:txBody>
      </p:sp>
      <p:cxnSp>
        <p:nvCxnSpPr>
          <p:cNvPr id="12" name="Gerader Verbinder 11">
            <a:extLst>
              <a:ext uri="{FF2B5EF4-FFF2-40B4-BE49-F238E27FC236}">
                <a16:creationId xmlns:a16="http://schemas.microsoft.com/office/drawing/2014/main" id="{1DA23239-EC65-D211-6002-72BF5B02CF54}"/>
              </a:ext>
            </a:extLst>
          </p:cNvPr>
          <p:cNvCxnSpPr>
            <a:cxnSpLocks/>
          </p:cNvCxnSpPr>
          <p:nvPr userDrawn="1"/>
        </p:nvCxnSpPr>
        <p:spPr>
          <a:xfrm>
            <a:off x="11277600" y="0"/>
            <a:ext cx="0" cy="6858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8" name="Foliennummernplatzhalter 6">
            <a:extLst>
              <a:ext uri="{FF2B5EF4-FFF2-40B4-BE49-F238E27FC236}">
                <a16:creationId xmlns:a16="http://schemas.microsoft.com/office/drawing/2014/main" id="{1D232B19-5671-CE22-B162-44DAA7D1C1F7}"/>
              </a:ext>
            </a:extLst>
          </p:cNvPr>
          <p:cNvSpPr>
            <a:spLocks noGrp="1"/>
          </p:cNvSpPr>
          <p:nvPr>
            <p:ph type="sldNum" sz="quarter" idx="4"/>
          </p:nvPr>
        </p:nvSpPr>
        <p:spPr>
          <a:xfrm>
            <a:off x="11277376" y="417380"/>
            <a:ext cx="914622" cy="365125"/>
          </a:xfrm>
          <a:prstGeom prst="rect">
            <a:avLst/>
          </a:prstGeom>
        </p:spPr>
        <p:txBody>
          <a:bodyPr vert="horz" lIns="0" tIns="0" rIns="0" bIns="0" rtlCol="0" anchor="ctr"/>
          <a:lstStyle>
            <a:lvl1pPr algn="ctr">
              <a:defRPr sz="3200">
                <a:solidFill>
                  <a:schemeClr val="accent5"/>
                </a:solidFill>
                <a:latin typeface="Merriweather" panose="02060503050406030704" pitchFamily="18" charset="0"/>
              </a:defRPr>
            </a:lvl1pPr>
          </a:lstStyle>
          <a:p>
            <a:fld id="{9678312F-8BDE-4502-9E53-473B40D118CD}" type="slidenum">
              <a:rPr lang="de-DE" smtClean="0"/>
              <a:pPr/>
              <a:t>‹#›</a:t>
            </a:fld>
            <a:endParaRPr lang="de-DE"/>
          </a:p>
        </p:txBody>
      </p:sp>
      <p:sp>
        <p:nvSpPr>
          <p:cNvPr id="11" name="Textfeld 10">
            <a:extLst>
              <a:ext uri="{FF2B5EF4-FFF2-40B4-BE49-F238E27FC236}">
                <a16:creationId xmlns:a16="http://schemas.microsoft.com/office/drawing/2014/main" id="{AE68FBB4-488A-907F-B05D-5176486851D7}"/>
              </a:ext>
            </a:extLst>
          </p:cNvPr>
          <p:cNvSpPr txBox="1"/>
          <p:nvPr userDrawn="1"/>
        </p:nvSpPr>
        <p:spPr>
          <a:xfrm rot="16200000">
            <a:off x="11397689" y="6050704"/>
            <a:ext cx="694247" cy="180000"/>
          </a:xfrm>
          <a:prstGeom prst="rect">
            <a:avLst/>
          </a:prstGeom>
          <a:noFill/>
        </p:spPr>
        <p:txBody>
          <a:bodyPr wrap="square" lIns="0" tIns="0" rIns="0" bIns="0"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50" normalizeH="0" baseline="0" noProof="0">
                <a:ln>
                  <a:noFill/>
                </a:ln>
                <a:solidFill>
                  <a:srgbClr val="004068"/>
                </a:solidFill>
                <a:effectLst/>
                <a:uLnTx/>
                <a:uFillTx/>
                <a:latin typeface="Merriweather"/>
                <a:ea typeface="+mn-ea"/>
                <a:cs typeface="+mn-cs"/>
              </a:rPr>
              <a:t>Protiviti // </a:t>
            </a:r>
            <a:endParaRPr kumimoji="0" lang="de-DE" sz="800" b="0" i="0" u="none" strike="noStrike" kern="1200" cap="none" spc="50" normalizeH="0" baseline="0" noProof="0">
              <a:ln>
                <a:noFill/>
              </a:ln>
              <a:solidFill>
                <a:srgbClr val="00A28F"/>
              </a:solidFill>
              <a:effectLst/>
              <a:uLnTx/>
              <a:uFillTx/>
              <a:latin typeface="Merriweather"/>
              <a:ea typeface="+mn-ea"/>
              <a:cs typeface="+mn-cs"/>
            </a:endParaRPr>
          </a:p>
        </p:txBody>
      </p:sp>
      <p:pic>
        <p:nvPicPr>
          <p:cNvPr id="14" name="Grafik 13">
            <a:extLst>
              <a:ext uri="{FF2B5EF4-FFF2-40B4-BE49-F238E27FC236}">
                <a16:creationId xmlns:a16="http://schemas.microsoft.com/office/drawing/2014/main" id="{5B93D758-553B-43EF-9C85-AF895B6828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8"/>
              </a:ext>
            </a:extLst>
          </a:blip>
          <a:stretch>
            <a:fillRect/>
          </a:stretch>
        </p:blipFill>
        <p:spPr>
          <a:xfrm>
            <a:off x="434975" y="428625"/>
            <a:ext cx="982111" cy="323519"/>
          </a:xfrm>
          <a:prstGeom prst="rect">
            <a:avLst/>
          </a:prstGeom>
        </p:spPr>
      </p:pic>
      <p:sp>
        <p:nvSpPr>
          <p:cNvPr id="4" name="Fußzeilenplatzhalter 5">
            <a:extLst>
              <a:ext uri="{FF2B5EF4-FFF2-40B4-BE49-F238E27FC236}">
                <a16:creationId xmlns:a16="http://schemas.microsoft.com/office/drawing/2014/main" id="{B74F546E-4EBD-DB72-B4F0-C0FDCDE58FF9}"/>
              </a:ext>
            </a:extLst>
          </p:cNvPr>
          <p:cNvSpPr>
            <a:spLocks noGrp="1"/>
          </p:cNvSpPr>
          <p:nvPr>
            <p:ph type="ftr" sz="quarter" idx="3"/>
          </p:nvPr>
        </p:nvSpPr>
        <p:spPr>
          <a:xfrm rot="16200000">
            <a:off x="9687412" y="3627858"/>
            <a:ext cx="4114800" cy="180000"/>
          </a:xfrm>
          <a:prstGeom prst="rect">
            <a:avLst/>
          </a:prstGeom>
        </p:spPr>
        <p:txBody>
          <a:bodyPr vert="horz" lIns="0" tIns="0" rIns="0" bIns="0" rtlCol="0" anchor="b"/>
          <a:lstStyle>
            <a:lvl1pPr algn="l">
              <a:defRPr sz="800" cap="all" spc="50" baseline="0">
                <a:solidFill>
                  <a:schemeClr val="accent3"/>
                </a:solidFill>
                <a:latin typeface="Merriweather" panose="00000500000000000000" pitchFamily="2" charset="0"/>
              </a:defRPr>
            </a:lvl1pPr>
          </a:lstStyle>
          <a:p>
            <a:r>
              <a:rPr lang="de-DE"/>
              <a:t>Corporate Presentation</a:t>
            </a:r>
          </a:p>
        </p:txBody>
      </p:sp>
      <p:sp>
        <p:nvSpPr>
          <p:cNvPr id="6" name="Titelplatzhalter 5">
            <a:extLst>
              <a:ext uri="{FF2B5EF4-FFF2-40B4-BE49-F238E27FC236}">
                <a16:creationId xmlns:a16="http://schemas.microsoft.com/office/drawing/2014/main" id="{08F52A66-EE25-B71F-AFDA-FDF7E31E9E22}"/>
              </a:ext>
            </a:extLst>
          </p:cNvPr>
          <p:cNvSpPr>
            <a:spLocks noGrp="1"/>
          </p:cNvSpPr>
          <p:nvPr>
            <p:ph type="title"/>
          </p:nvPr>
        </p:nvSpPr>
        <p:spPr>
          <a:xfrm>
            <a:off x="2059225" y="410400"/>
            <a:ext cx="8859600" cy="374400"/>
          </a:xfrm>
          <a:prstGeom prst="rect">
            <a:avLst/>
          </a:prstGeom>
        </p:spPr>
        <p:txBody>
          <a:bodyPr vert="horz" lIns="0" tIns="0" rIns="0" bIns="0" rtlCol="0" anchor="t" anchorCtr="0">
            <a:noAutofit/>
          </a:bodyPr>
          <a:lstStyle/>
          <a:p>
            <a:r>
              <a:rPr lang="de-DE"/>
              <a:t>Titel hinzufügen</a:t>
            </a:r>
          </a:p>
        </p:txBody>
      </p:sp>
    </p:spTree>
    <p:extLst>
      <p:ext uri="{BB962C8B-B14F-4D97-AF65-F5344CB8AC3E}">
        <p14:creationId xmlns:p14="http://schemas.microsoft.com/office/powerpoint/2010/main" val="2485724429"/>
      </p:ext>
    </p:extLst>
  </p:cSld>
  <p:clrMap bg1="lt1" tx1="dk1" bg2="lt2" tx2="dk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 id="2147483769" r:id="rId6"/>
    <p:sldLayoutId id="2147483770" r:id="rId7"/>
    <p:sldLayoutId id="2147483771" r:id="rId8"/>
    <p:sldLayoutId id="2147483772" r:id="rId9"/>
    <p:sldLayoutId id="2147483773" r:id="rId10"/>
    <p:sldLayoutId id="2147483774" r:id="rId11"/>
    <p:sldLayoutId id="2147483775" r:id="rId12"/>
    <p:sldLayoutId id="2147483776" r:id="rId13"/>
    <p:sldLayoutId id="2147483777" r:id="rId14"/>
    <p:sldLayoutId id="2147483778" r:id="rId15"/>
    <p:sldLayoutId id="2147483779" r:id="rId16"/>
    <p:sldLayoutId id="2147483780" r:id="rId17"/>
    <p:sldLayoutId id="2147483781" r:id="rId18"/>
    <p:sldLayoutId id="2147483782" r:id="rId19"/>
    <p:sldLayoutId id="2147483783" r:id="rId20"/>
    <p:sldLayoutId id="2147483784" r:id="rId21"/>
    <p:sldLayoutId id="2147483785" r:id="rId22"/>
    <p:sldLayoutId id="2147483788" r:id="rId23"/>
    <p:sldLayoutId id="2147483787" r:id="rId24"/>
    <p:sldLayoutId id="2147483790" r:id="rId25"/>
    <p:sldLayoutId id="2147483786" r:id="rId26"/>
  </p:sldLayoutIdLst>
  <p:hf hdr="0" dt="0"/>
  <p:txStyles>
    <p:titleStyle>
      <a:lvl1pPr marL="0" marR="0" indent="0" algn="r" defTabSz="914400" rtl="0" eaLnBrk="1" fontAlgn="auto" latinLnBrk="0" hangingPunct="1">
        <a:lnSpc>
          <a:spcPct val="85000"/>
        </a:lnSpc>
        <a:spcBef>
          <a:spcPct val="0"/>
        </a:spcBef>
        <a:spcAft>
          <a:spcPts val="0"/>
        </a:spcAft>
        <a:buClrTx/>
        <a:buSzTx/>
        <a:buFontTx/>
        <a:buNone/>
        <a:tabLst/>
        <a:defRPr sz="3200" b="0" i="0" kern="1200" cap="all" spc="0" baseline="0">
          <a:solidFill>
            <a:schemeClr val="tx1"/>
          </a:solidFill>
          <a:latin typeface="+mj-lt"/>
          <a:ea typeface="+mj-ea"/>
          <a:cs typeface="+mj-cs"/>
        </a:defRPr>
      </a:lvl1pPr>
    </p:titleStyle>
    <p:bodyStyle>
      <a:lvl1pPr marL="0" indent="0" algn="l" defTabSz="914400" rtl="0" eaLnBrk="1" latinLnBrk="0" hangingPunct="1">
        <a:lnSpc>
          <a:spcPct val="100000"/>
        </a:lnSpc>
        <a:spcBef>
          <a:spcPts val="600"/>
        </a:spcBef>
        <a:spcAft>
          <a:spcPts val="300"/>
        </a:spcAft>
        <a:buFont typeface="Arial" panose="020B0604020202020204" pitchFamily="34" charset="0"/>
        <a:buNone/>
        <a:defRPr sz="1400" b="0" i="0" kern="1200" cap="all" spc="0" baseline="0">
          <a:solidFill>
            <a:schemeClr val="accent4"/>
          </a:solidFill>
          <a:latin typeface="+mj-lt"/>
          <a:ea typeface="+mn-ea"/>
          <a:cs typeface="+mn-cs"/>
        </a:defRPr>
      </a:lvl1pPr>
      <a:lvl2pPr marL="0" indent="0" algn="l" defTabSz="914400" rtl="0" eaLnBrk="1" latinLnBrk="0" hangingPunct="1">
        <a:lnSpc>
          <a:spcPct val="100000"/>
        </a:lnSpc>
        <a:spcBef>
          <a:spcPts val="400"/>
        </a:spcBef>
        <a:spcAft>
          <a:spcPts val="0"/>
        </a:spcAft>
        <a:buFont typeface="Arial" panose="020B0604020202020204" pitchFamily="34" charset="0"/>
        <a:buNone/>
        <a:defRPr sz="1250" b="0" i="0" kern="1200" spc="0" baseline="0">
          <a:solidFill>
            <a:schemeClr val="tx1"/>
          </a:solidFill>
          <a:latin typeface="+mj-lt"/>
          <a:ea typeface="+mn-ea"/>
          <a:cs typeface="+mn-cs"/>
        </a:defRPr>
      </a:lvl2pPr>
      <a:lvl3pPr marL="0" indent="0" algn="l" defTabSz="914400" rtl="0" eaLnBrk="1" latinLnBrk="0" hangingPunct="1">
        <a:lnSpc>
          <a:spcPct val="120000"/>
        </a:lnSpc>
        <a:spcBef>
          <a:spcPts val="0"/>
        </a:spcBef>
        <a:spcAft>
          <a:spcPts val="0"/>
        </a:spcAft>
        <a:buClr>
          <a:schemeClr val="accent4"/>
        </a:buClr>
        <a:buFont typeface="Merriweather Light" panose="00000400000000000000" pitchFamily="2" charset="0"/>
        <a:buNone/>
        <a:defRPr sz="1000" kern="1200" spc="0">
          <a:solidFill>
            <a:schemeClr val="tx1"/>
          </a:solidFill>
          <a:latin typeface="+mn-lt"/>
          <a:ea typeface="+mn-ea"/>
          <a:cs typeface="+mn-cs"/>
        </a:defRPr>
      </a:lvl3pPr>
      <a:lvl4pPr marL="180000" indent="-180000" algn="l" defTabSz="914400" rtl="0" eaLnBrk="1" latinLnBrk="0" hangingPunct="1">
        <a:lnSpc>
          <a:spcPct val="120000"/>
        </a:lnSpc>
        <a:spcBef>
          <a:spcPts val="0"/>
        </a:spcBef>
        <a:spcAft>
          <a:spcPts val="0"/>
        </a:spcAft>
        <a:buClr>
          <a:schemeClr val="accent4"/>
        </a:buClr>
        <a:buFont typeface="Merriweather Light" panose="00000400000000000000" pitchFamily="2" charset="0"/>
        <a:buChar char="→"/>
        <a:defRPr sz="1000" kern="1200" spc="0">
          <a:solidFill>
            <a:schemeClr val="tx1"/>
          </a:solidFill>
          <a:latin typeface="+mn-lt"/>
          <a:ea typeface="+mn-ea"/>
          <a:cs typeface="+mn-cs"/>
        </a:defRPr>
      </a:lvl4pPr>
      <a:lvl5pPr marL="288000" indent="-108000" algn="l" defTabSz="914400" rtl="0" eaLnBrk="1" latinLnBrk="0" hangingPunct="1">
        <a:lnSpc>
          <a:spcPct val="120000"/>
        </a:lnSpc>
        <a:spcBef>
          <a:spcPts val="0"/>
        </a:spcBef>
        <a:spcAft>
          <a:spcPts val="0"/>
        </a:spcAft>
        <a:buClr>
          <a:schemeClr val="accent4"/>
        </a:buClr>
        <a:buFont typeface="Arial" panose="020B0604020202020204" pitchFamily="34" charset="0"/>
        <a:buChar char="•"/>
        <a:defRPr sz="1000" kern="1200" spc="0">
          <a:solidFill>
            <a:schemeClr val="tx1"/>
          </a:solidFill>
          <a:latin typeface="+mn-lt"/>
          <a:ea typeface="+mn-ea"/>
          <a:cs typeface="+mn-cs"/>
        </a:defRPr>
      </a:lvl5pPr>
      <a:lvl6pPr marL="0" indent="0" algn="l" defTabSz="914400" rtl="0" eaLnBrk="1" latinLnBrk="0" hangingPunct="1">
        <a:lnSpc>
          <a:spcPct val="120000"/>
        </a:lnSpc>
        <a:spcBef>
          <a:spcPts val="300"/>
        </a:spcBef>
        <a:spcAft>
          <a:spcPts val="300"/>
        </a:spcAft>
        <a:buFont typeface="Arial" panose="020B0604020202020204" pitchFamily="34" charset="0"/>
        <a:buNone/>
        <a:defRPr sz="1300" b="0" i="0" kern="1200" spc="0" baseline="0">
          <a:solidFill>
            <a:schemeClr val="tx1"/>
          </a:solidFill>
          <a:latin typeface="Barlow Condensed Light" pitchFamily="2" charset="77"/>
          <a:ea typeface="+mn-ea"/>
          <a:cs typeface="+mn-cs"/>
        </a:defRPr>
      </a:lvl6pPr>
      <a:lvl7pPr marL="176400" indent="-176400" algn="l" defTabSz="914400" rtl="0" eaLnBrk="1" latinLnBrk="0" hangingPunct="1">
        <a:lnSpc>
          <a:spcPct val="120000"/>
        </a:lnSpc>
        <a:spcBef>
          <a:spcPts val="0"/>
        </a:spcBef>
        <a:buClr>
          <a:schemeClr val="accent4"/>
        </a:buClr>
        <a:buFont typeface="Merriweather Light" panose="00000400000000000000" pitchFamily="2" charset="0"/>
        <a:buChar char="→"/>
        <a:defRPr sz="1300" b="0" i="0" kern="1200" spc="0" baseline="0">
          <a:solidFill>
            <a:schemeClr val="tx1"/>
          </a:solidFill>
          <a:latin typeface="Barlow Condensed Light" pitchFamily="2" charset="77"/>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92">
          <p15:clr>
            <a:srgbClr val="F26B43"/>
          </p15:clr>
        </p15:guide>
        <p15:guide id="3" pos="7104">
          <p15:clr>
            <a:srgbClr val="F26B43"/>
          </p15:clr>
        </p15:guide>
        <p15:guide id="4" orient="horz" pos="4080">
          <p15:clr>
            <a:srgbClr val="F26B43"/>
          </p15:clr>
        </p15:guide>
        <p15:guide id="5" orient="horz" pos="597">
          <p15:clr>
            <a:srgbClr val="F26B43"/>
          </p15:clr>
        </p15:guide>
        <p15:guide id="6" pos="6878">
          <p15:clr>
            <a:srgbClr val="F26B43"/>
          </p15:clr>
        </p15:guide>
        <p15:guide id="48" orient="horz" pos="918">
          <p15:clr>
            <a:srgbClr val="F26B43"/>
          </p15:clr>
        </p15:guide>
        <p15:guide id="49" orient="horz" pos="27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Bildplatzhalter 23">
            <a:extLst>
              <a:ext uri="{FF2B5EF4-FFF2-40B4-BE49-F238E27FC236}">
                <a16:creationId xmlns:a16="http://schemas.microsoft.com/office/drawing/2014/main" id="{F1CF0445-D9D4-EF02-0CB7-084C4CAA13CD}"/>
              </a:ext>
            </a:extLst>
          </p:cNvPr>
          <p:cNvPicPr>
            <a:picLocks noGrp="1" noChangeAspect="1"/>
          </p:cNvPicPr>
          <p:nvPr>
            <p:ph type="pic" sz="quarter" idx="11"/>
          </p:nvPr>
        </p:nvPicPr>
        <p:blipFill rotWithShape="1">
          <a:blip r:embed="rId3" cstate="email">
            <a:extLst>
              <a:ext uri="{28A0092B-C50C-407E-A947-70E740481C1C}">
                <a14:useLocalDpi xmlns:a14="http://schemas.microsoft.com/office/drawing/2010/main"/>
              </a:ext>
            </a:extLst>
          </a:blip>
          <a:srcRect/>
          <a:stretch/>
        </p:blipFill>
        <p:spPr>
          <a:xfrm>
            <a:off x="7" y="4"/>
            <a:ext cx="12191993" cy="6857996"/>
          </a:xfrm>
        </p:spPr>
      </p:pic>
      <p:sp>
        <p:nvSpPr>
          <p:cNvPr id="3" name="Titel 2">
            <a:extLst>
              <a:ext uri="{FF2B5EF4-FFF2-40B4-BE49-F238E27FC236}">
                <a16:creationId xmlns:a16="http://schemas.microsoft.com/office/drawing/2014/main" id="{C437675D-584B-A25E-724D-6817BC2E991C}"/>
              </a:ext>
            </a:extLst>
          </p:cNvPr>
          <p:cNvSpPr>
            <a:spLocks noGrp="1"/>
          </p:cNvSpPr>
          <p:nvPr>
            <p:ph type="ctrTitle"/>
          </p:nvPr>
        </p:nvSpPr>
        <p:spPr>
          <a:xfrm>
            <a:off x="4376057" y="1912776"/>
            <a:ext cx="7253968" cy="2855167"/>
          </a:xfrm>
        </p:spPr>
        <p:txBody>
          <a:bodyPr/>
          <a:lstStyle/>
          <a:p>
            <a:r>
              <a:rPr lang="de-DE"/>
              <a:t>Vom Finding zum Fix</a:t>
            </a:r>
          </a:p>
        </p:txBody>
      </p:sp>
      <p:sp>
        <p:nvSpPr>
          <p:cNvPr id="4" name="Untertitel 3">
            <a:extLst>
              <a:ext uri="{FF2B5EF4-FFF2-40B4-BE49-F238E27FC236}">
                <a16:creationId xmlns:a16="http://schemas.microsoft.com/office/drawing/2014/main" id="{EFA7387B-D5CE-10A2-76EE-FA7DC4CA105E}"/>
              </a:ext>
            </a:extLst>
          </p:cNvPr>
          <p:cNvSpPr>
            <a:spLocks noGrp="1"/>
          </p:cNvSpPr>
          <p:nvPr>
            <p:ph type="subTitle" idx="1"/>
          </p:nvPr>
        </p:nvSpPr>
        <p:spPr>
          <a:xfrm>
            <a:off x="4376057" y="4824082"/>
            <a:ext cx="7253968" cy="1082196"/>
          </a:xfrm>
        </p:spPr>
        <p:txBody>
          <a:bodyPr/>
          <a:lstStyle/>
          <a:p>
            <a:r>
              <a:rPr lang="de-DE"/>
              <a:t>Active Directory Security mit AI Agents und Model Context Protocol (MCP)</a:t>
            </a:r>
          </a:p>
        </p:txBody>
      </p:sp>
      <p:sp>
        <p:nvSpPr>
          <p:cNvPr id="5" name="Textplatzhalter 4">
            <a:extLst>
              <a:ext uri="{FF2B5EF4-FFF2-40B4-BE49-F238E27FC236}">
                <a16:creationId xmlns:a16="http://schemas.microsoft.com/office/drawing/2014/main" id="{0E04DCED-8D0F-CEEF-9B50-5DF4A05BD948}"/>
              </a:ext>
            </a:extLst>
          </p:cNvPr>
          <p:cNvSpPr>
            <a:spLocks noGrp="1"/>
          </p:cNvSpPr>
          <p:nvPr>
            <p:ph type="body" sz="quarter" idx="10"/>
          </p:nvPr>
        </p:nvSpPr>
        <p:spPr>
          <a:xfrm>
            <a:off x="4376057" y="6244026"/>
            <a:ext cx="5215618" cy="314325"/>
          </a:xfrm>
        </p:spPr>
        <p:txBody>
          <a:bodyPr/>
          <a:lstStyle/>
          <a:p>
            <a:r>
              <a:rPr lang="de-DE" sz="1600"/>
              <a:t>Protiviti GmbH · Michael Herpers · 2026</a:t>
            </a:r>
          </a:p>
        </p:txBody>
      </p:sp>
    </p:spTree>
    <p:extLst>
      <p:ext uri="{BB962C8B-B14F-4D97-AF65-F5344CB8AC3E}">
        <p14:creationId xmlns:p14="http://schemas.microsoft.com/office/powerpoint/2010/main" val="15004422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22DBF39-C400-6D47-46AA-452876941AD0}"/>
              </a:ext>
            </a:extLst>
          </p:cNvPr>
          <p:cNvSpPr>
            <a:spLocks noGrp="1"/>
          </p:cNvSpPr>
          <p:nvPr>
            <p:ph type="sldNum" sz="quarter" idx="11"/>
          </p:nvPr>
        </p:nvSpPr>
        <p:spPr>
          <a:xfrm>
            <a:off x="11277376" y="417380"/>
            <a:ext cx="914622" cy="365125"/>
          </a:xfrm>
        </p:spPr>
        <p:txBody>
          <a:bodyPr/>
          <a:lstStyle/>
          <a:p>
            <a:fld id="{9678312F-8BDE-4502-9E53-473B40D118CD}" type="slidenum">
              <a:rPr lang="de-DE" smtClean="0"/>
              <a:pPr/>
              <a:t>2</a:t>
            </a:fld>
            <a:endParaRPr lang="de-DE"/>
          </a:p>
        </p:txBody>
      </p:sp>
      <p:sp>
        <p:nvSpPr>
          <p:cNvPr id="6" name="Titel 5">
            <a:extLst>
              <a:ext uri="{FF2B5EF4-FFF2-40B4-BE49-F238E27FC236}">
                <a16:creationId xmlns:a16="http://schemas.microsoft.com/office/drawing/2014/main" id="{C7CE2544-7F8C-4E83-64ED-8CD236C4365B}"/>
              </a:ext>
            </a:extLst>
          </p:cNvPr>
          <p:cNvSpPr>
            <a:spLocks noGrp="1"/>
          </p:cNvSpPr>
          <p:nvPr>
            <p:ph type="title"/>
          </p:nvPr>
        </p:nvSpPr>
        <p:spPr/>
        <p:txBody>
          <a:bodyPr/>
          <a:lstStyle/>
          <a:p>
            <a:r>
              <a:rPr lang="de-DE"/>
              <a:t>Agenda</a:t>
            </a:r>
          </a:p>
        </p:txBody>
      </p:sp>
      <p:sp>
        <p:nvSpPr>
          <p:cNvPr id="9089" name="Rectangle 9088">
            <a:extLst>
              <a:ext uri="{FF2B5EF4-FFF2-40B4-BE49-F238E27FC236}">
                <a16:creationId xmlns:a16="http://schemas.microsoft.com/office/drawing/2014/main" id="{34BEFCE2-1FF8-CB3D-8A21-F6C8CA8D5615}"/>
              </a:ext>
            </a:extLst>
          </p:cNvPr>
          <p:cNvSpPr/>
          <p:nvPr/>
        </p:nvSpPr>
        <p:spPr>
          <a:xfrm>
            <a:off x="468000" y="1900000"/>
            <a:ext cx="760000" cy="760000"/>
          </a:xfrm>
          <a:prstGeom prst="rect">
            <a:avLst/>
          </a:prstGeom>
          <a:solidFill>
            <a:srgbClr val="00ACC4"/>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2800" b="1">
                <a:solidFill>
                  <a:srgbClr val="000000"/>
                </a:solidFill>
                <a:effectLst/>
                <a:latin typeface="Barlow Condensed Medium" panose="00000606000000000000" pitchFamily="2" charset="0"/>
              </a:rPr>
              <a:t>1</a:t>
            </a:r>
          </a:p>
          <a:p>
            <a:pPr algn="ctr">
              <a:buNone/>
            </a:pPr>
            <a:r>
              <a:rPr lang="en-US" sz="100">
                <a:effectLst/>
              </a:rPr>
              <a:t> </a:t>
            </a:r>
            <a:endParaRPr lang="en-US">
              <a:latin typeface="Barlow Condensed Light" panose="00000406000000000000" pitchFamily="2" charset="0"/>
            </a:endParaRPr>
          </a:p>
        </p:txBody>
      </p:sp>
      <p:sp>
        <p:nvSpPr>
          <p:cNvPr id="9091" name="Rectangle 9090">
            <a:extLst>
              <a:ext uri="{FF2B5EF4-FFF2-40B4-BE49-F238E27FC236}">
                <a16:creationId xmlns:a16="http://schemas.microsoft.com/office/drawing/2014/main" id="{2581491C-9834-989F-83FB-5608D155BF79}"/>
              </a:ext>
            </a:extLst>
          </p:cNvPr>
          <p:cNvSpPr/>
          <p:nvPr/>
        </p:nvSpPr>
        <p:spPr>
          <a:xfrm>
            <a:off x="1228000" y="1900000"/>
            <a:ext cx="9690825" cy="760000"/>
          </a:xfrm>
          <a:prstGeom prst="rect">
            <a:avLst/>
          </a:prstGeom>
          <a:solidFill>
            <a:srgbClr val="F2F4F6"/>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a:solidFill>
                  <a:srgbClr val="3C3D3E"/>
                </a:solidFill>
                <a:effectLst/>
              </a:rPr>
              <a:t> </a:t>
            </a:r>
            <a:endParaRPr lang="en-US">
              <a:latin typeface="Barlow Condensed Light" panose="00000406000000000000" pitchFamily="2" charset="0"/>
            </a:endParaRPr>
          </a:p>
        </p:txBody>
      </p:sp>
      <p:sp>
        <p:nvSpPr>
          <p:cNvPr id="9094" name="Rectangle 9093">
            <a:extLst>
              <a:ext uri="{FF2B5EF4-FFF2-40B4-BE49-F238E27FC236}">
                <a16:creationId xmlns:a16="http://schemas.microsoft.com/office/drawing/2014/main" id="{5905CB53-A156-B380-15C9-34774CC731B0}"/>
              </a:ext>
            </a:extLst>
          </p:cNvPr>
          <p:cNvSpPr/>
          <p:nvPr/>
        </p:nvSpPr>
        <p:spPr>
          <a:xfrm>
            <a:off x="1418000" y="1980000"/>
            <a:ext cx="42000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004068"/>
                </a:solidFill>
                <a:effectLst/>
                <a:latin typeface="Barlow Condensed Medium" panose="00000606000000000000" pitchFamily="2" charset="0"/>
              </a:rPr>
              <a:t>Ausgangslage</a:t>
            </a:r>
          </a:p>
          <a:p>
            <a:pPr algn="l">
              <a:buNone/>
            </a:pPr>
            <a:r>
              <a:rPr lang="en-US" sz="100">
                <a:effectLst/>
              </a:rPr>
              <a:t> </a:t>
            </a:r>
            <a:endParaRPr lang="en-US">
              <a:latin typeface="Barlow Condensed Light" panose="00000406000000000000" pitchFamily="2" charset="0"/>
            </a:endParaRPr>
          </a:p>
        </p:txBody>
      </p:sp>
      <p:sp>
        <p:nvSpPr>
          <p:cNvPr id="9098" name="Rectangle 9097">
            <a:extLst>
              <a:ext uri="{FF2B5EF4-FFF2-40B4-BE49-F238E27FC236}">
                <a16:creationId xmlns:a16="http://schemas.microsoft.com/office/drawing/2014/main" id="{DC26CBEB-3FFB-2110-3ACE-C1AEAEE21C70}"/>
              </a:ext>
            </a:extLst>
          </p:cNvPr>
          <p:cNvSpPr/>
          <p:nvPr/>
        </p:nvSpPr>
        <p:spPr>
          <a:xfrm>
            <a:off x="1418000" y="2300000"/>
            <a:ext cx="7400000" cy="4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300">
                <a:solidFill>
                  <a:srgbClr val="3C3D3E"/>
                </a:solidFill>
                <a:effectLst/>
              </a:rPr>
              <a:t>Warum Active Directory und AI Agents zusammen­gehören – und wo das Risiko liegt</a:t>
            </a:r>
          </a:p>
          <a:p>
            <a:pPr algn="l">
              <a:buNone/>
            </a:pPr>
            <a:r>
              <a:rPr lang="en-US" sz="100">
                <a:effectLst/>
              </a:rPr>
              <a:t> </a:t>
            </a:r>
            <a:endParaRPr lang="en-US">
              <a:latin typeface="Barlow Condensed Light" panose="00000406000000000000" pitchFamily="2" charset="0"/>
            </a:endParaRPr>
          </a:p>
        </p:txBody>
      </p:sp>
      <p:sp>
        <p:nvSpPr>
          <p:cNvPr id="9103" name="Rectangle 9102">
            <a:extLst>
              <a:ext uri="{FF2B5EF4-FFF2-40B4-BE49-F238E27FC236}">
                <a16:creationId xmlns:a16="http://schemas.microsoft.com/office/drawing/2014/main" id="{88365063-34A2-70AB-9D31-40BAA1F0F00A}"/>
              </a:ext>
            </a:extLst>
          </p:cNvPr>
          <p:cNvSpPr/>
          <p:nvPr/>
        </p:nvSpPr>
        <p:spPr>
          <a:xfrm>
            <a:off x="9418825" y="2100000"/>
            <a:ext cx="1350000" cy="3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buNone/>
            </a:pPr>
            <a:r>
              <a:rPr lang="en-US" sz="1400" b="1">
                <a:solidFill>
                  <a:srgbClr val="5D7B9A"/>
                </a:solidFill>
                <a:effectLst/>
                <a:latin typeface="Barlow Condensed Medium" panose="00000606000000000000" pitchFamily="2" charset="0"/>
              </a:rPr>
              <a:t>≈ 6 Min.</a:t>
            </a:r>
          </a:p>
          <a:p>
            <a:pPr algn="r">
              <a:buNone/>
            </a:pPr>
            <a:r>
              <a:rPr lang="en-US" sz="100">
                <a:effectLst/>
              </a:rPr>
              <a:t> </a:t>
            </a:r>
            <a:endParaRPr lang="en-US">
              <a:latin typeface="Barlow Condensed Light" panose="00000406000000000000" pitchFamily="2" charset="0"/>
            </a:endParaRPr>
          </a:p>
        </p:txBody>
      </p:sp>
      <p:sp>
        <p:nvSpPr>
          <p:cNvPr id="9109" name="Rectangle 9108">
            <a:extLst>
              <a:ext uri="{FF2B5EF4-FFF2-40B4-BE49-F238E27FC236}">
                <a16:creationId xmlns:a16="http://schemas.microsoft.com/office/drawing/2014/main" id="{4EC2AC79-9083-46D2-EB75-BBE3C7D393A3}"/>
              </a:ext>
            </a:extLst>
          </p:cNvPr>
          <p:cNvSpPr/>
          <p:nvPr/>
        </p:nvSpPr>
        <p:spPr>
          <a:xfrm>
            <a:off x="468000" y="2750000"/>
            <a:ext cx="760000" cy="760000"/>
          </a:xfrm>
          <a:prstGeom prst="rect">
            <a:avLst/>
          </a:prstGeom>
          <a:solidFill>
            <a:srgbClr val="00ACC4"/>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2800" b="1">
                <a:solidFill>
                  <a:srgbClr val="000000"/>
                </a:solidFill>
                <a:effectLst/>
                <a:latin typeface="Barlow Condensed Medium" panose="00000606000000000000" pitchFamily="2" charset="0"/>
              </a:rPr>
              <a:t>2</a:t>
            </a:r>
          </a:p>
          <a:p>
            <a:pPr algn="ctr">
              <a:buNone/>
            </a:pPr>
            <a:r>
              <a:rPr lang="en-US" sz="100">
                <a:effectLst/>
              </a:rPr>
              <a:t> </a:t>
            </a:r>
            <a:endParaRPr lang="en-US">
              <a:latin typeface="Barlow Condensed Light" panose="00000406000000000000" pitchFamily="2" charset="0"/>
            </a:endParaRPr>
          </a:p>
        </p:txBody>
      </p:sp>
      <p:sp>
        <p:nvSpPr>
          <p:cNvPr id="9116" name="Rectangle 9115">
            <a:extLst>
              <a:ext uri="{FF2B5EF4-FFF2-40B4-BE49-F238E27FC236}">
                <a16:creationId xmlns:a16="http://schemas.microsoft.com/office/drawing/2014/main" id="{2562AF86-D52C-A57A-68E9-A1A566CAB5D8}"/>
              </a:ext>
            </a:extLst>
          </p:cNvPr>
          <p:cNvSpPr/>
          <p:nvPr/>
        </p:nvSpPr>
        <p:spPr>
          <a:xfrm>
            <a:off x="1228000" y="2750000"/>
            <a:ext cx="9690825" cy="760000"/>
          </a:xfrm>
          <a:prstGeom prst="rect">
            <a:avLst/>
          </a:prstGeom>
          <a:solidFill>
            <a:srgbClr val="F2F4F6"/>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a:solidFill>
                  <a:srgbClr val="3C3D3E"/>
                </a:solidFill>
                <a:effectLst/>
              </a:rPr>
              <a:t> </a:t>
            </a:r>
            <a:endParaRPr lang="en-US">
              <a:latin typeface="Barlow Condensed Light" panose="00000406000000000000" pitchFamily="2" charset="0"/>
            </a:endParaRPr>
          </a:p>
        </p:txBody>
      </p:sp>
      <p:sp>
        <p:nvSpPr>
          <p:cNvPr id="9124" name="Rectangle 9123">
            <a:extLst>
              <a:ext uri="{FF2B5EF4-FFF2-40B4-BE49-F238E27FC236}">
                <a16:creationId xmlns:a16="http://schemas.microsoft.com/office/drawing/2014/main" id="{F07D9AD3-5F74-E306-14B6-503723B1A433}"/>
              </a:ext>
            </a:extLst>
          </p:cNvPr>
          <p:cNvSpPr/>
          <p:nvPr/>
        </p:nvSpPr>
        <p:spPr>
          <a:xfrm>
            <a:off x="1418000" y="2830000"/>
            <a:ext cx="42000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004068"/>
                </a:solidFill>
                <a:effectLst/>
                <a:latin typeface="Barlow Condensed Medium" panose="00000606000000000000" pitchFamily="2" charset="0"/>
              </a:rPr>
              <a:t>Grundlagen</a:t>
            </a:r>
          </a:p>
          <a:p>
            <a:pPr algn="l">
              <a:buNone/>
            </a:pPr>
            <a:r>
              <a:rPr lang="en-US" sz="100">
                <a:effectLst/>
              </a:rPr>
              <a:t> </a:t>
            </a:r>
            <a:endParaRPr lang="en-US">
              <a:latin typeface="Barlow Condensed Light" panose="00000406000000000000" pitchFamily="2" charset="0"/>
            </a:endParaRPr>
          </a:p>
        </p:txBody>
      </p:sp>
      <p:sp>
        <p:nvSpPr>
          <p:cNvPr id="9133" name="Rectangle 9132">
            <a:extLst>
              <a:ext uri="{FF2B5EF4-FFF2-40B4-BE49-F238E27FC236}">
                <a16:creationId xmlns:a16="http://schemas.microsoft.com/office/drawing/2014/main" id="{80CA95A5-BF01-0FCF-791B-B711032F6BFF}"/>
              </a:ext>
            </a:extLst>
          </p:cNvPr>
          <p:cNvSpPr/>
          <p:nvPr/>
        </p:nvSpPr>
        <p:spPr>
          <a:xfrm>
            <a:off x="1418000" y="3150000"/>
            <a:ext cx="7400000" cy="4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300">
                <a:solidFill>
                  <a:srgbClr val="3C3D3E"/>
                </a:solidFill>
                <a:effectLst/>
              </a:rPr>
              <a:t>Agents, MCP, Microsoft Foundry und API Management verständlich erklärt</a:t>
            </a:r>
            <a:endParaRPr lang="en-US">
              <a:latin typeface="Barlow Condensed Light" panose="00000406000000000000" pitchFamily="2" charset="0"/>
            </a:endParaRPr>
          </a:p>
        </p:txBody>
      </p:sp>
      <p:sp>
        <p:nvSpPr>
          <p:cNvPr id="9143" name="Rectangle 9142">
            <a:extLst>
              <a:ext uri="{FF2B5EF4-FFF2-40B4-BE49-F238E27FC236}">
                <a16:creationId xmlns:a16="http://schemas.microsoft.com/office/drawing/2014/main" id="{08453FFF-06F2-B51B-ABCF-BD730B0205F1}"/>
              </a:ext>
            </a:extLst>
          </p:cNvPr>
          <p:cNvSpPr/>
          <p:nvPr/>
        </p:nvSpPr>
        <p:spPr>
          <a:xfrm>
            <a:off x="9418825" y="2950000"/>
            <a:ext cx="1350000" cy="3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buNone/>
            </a:pPr>
            <a:r>
              <a:rPr lang="en-US" sz="1400" b="1">
                <a:solidFill>
                  <a:srgbClr val="5D7B9A"/>
                </a:solidFill>
                <a:effectLst/>
                <a:latin typeface="Barlow Condensed Medium" panose="00000606000000000000" pitchFamily="2" charset="0"/>
              </a:rPr>
              <a:t>≈ 9 Min.</a:t>
            </a:r>
          </a:p>
          <a:p>
            <a:pPr algn="r">
              <a:buNone/>
            </a:pPr>
            <a:r>
              <a:rPr lang="en-US" sz="100">
                <a:effectLst/>
              </a:rPr>
              <a:t> </a:t>
            </a:r>
            <a:endParaRPr lang="en-US">
              <a:latin typeface="Barlow Condensed Light" panose="00000406000000000000" pitchFamily="2" charset="0"/>
            </a:endParaRPr>
          </a:p>
        </p:txBody>
      </p:sp>
      <p:sp>
        <p:nvSpPr>
          <p:cNvPr id="9154" name="Rectangle 9153">
            <a:extLst>
              <a:ext uri="{FF2B5EF4-FFF2-40B4-BE49-F238E27FC236}">
                <a16:creationId xmlns:a16="http://schemas.microsoft.com/office/drawing/2014/main" id="{3C621CF4-35FB-A684-CD8C-183256E67787}"/>
              </a:ext>
            </a:extLst>
          </p:cNvPr>
          <p:cNvSpPr/>
          <p:nvPr/>
        </p:nvSpPr>
        <p:spPr>
          <a:xfrm>
            <a:off x="468000" y="3600000"/>
            <a:ext cx="760000" cy="760000"/>
          </a:xfrm>
          <a:prstGeom prst="rect">
            <a:avLst/>
          </a:prstGeom>
          <a:solidFill>
            <a:srgbClr val="00ACC4"/>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2800" b="1">
                <a:solidFill>
                  <a:srgbClr val="000000"/>
                </a:solidFill>
                <a:effectLst/>
                <a:latin typeface="Barlow Condensed Medium" panose="00000606000000000000" pitchFamily="2" charset="0"/>
              </a:rPr>
              <a:t>3</a:t>
            </a:r>
          </a:p>
          <a:p>
            <a:pPr algn="ctr">
              <a:buNone/>
            </a:pPr>
            <a:r>
              <a:rPr lang="en-US" sz="100">
                <a:effectLst/>
              </a:rPr>
              <a:t> </a:t>
            </a:r>
            <a:endParaRPr lang="en-US">
              <a:latin typeface="Barlow Condensed Light" panose="00000406000000000000" pitchFamily="2" charset="0"/>
            </a:endParaRPr>
          </a:p>
        </p:txBody>
      </p:sp>
      <p:sp>
        <p:nvSpPr>
          <p:cNvPr id="9166" name="Rectangle 9165">
            <a:extLst>
              <a:ext uri="{FF2B5EF4-FFF2-40B4-BE49-F238E27FC236}">
                <a16:creationId xmlns:a16="http://schemas.microsoft.com/office/drawing/2014/main" id="{B6481490-8EB0-5037-93F9-34A213BD644B}"/>
              </a:ext>
            </a:extLst>
          </p:cNvPr>
          <p:cNvSpPr/>
          <p:nvPr/>
        </p:nvSpPr>
        <p:spPr>
          <a:xfrm>
            <a:off x="1228000" y="3600000"/>
            <a:ext cx="9690825" cy="760000"/>
          </a:xfrm>
          <a:prstGeom prst="rect">
            <a:avLst/>
          </a:prstGeom>
          <a:solidFill>
            <a:srgbClr val="F2F4F6"/>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a:solidFill>
                  <a:srgbClr val="3C3D3E"/>
                </a:solidFill>
                <a:effectLst/>
              </a:rPr>
              <a:t> </a:t>
            </a:r>
            <a:endParaRPr lang="en-US">
              <a:latin typeface="Barlow Condensed Light" panose="00000406000000000000" pitchFamily="2" charset="0"/>
            </a:endParaRPr>
          </a:p>
        </p:txBody>
      </p:sp>
      <p:sp>
        <p:nvSpPr>
          <p:cNvPr id="9179" name="Rectangle 9178">
            <a:extLst>
              <a:ext uri="{FF2B5EF4-FFF2-40B4-BE49-F238E27FC236}">
                <a16:creationId xmlns:a16="http://schemas.microsoft.com/office/drawing/2014/main" id="{09B8A983-839E-D4B5-0B6C-7A6D68004ED9}"/>
              </a:ext>
            </a:extLst>
          </p:cNvPr>
          <p:cNvSpPr/>
          <p:nvPr/>
        </p:nvSpPr>
        <p:spPr>
          <a:xfrm>
            <a:off x="1418000" y="3680000"/>
            <a:ext cx="42000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004068"/>
                </a:solidFill>
                <a:effectLst/>
                <a:latin typeface="Barlow Condensed Medium" panose="00000606000000000000" pitchFamily="2" charset="0"/>
              </a:rPr>
              <a:t>Architektur und Sicherheit</a:t>
            </a:r>
          </a:p>
          <a:p>
            <a:pPr algn="l">
              <a:buNone/>
            </a:pPr>
            <a:r>
              <a:rPr lang="en-US" sz="100">
                <a:effectLst/>
              </a:rPr>
              <a:t> </a:t>
            </a:r>
            <a:endParaRPr lang="en-US">
              <a:latin typeface="Barlow Condensed Light" panose="00000406000000000000" pitchFamily="2" charset="0"/>
            </a:endParaRPr>
          </a:p>
        </p:txBody>
      </p:sp>
      <p:sp>
        <p:nvSpPr>
          <p:cNvPr id="9193" name="Rectangle 9192">
            <a:extLst>
              <a:ext uri="{FF2B5EF4-FFF2-40B4-BE49-F238E27FC236}">
                <a16:creationId xmlns:a16="http://schemas.microsoft.com/office/drawing/2014/main" id="{FD7AC9A1-0390-0D0B-9DB4-C19CB273A234}"/>
              </a:ext>
            </a:extLst>
          </p:cNvPr>
          <p:cNvSpPr/>
          <p:nvPr/>
        </p:nvSpPr>
        <p:spPr>
          <a:xfrm>
            <a:off x="1418000" y="4000000"/>
            <a:ext cx="7400000" cy="4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300">
                <a:solidFill>
                  <a:srgbClr val="3C3D3E"/>
                </a:solidFill>
                <a:effectLst/>
              </a:rPr>
              <a:t>Zwei getrennte Pfade, Least Privilege, Human Approval</a:t>
            </a:r>
          </a:p>
          <a:p>
            <a:pPr algn="l">
              <a:buNone/>
            </a:pPr>
            <a:r>
              <a:rPr lang="en-US" sz="100">
                <a:effectLst/>
              </a:rPr>
              <a:t> </a:t>
            </a:r>
            <a:endParaRPr lang="en-US">
              <a:latin typeface="Barlow Condensed Light" panose="00000406000000000000" pitchFamily="2" charset="0"/>
            </a:endParaRPr>
          </a:p>
        </p:txBody>
      </p:sp>
      <p:sp>
        <p:nvSpPr>
          <p:cNvPr id="9208" name="Rectangle 9207">
            <a:extLst>
              <a:ext uri="{FF2B5EF4-FFF2-40B4-BE49-F238E27FC236}">
                <a16:creationId xmlns:a16="http://schemas.microsoft.com/office/drawing/2014/main" id="{450DF6C1-341C-A399-D560-648B20D169E4}"/>
              </a:ext>
            </a:extLst>
          </p:cNvPr>
          <p:cNvSpPr/>
          <p:nvPr/>
        </p:nvSpPr>
        <p:spPr>
          <a:xfrm>
            <a:off x="9418825" y="3800000"/>
            <a:ext cx="1350000" cy="3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buNone/>
            </a:pPr>
            <a:r>
              <a:rPr lang="en-US" sz="1400" b="1">
                <a:solidFill>
                  <a:srgbClr val="5D7B9A"/>
                </a:solidFill>
                <a:effectLst/>
                <a:latin typeface="Barlow Condensed Medium" panose="00000606000000000000" pitchFamily="2" charset="0"/>
              </a:rPr>
              <a:t>≈ 11 Min.</a:t>
            </a:r>
          </a:p>
          <a:p>
            <a:pPr algn="r">
              <a:buNone/>
            </a:pPr>
            <a:r>
              <a:rPr lang="en-US" sz="100">
                <a:effectLst/>
              </a:rPr>
              <a:t> </a:t>
            </a:r>
            <a:endParaRPr lang="en-US">
              <a:latin typeface="Barlow Condensed Light" panose="00000406000000000000" pitchFamily="2" charset="0"/>
            </a:endParaRPr>
          </a:p>
        </p:txBody>
      </p:sp>
      <p:sp>
        <p:nvSpPr>
          <p:cNvPr id="9224" name="Rectangle 9223">
            <a:extLst>
              <a:ext uri="{FF2B5EF4-FFF2-40B4-BE49-F238E27FC236}">
                <a16:creationId xmlns:a16="http://schemas.microsoft.com/office/drawing/2014/main" id="{A83C29F6-BD1E-65B0-88F6-14D665B1F76C}"/>
              </a:ext>
            </a:extLst>
          </p:cNvPr>
          <p:cNvSpPr/>
          <p:nvPr/>
        </p:nvSpPr>
        <p:spPr>
          <a:xfrm>
            <a:off x="468000" y="4450000"/>
            <a:ext cx="760000" cy="760000"/>
          </a:xfrm>
          <a:prstGeom prst="rect">
            <a:avLst/>
          </a:prstGeom>
          <a:solidFill>
            <a:srgbClr val="F6871F"/>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2800" b="1">
                <a:solidFill>
                  <a:srgbClr val="000000"/>
                </a:solidFill>
                <a:effectLst/>
                <a:latin typeface="Barlow Condensed Medium" panose="00000606000000000000" pitchFamily="2" charset="0"/>
              </a:rPr>
              <a:t>4</a:t>
            </a:r>
          </a:p>
          <a:p>
            <a:pPr algn="ctr">
              <a:buNone/>
            </a:pPr>
            <a:r>
              <a:rPr lang="en-US" sz="100">
                <a:effectLst/>
              </a:rPr>
              <a:t> </a:t>
            </a:r>
            <a:endParaRPr lang="en-US">
              <a:latin typeface="Barlow Condensed Light" panose="00000406000000000000" pitchFamily="2" charset="0"/>
            </a:endParaRPr>
          </a:p>
        </p:txBody>
      </p:sp>
      <p:sp>
        <p:nvSpPr>
          <p:cNvPr id="9241" name="Rectangle 9240">
            <a:extLst>
              <a:ext uri="{FF2B5EF4-FFF2-40B4-BE49-F238E27FC236}">
                <a16:creationId xmlns:a16="http://schemas.microsoft.com/office/drawing/2014/main" id="{B61CA6D3-E71C-43D5-BAF1-4424F3625ECB}"/>
              </a:ext>
            </a:extLst>
          </p:cNvPr>
          <p:cNvSpPr/>
          <p:nvPr/>
        </p:nvSpPr>
        <p:spPr>
          <a:xfrm>
            <a:off x="1228000" y="4450000"/>
            <a:ext cx="9690825" cy="760000"/>
          </a:xfrm>
          <a:prstGeom prst="rect">
            <a:avLst/>
          </a:prstGeom>
          <a:solidFill>
            <a:srgbClr val="FDEEDF"/>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a:solidFill>
                  <a:srgbClr val="736D62"/>
                </a:solidFill>
                <a:effectLst/>
              </a:rPr>
              <a:t> </a:t>
            </a:r>
            <a:endParaRPr lang="en-US">
              <a:latin typeface="Barlow Condensed Light" panose="00000406000000000000" pitchFamily="2" charset="0"/>
            </a:endParaRPr>
          </a:p>
        </p:txBody>
      </p:sp>
      <p:sp>
        <p:nvSpPr>
          <p:cNvPr id="9259" name="Rectangle 9258">
            <a:extLst>
              <a:ext uri="{FF2B5EF4-FFF2-40B4-BE49-F238E27FC236}">
                <a16:creationId xmlns:a16="http://schemas.microsoft.com/office/drawing/2014/main" id="{76C0D47D-5578-86A5-4EDD-3E4ACEB67F53}"/>
              </a:ext>
            </a:extLst>
          </p:cNvPr>
          <p:cNvSpPr/>
          <p:nvPr/>
        </p:nvSpPr>
        <p:spPr>
          <a:xfrm>
            <a:off x="1418000" y="4530000"/>
            <a:ext cx="42000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004068"/>
                </a:solidFill>
                <a:effectLst/>
                <a:latin typeface="Barlow Condensed Medium" panose="00000606000000000000" pitchFamily="2" charset="0"/>
              </a:rPr>
              <a:t>Live-Demo</a:t>
            </a:r>
          </a:p>
          <a:p>
            <a:pPr algn="l">
              <a:buNone/>
            </a:pPr>
            <a:r>
              <a:rPr lang="en-US" sz="100">
                <a:effectLst/>
              </a:rPr>
              <a:t> </a:t>
            </a:r>
            <a:endParaRPr lang="en-US">
              <a:latin typeface="Barlow Condensed Light" panose="00000406000000000000" pitchFamily="2" charset="0"/>
            </a:endParaRPr>
          </a:p>
        </p:txBody>
      </p:sp>
      <p:sp>
        <p:nvSpPr>
          <p:cNvPr id="9278" name="Rectangle 9277">
            <a:extLst>
              <a:ext uri="{FF2B5EF4-FFF2-40B4-BE49-F238E27FC236}">
                <a16:creationId xmlns:a16="http://schemas.microsoft.com/office/drawing/2014/main" id="{35501658-28B0-A12A-3F27-D84762354F40}"/>
              </a:ext>
            </a:extLst>
          </p:cNvPr>
          <p:cNvSpPr/>
          <p:nvPr/>
        </p:nvSpPr>
        <p:spPr>
          <a:xfrm>
            <a:off x="1418000" y="4850000"/>
            <a:ext cx="7400000" cy="4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300">
                <a:solidFill>
                  <a:srgbClr val="3C3D3E"/>
                </a:solidFill>
                <a:effectLst/>
              </a:rPr>
              <a:t>Vom Finding zum Fix – Assessment, Freigabe, Remediation, Verifikation</a:t>
            </a:r>
          </a:p>
          <a:p>
            <a:pPr algn="l">
              <a:buNone/>
            </a:pPr>
            <a:r>
              <a:rPr lang="en-US" sz="100">
                <a:effectLst/>
              </a:rPr>
              <a:t> </a:t>
            </a:r>
            <a:endParaRPr lang="en-US">
              <a:latin typeface="Barlow Condensed Light" panose="00000406000000000000" pitchFamily="2" charset="0"/>
            </a:endParaRPr>
          </a:p>
        </p:txBody>
      </p:sp>
      <p:sp>
        <p:nvSpPr>
          <p:cNvPr id="9298" name="Rectangle 9297">
            <a:extLst>
              <a:ext uri="{FF2B5EF4-FFF2-40B4-BE49-F238E27FC236}">
                <a16:creationId xmlns:a16="http://schemas.microsoft.com/office/drawing/2014/main" id="{F0918E71-CFC8-D5EE-3EED-46FD32A04207}"/>
              </a:ext>
            </a:extLst>
          </p:cNvPr>
          <p:cNvSpPr/>
          <p:nvPr/>
        </p:nvSpPr>
        <p:spPr>
          <a:xfrm>
            <a:off x="9418825" y="4650000"/>
            <a:ext cx="1350000" cy="3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buNone/>
            </a:pPr>
            <a:r>
              <a:rPr lang="en-US" sz="1400" b="1">
                <a:solidFill>
                  <a:srgbClr val="5D7B9A"/>
                </a:solidFill>
                <a:effectLst/>
                <a:latin typeface="Barlow Condensed Medium" panose="00000606000000000000" pitchFamily="2" charset="0"/>
              </a:rPr>
              <a:t>≈ 15 Min.</a:t>
            </a:r>
          </a:p>
          <a:p>
            <a:pPr algn="r">
              <a:buNone/>
            </a:pPr>
            <a:r>
              <a:rPr lang="en-US" sz="100">
                <a:effectLst/>
              </a:rPr>
              <a:t> </a:t>
            </a:r>
            <a:endParaRPr lang="en-US">
              <a:latin typeface="Barlow Condensed Light" panose="00000406000000000000" pitchFamily="2" charset="0"/>
            </a:endParaRPr>
          </a:p>
        </p:txBody>
      </p:sp>
      <p:sp>
        <p:nvSpPr>
          <p:cNvPr id="9319" name="Rectangle 9318">
            <a:extLst>
              <a:ext uri="{FF2B5EF4-FFF2-40B4-BE49-F238E27FC236}">
                <a16:creationId xmlns:a16="http://schemas.microsoft.com/office/drawing/2014/main" id="{C87F6755-6B0D-BD9F-7C50-F4B0F4357370}"/>
              </a:ext>
            </a:extLst>
          </p:cNvPr>
          <p:cNvSpPr/>
          <p:nvPr/>
        </p:nvSpPr>
        <p:spPr>
          <a:xfrm>
            <a:off x="468000" y="5300000"/>
            <a:ext cx="760000" cy="760000"/>
          </a:xfrm>
          <a:prstGeom prst="rect">
            <a:avLst/>
          </a:prstGeom>
          <a:solidFill>
            <a:srgbClr val="00ACC4"/>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2800" b="1">
                <a:solidFill>
                  <a:srgbClr val="000000"/>
                </a:solidFill>
                <a:effectLst/>
                <a:latin typeface="Barlow Condensed Medium" panose="00000606000000000000" pitchFamily="2" charset="0"/>
              </a:rPr>
              <a:t>5</a:t>
            </a:r>
          </a:p>
          <a:p>
            <a:pPr algn="ctr">
              <a:buNone/>
            </a:pPr>
            <a:r>
              <a:rPr lang="en-US" sz="100">
                <a:effectLst/>
              </a:rPr>
              <a:t> </a:t>
            </a:r>
            <a:endParaRPr lang="en-US">
              <a:latin typeface="Barlow Condensed Light" panose="00000406000000000000" pitchFamily="2" charset="0"/>
            </a:endParaRPr>
          </a:p>
        </p:txBody>
      </p:sp>
      <p:sp>
        <p:nvSpPr>
          <p:cNvPr id="9341" name="Rectangle 9340">
            <a:extLst>
              <a:ext uri="{FF2B5EF4-FFF2-40B4-BE49-F238E27FC236}">
                <a16:creationId xmlns:a16="http://schemas.microsoft.com/office/drawing/2014/main" id="{106CDA15-B725-116E-19A3-CB2135C7B0D4}"/>
              </a:ext>
            </a:extLst>
          </p:cNvPr>
          <p:cNvSpPr/>
          <p:nvPr/>
        </p:nvSpPr>
        <p:spPr>
          <a:xfrm>
            <a:off x="1228000" y="5300000"/>
            <a:ext cx="9690825" cy="760000"/>
          </a:xfrm>
          <a:prstGeom prst="rect">
            <a:avLst/>
          </a:prstGeom>
          <a:solidFill>
            <a:srgbClr val="F2F4F6"/>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a:solidFill>
                  <a:srgbClr val="3C3D3E"/>
                </a:solidFill>
                <a:effectLst/>
              </a:rPr>
              <a:t> </a:t>
            </a:r>
            <a:endParaRPr lang="en-US">
              <a:latin typeface="Barlow Condensed Light" panose="00000406000000000000" pitchFamily="2" charset="0"/>
            </a:endParaRPr>
          </a:p>
        </p:txBody>
      </p:sp>
      <p:sp>
        <p:nvSpPr>
          <p:cNvPr id="9364" name="Rectangle 9363">
            <a:extLst>
              <a:ext uri="{FF2B5EF4-FFF2-40B4-BE49-F238E27FC236}">
                <a16:creationId xmlns:a16="http://schemas.microsoft.com/office/drawing/2014/main" id="{3F540775-2E78-D434-409C-4DB90D4033B9}"/>
              </a:ext>
            </a:extLst>
          </p:cNvPr>
          <p:cNvSpPr/>
          <p:nvPr/>
        </p:nvSpPr>
        <p:spPr>
          <a:xfrm>
            <a:off x="1418000" y="5380000"/>
            <a:ext cx="42000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004068"/>
                </a:solidFill>
                <a:effectLst/>
                <a:latin typeface="Barlow Condensed Medium" panose="00000606000000000000" pitchFamily="2" charset="0"/>
              </a:rPr>
              <a:t>Einordnung</a:t>
            </a:r>
          </a:p>
          <a:p>
            <a:pPr algn="l">
              <a:buNone/>
            </a:pPr>
            <a:r>
              <a:rPr lang="en-US" sz="100">
                <a:effectLst/>
              </a:rPr>
              <a:t> </a:t>
            </a:r>
            <a:endParaRPr lang="en-US">
              <a:latin typeface="Barlow Condensed Light" panose="00000406000000000000" pitchFamily="2" charset="0"/>
            </a:endParaRPr>
          </a:p>
        </p:txBody>
      </p:sp>
      <p:sp>
        <p:nvSpPr>
          <p:cNvPr id="9388" name="Rectangle 9387">
            <a:extLst>
              <a:ext uri="{FF2B5EF4-FFF2-40B4-BE49-F238E27FC236}">
                <a16:creationId xmlns:a16="http://schemas.microsoft.com/office/drawing/2014/main" id="{C4A578BB-C49E-9147-46A5-02A69E20E343}"/>
              </a:ext>
            </a:extLst>
          </p:cNvPr>
          <p:cNvSpPr/>
          <p:nvPr/>
        </p:nvSpPr>
        <p:spPr>
          <a:xfrm>
            <a:off x="1418000" y="5700000"/>
            <a:ext cx="7400000" cy="452323"/>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300">
                <a:solidFill>
                  <a:srgbClr val="3C3D3E"/>
                </a:solidFill>
                <a:effectLst/>
              </a:rPr>
              <a:t>Governance-Checkliste, Chancen und Grenzen, Roadmap, Takeaways</a:t>
            </a:r>
          </a:p>
          <a:p>
            <a:pPr algn="l">
              <a:buNone/>
            </a:pPr>
            <a:r>
              <a:rPr lang="en-US" sz="100">
                <a:effectLst/>
              </a:rPr>
              <a:t> </a:t>
            </a:r>
            <a:endParaRPr lang="en-US">
              <a:latin typeface="Barlow Condensed Light" panose="00000406000000000000" pitchFamily="2" charset="0"/>
            </a:endParaRPr>
          </a:p>
        </p:txBody>
      </p:sp>
      <p:sp>
        <p:nvSpPr>
          <p:cNvPr id="9413" name="Rectangle 9412">
            <a:extLst>
              <a:ext uri="{FF2B5EF4-FFF2-40B4-BE49-F238E27FC236}">
                <a16:creationId xmlns:a16="http://schemas.microsoft.com/office/drawing/2014/main" id="{8D23B76B-67B9-EB6D-29CA-4B08EE6652C8}"/>
              </a:ext>
            </a:extLst>
          </p:cNvPr>
          <p:cNvSpPr/>
          <p:nvPr/>
        </p:nvSpPr>
        <p:spPr>
          <a:xfrm>
            <a:off x="9418825" y="5500000"/>
            <a:ext cx="1350000" cy="3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buNone/>
            </a:pPr>
            <a:r>
              <a:rPr lang="en-US" sz="1400" b="1">
                <a:solidFill>
                  <a:srgbClr val="5D7B9A"/>
                </a:solidFill>
                <a:effectLst/>
                <a:latin typeface="Barlow Condensed Medium" panose="00000606000000000000" pitchFamily="2" charset="0"/>
              </a:rPr>
              <a:t>≈ 8 Min.</a:t>
            </a:r>
          </a:p>
          <a:p>
            <a:pPr algn="r">
              <a:buNone/>
            </a:pPr>
            <a:r>
              <a:rPr lang="en-US" sz="100">
                <a:effectLst/>
              </a:rPr>
              <a:t> </a:t>
            </a:r>
            <a:endParaRPr lang="en-US">
              <a:latin typeface="Barlow Condensed Light" panose="00000406000000000000" pitchFamily="2" charset="0"/>
            </a:endParaRPr>
          </a:p>
        </p:txBody>
      </p:sp>
    </p:spTree>
    <p:extLst>
      <p:ext uri="{BB962C8B-B14F-4D97-AF65-F5344CB8AC3E}">
        <p14:creationId xmlns:p14="http://schemas.microsoft.com/office/powerpoint/2010/main" val="26125609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Untertitel 6">
            <a:extLst>
              <a:ext uri="{FF2B5EF4-FFF2-40B4-BE49-F238E27FC236}">
                <a16:creationId xmlns:a16="http://schemas.microsoft.com/office/drawing/2014/main" id="{C255CA80-702A-2F18-1DAA-D490892E5A65}"/>
              </a:ext>
            </a:extLst>
          </p:cNvPr>
          <p:cNvSpPr>
            <a:spLocks noGrp="1"/>
          </p:cNvSpPr>
          <p:nvPr>
            <p:ph type="subTitle" idx="1"/>
          </p:nvPr>
        </p:nvSpPr>
        <p:spPr/>
        <p:txBody>
          <a:bodyPr/>
          <a:lstStyle/>
          <a:p>
            <a:r>
              <a:rPr lang="de-DE"/>
              <a:t>Klassisches Active Directory trifft auf moderne AI Agents</a:t>
            </a:r>
          </a:p>
        </p:txBody>
      </p:sp>
      <p:sp>
        <p:nvSpPr>
          <p:cNvPr id="2" name="Slide Number Placeholder 1">
            <a:extLst>
              <a:ext uri="{FF2B5EF4-FFF2-40B4-BE49-F238E27FC236}">
                <a16:creationId xmlns:a16="http://schemas.microsoft.com/office/drawing/2014/main" id="{822DBF39-C400-6D47-46AA-452876941AD0}"/>
              </a:ext>
            </a:extLst>
          </p:cNvPr>
          <p:cNvSpPr>
            <a:spLocks noGrp="1"/>
          </p:cNvSpPr>
          <p:nvPr>
            <p:ph type="sldNum" sz="quarter" idx="11"/>
          </p:nvPr>
        </p:nvSpPr>
        <p:spPr>
          <a:xfrm>
            <a:off x="11277376" y="417380"/>
            <a:ext cx="914622" cy="365125"/>
          </a:xfrm>
        </p:spPr>
        <p:txBody>
          <a:bodyPr/>
          <a:lstStyle/>
          <a:p>
            <a:fld id="{9678312F-8BDE-4502-9E53-473B40D118CD}" type="slidenum">
              <a:rPr lang="de-DE" smtClean="0"/>
              <a:pPr/>
              <a:t>3</a:t>
            </a:fld>
            <a:endParaRPr lang="de-DE"/>
          </a:p>
        </p:txBody>
      </p:sp>
      <p:sp>
        <p:nvSpPr>
          <p:cNvPr id="6" name="Titel 5">
            <a:extLst>
              <a:ext uri="{FF2B5EF4-FFF2-40B4-BE49-F238E27FC236}">
                <a16:creationId xmlns:a16="http://schemas.microsoft.com/office/drawing/2014/main" id="{C7CE2544-7F8C-4E83-64ED-8CD236C4365B}"/>
              </a:ext>
            </a:extLst>
          </p:cNvPr>
          <p:cNvSpPr>
            <a:spLocks noGrp="1"/>
          </p:cNvSpPr>
          <p:nvPr>
            <p:ph type="title"/>
          </p:nvPr>
        </p:nvSpPr>
        <p:spPr/>
        <p:txBody>
          <a:bodyPr/>
          <a:lstStyle/>
          <a:p>
            <a:r>
              <a:rPr lang="de-DE"/>
              <a:t>Warum ist das relevant?</a:t>
            </a:r>
          </a:p>
        </p:txBody>
      </p:sp>
      <p:sp>
        <p:nvSpPr>
          <p:cNvPr id="155" name="Rectangle 154">
            <a:extLst>
              <a:ext uri="{FF2B5EF4-FFF2-40B4-BE49-F238E27FC236}">
                <a16:creationId xmlns:a16="http://schemas.microsoft.com/office/drawing/2014/main" id="{661852B4-9548-29B6-6915-26986CC7A95E}"/>
              </a:ext>
            </a:extLst>
          </p:cNvPr>
          <p:cNvSpPr/>
          <p:nvPr/>
        </p:nvSpPr>
        <p:spPr>
          <a:xfrm>
            <a:off x="468000" y="1900000"/>
            <a:ext cx="4300000" cy="3500000"/>
          </a:xfrm>
          <a:prstGeom prst="rect">
            <a:avLst/>
          </a:prstGeom>
          <a:solidFill>
            <a:srgbClr val="E4EAEF"/>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160" name="Rectangle 159">
            <a:extLst>
              <a:ext uri="{FF2B5EF4-FFF2-40B4-BE49-F238E27FC236}">
                <a16:creationId xmlns:a16="http://schemas.microsoft.com/office/drawing/2014/main" id="{D69B6D2F-B80D-3B74-DDDC-9D8600CFD55E}"/>
              </a:ext>
            </a:extLst>
          </p:cNvPr>
          <p:cNvSpPr/>
          <p:nvPr/>
        </p:nvSpPr>
        <p:spPr>
          <a:xfrm>
            <a:off x="668000" y="2080000"/>
            <a:ext cx="3900000" cy="5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2600" b="1">
                <a:solidFill>
                  <a:srgbClr val="004068"/>
                </a:solidFill>
                <a:effectLst/>
                <a:latin typeface="Barlow Condensed Medium" panose="00000606000000000000" pitchFamily="2" charset="0"/>
              </a:rPr>
              <a:t>Active Directory</a:t>
            </a:r>
          </a:p>
          <a:p>
            <a:pPr algn="l">
              <a:buNone/>
            </a:pPr>
            <a:r>
              <a:rPr lang="en-US" sz="100">
                <a:effectLst/>
              </a:rPr>
              <a:t> </a:t>
            </a:r>
            <a:endParaRPr lang="en-US">
              <a:latin typeface="Barlow Condensed Light" panose="00000406000000000000" pitchFamily="2" charset="0"/>
            </a:endParaRPr>
          </a:p>
        </p:txBody>
      </p:sp>
      <p:sp>
        <p:nvSpPr>
          <p:cNvPr id="169" name="Rectangle 168">
            <a:extLst>
              <a:ext uri="{FF2B5EF4-FFF2-40B4-BE49-F238E27FC236}">
                <a16:creationId xmlns:a16="http://schemas.microsoft.com/office/drawing/2014/main" id="{54312849-1D79-FA5E-7F33-2683CAA13748}"/>
              </a:ext>
            </a:extLst>
          </p:cNvPr>
          <p:cNvSpPr/>
          <p:nvPr/>
        </p:nvSpPr>
        <p:spPr>
          <a:xfrm>
            <a:off x="668000" y="2600000"/>
            <a:ext cx="3900000" cy="4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3C3D3E"/>
                </a:solidFill>
                <a:effectLst/>
              </a:rPr>
              <a:t>Seit über 25 Jahren im Einsatz</a:t>
            </a:r>
          </a:p>
          <a:p>
            <a:pPr algn="l">
              <a:buNone/>
            </a:pPr>
            <a:r>
              <a:rPr lang="en-US" sz="100">
                <a:effectLst/>
              </a:rPr>
              <a:t> </a:t>
            </a:r>
            <a:endParaRPr lang="en-US">
              <a:latin typeface="Barlow Condensed Light" panose="00000406000000000000" pitchFamily="2" charset="0"/>
            </a:endParaRPr>
          </a:p>
        </p:txBody>
      </p:sp>
      <p:sp>
        <p:nvSpPr>
          <p:cNvPr id="182" name="Rectangle 181">
            <a:extLst>
              <a:ext uri="{FF2B5EF4-FFF2-40B4-BE49-F238E27FC236}">
                <a16:creationId xmlns:a16="http://schemas.microsoft.com/office/drawing/2014/main" id="{5144A39A-5912-4281-B13D-3D90745D8A7E}"/>
              </a:ext>
            </a:extLst>
          </p:cNvPr>
          <p:cNvSpPr/>
          <p:nvPr/>
        </p:nvSpPr>
        <p:spPr>
          <a:xfrm>
            <a:off x="668000" y="3050000"/>
            <a:ext cx="3900000" cy="6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3C3D3E"/>
                </a:solidFill>
                <a:effectLst/>
              </a:rPr>
              <a:t>Zentraler Identitätsdienst in fast jedem Unternehmen – hochkritisch</a:t>
            </a:r>
          </a:p>
          <a:p>
            <a:pPr algn="l">
              <a:buNone/>
            </a:pPr>
            <a:r>
              <a:rPr lang="en-US" sz="100">
                <a:effectLst/>
              </a:rPr>
              <a:t> </a:t>
            </a:r>
            <a:endParaRPr lang="en-US">
              <a:latin typeface="Barlow Condensed Light" panose="00000406000000000000" pitchFamily="2" charset="0"/>
            </a:endParaRPr>
          </a:p>
        </p:txBody>
      </p:sp>
      <p:sp>
        <p:nvSpPr>
          <p:cNvPr id="190" name="Rectangle 189">
            <a:extLst>
              <a:ext uri="{FF2B5EF4-FFF2-40B4-BE49-F238E27FC236}">
                <a16:creationId xmlns:a16="http://schemas.microsoft.com/office/drawing/2014/main" id="{FC4D2DEC-EA8B-6EA9-87D4-D3A94660F687}"/>
              </a:ext>
            </a:extLst>
          </p:cNvPr>
          <p:cNvSpPr/>
          <p:nvPr/>
        </p:nvSpPr>
        <p:spPr>
          <a:xfrm>
            <a:off x="668000" y="3800000"/>
            <a:ext cx="3900000" cy="6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3C3D3E"/>
                </a:solidFill>
                <a:effectLst/>
              </a:rPr>
              <a:t>Kompromittierung bedeutet Kontrolle über die gesamte Domäne</a:t>
            </a:r>
          </a:p>
          <a:p>
            <a:pPr algn="l">
              <a:buNone/>
            </a:pPr>
            <a:r>
              <a:rPr lang="en-US" sz="100">
                <a:effectLst/>
              </a:rPr>
              <a:t> </a:t>
            </a:r>
            <a:endParaRPr lang="en-US">
              <a:latin typeface="Barlow Condensed Light" panose="00000406000000000000" pitchFamily="2" charset="0"/>
            </a:endParaRPr>
          </a:p>
        </p:txBody>
      </p:sp>
      <p:sp>
        <p:nvSpPr>
          <p:cNvPr id="199" name="Rectangle 198">
            <a:extLst>
              <a:ext uri="{FF2B5EF4-FFF2-40B4-BE49-F238E27FC236}">
                <a16:creationId xmlns:a16="http://schemas.microsoft.com/office/drawing/2014/main" id="{042E2C7D-0BFD-1213-8111-B36722F7144D}"/>
              </a:ext>
            </a:extLst>
          </p:cNvPr>
          <p:cNvSpPr/>
          <p:nvPr/>
        </p:nvSpPr>
        <p:spPr>
          <a:xfrm>
            <a:off x="668000" y="4550000"/>
            <a:ext cx="3900000" cy="6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3C3D3E"/>
                </a:solidFill>
                <a:effectLst/>
              </a:rPr>
              <a:t>Security-Reviews sind manuell, punktuell und aufwendig</a:t>
            </a:r>
          </a:p>
          <a:p>
            <a:pPr algn="l">
              <a:buNone/>
            </a:pPr>
            <a:r>
              <a:rPr lang="en-US" sz="100">
                <a:effectLst/>
              </a:rPr>
              <a:t> </a:t>
            </a:r>
            <a:endParaRPr lang="en-US">
              <a:latin typeface="Barlow Condensed Light" panose="00000406000000000000" pitchFamily="2" charset="0"/>
            </a:endParaRPr>
          </a:p>
        </p:txBody>
      </p:sp>
      <p:sp>
        <p:nvSpPr>
          <p:cNvPr id="245" name="Arrow: Left-Right 244">
            <a:extLst>
              <a:ext uri="{FF2B5EF4-FFF2-40B4-BE49-F238E27FC236}">
                <a16:creationId xmlns:a16="http://schemas.microsoft.com/office/drawing/2014/main" id="{25E5BDAF-32C2-DA94-1A4E-C6C5D68AA26E}"/>
              </a:ext>
            </a:extLst>
          </p:cNvPr>
          <p:cNvSpPr/>
          <p:nvPr/>
        </p:nvSpPr>
        <p:spPr>
          <a:xfrm>
            <a:off x="4918000" y="3270000"/>
            <a:ext cx="1550825" cy="760000"/>
          </a:xfrm>
          <a:prstGeom prst="leftRightArrow">
            <a:avLst/>
          </a:prstGeom>
          <a:solidFill>
            <a:srgbClr val="00ACC4"/>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2400" b="1">
                <a:solidFill>
                  <a:srgbClr val="000000"/>
                </a:solidFill>
                <a:effectLst/>
                <a:latin typeface="Barlow Condensed Medium" panose="00000606000000000000" pitchFamily="2" charset="0"/>
              </a:rPr>
              <a:t>MCP</a:t>
            </a:r>
          </a:p>
          <a:p>
            <a:pPr algn="ctr">
              <a:buNone/>
            </a:pPr>
            <a:r>
              <a:rPr lang="en-US" sz="100">
                <a:effectLst/>
              </a:rPr>
              <a:t> </a:t>
            </a:r>
            <a:endParaRPr lang="en-US">
              <a:latin typeface="Barlow Condensed Light" panose="00000406000000000000" pitchFamily="2" charset="0"/>
            </a:endParaRPr>
          </a:p>
        </p:txBody>
      </p:sp>
      <p:sp>
        <p:nvSpPr>
          <p:cNvPr id="259" name="Rectangle 258">
            <a:extLst>
              <a:ext uri="{FF2B5EF4-FFF2-40B4-BE49-F238E27FC236}">
                <a16:creationId xmlns:a16="http://schemas.microsoft.com/office/drawing/2014/main" id="{BFF59D2C-96BA-E0B5-39E9-977B7205DA1C}"/>
              </a:ext>
            </a:extLst>
          </p:cNvPr>
          <p:cNvSpPr/>
          <p:nvPr/>
        </p:nvSpPr>
        <p:spPr>
          <a:xfrm>
            <a:off x="468000" y="5600000"/>
            <a:ext cx="10450825" cy="7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004068"/>
                </a:solidFill>
                <a:effectLst/>
                <a:latin typeface="Barlow Condensed Medium" panose="00000606000000000000" pitchFamily="2" charset="0"/>
              </a:rPr>
              <a:t>Die Frage ist nicht ob, sondern wie: Wie viel darf ein Agent in meinem Active Directory tun – und wer entscheidet das?</a:t>
            </a:r>
          </a:p>
          <a:p>
            <a:pPr algn="l">
              <a:buNone/>
            </a:pPr>
            <a:r>
              <a:rPr lang="en-US" sz="100">
                <a:effectLst/>
              </a:rPr>
              <a:t> </a:t>
            </a:r>
            <a:endParaRPr lang="en-US">
              <a:latin typeface="Barlow Condensed Light" panose="00000406000000000000" pitchFamily="2" charset="0"/>
            </a:endParaRPr>
          </a:p>
        </p:txBody>
      </p:sp>
      <p:sp>
        <p:nvSpPr>
          <p:cNvPr id="4512" name="cardR2">
            <a:extLst>
              <a:ext uri="{FF2B5EF4-FFF2-40B4-BE49-F238E27FC236}">
                <a16:creationId xmlns:a16="http://schemas.microsoft.com/office/drawing/2014/main" id="{115BA4A9-DD86-D2BB-4AED-FB01095D6BCE}"/>
              </a:ext>
            </a:extLst>
          </p:cNvPr>
          <p:cNvSpPr/>
          <p:nvPr/>
        </p:nvSpPr>
        <p:spPr>
          <a:xfrm>
            <a:off x="6618825" y="1900000"/>
            <a:ext cx="4300000" cy="3500000"/>
          </a:xfrm>
          <a:prstGeom prst="rect">
            <a:avLst/>
          </a:prstGeom>
          <a:solidFill>
            <a:srgbClr val="E3F5F8"/>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rgbClr val="3C3D3E"/>
                </a:solidFill>
                <a:effectLst/>
              </a:rPr>
              <a:t> </a:t>
            </a:r>
            <a:endParaRPr lang="en-US">
              <a:latin typeface="Barlow Condensed Light" panose="00000406000000000000" pitchFamily="2" charset="0"/>
            </a:endParaRPr>
          </a:p>
        </p:txBody>
      </p:sp>
      <p:sp>
        <p:nvSpPr>
          <p:cNvPr id="4513" name="Rectangle 4512">
            <a:extLst>
              <a:ext uri="{FF2B5EF4-FFF2-40B4-BE49-F238E27FC236}">
                <a16:creationId xmlns:a16="http://schemas.microsoft.com/office/drawing/2014/main" id="{5E0B19DA-EDD3-AE42-C15B-44EB6E372172}"/>
              </a:ext>
            </a:extLst>
          </p:cNvPr>
          <p:cNvSpPr/>
          <p:nvPr/>
        </p:nvSpPr>
        <p:spPr>
          <a:xfrm>
            <a:off x="6818825" y="2080000"/>
            <a:ext cx="3900000" cy="5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2600" b="1">
                <a:solidFill>
                  <a:srgbClr val="007A8A"/>
                </a:solidFill>
                <a:effectLst/>
                <a:latin typeface="Barlow Condensed Medium" panose="00000606000000000000" pitchFamily="2" charset="0"/>
              </a:rPr>
              <a:t>AI Agents</a:t>
            </a:r>
          </a:p>
          <a:p>
            <a:pPr algn="l">
              <a:buNone/>
            </a:pPr>
            <a:r>
              <a:rPr lang="en-US" sz="100">
                <a:effectLst/>
              </a:rPr>
              <a:t> </a:t>
            </a:r>
            <a:endParaRPr lang="en-US">
              <a:latin typeface="Barlow Condensed Light" panose="00000406000000000000" pitchFamily="2" charset="0"/>
            </a:endParaRPr>
          </a:p>
        </p:txBody>
      </p:sp>
      <p:sp>
        <p:nvSpPr>
          <p:cNvPr id="4515" name="Rectangle 4514">
            <a:extLst>
              <a:ext uri="{FF2B5EF4-FFF2-40B4-BE49-F238E27FC236}">
                <a16:creationId xmlns:a16="http://schemas.microsoft.com/office/drawing/2014/main" id="{DBF5601B-194E-71A8-05EB-61CBF0EA2CD2}"/>
              </a:ext>
            </a:extLst>
          </p:cNvPr>
          <p:cNvSpPr/>
          <p:nvPr/>
        </p:nvSpPr>
        <p:spPr>
          <a:xfrm>
            <a:off x="6818825" y="2600000"/>
            <a:ext cx="3900000" cy="4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3C3D3E"/>
                </a:solidFill>
                <a:effectLst/>
              </a:rPr>
              <a:t>Verstehen Ziele in natürlicher Sprache</a:t>
            </a:r>
          </a:p>
          <a:p>
            <a:pPr algn="l">
              <a:buNone/>
            </a:pPr>
            <a:r>
              <a:rPr lang="en-US" sz="100">
                <a:effectLst/>
              </a:rPr>
              <a:t> </a:t>
            </a:r>
            <a:endParaRPr lang="en-US">
              <a:latin typeface="Barlow Condensed Light" panose="00000406000000000000" pitchFamily="2" charset="0"/>
            </a:endParaRPr>
          </a:p>
        </p:txBody>
      </p:sp>
      <p:sp>
        <p:nvSpPr>
          <p:cNvPr id="4518" name="Rectangle 4517">
            <a:extLst>
              <a:ext uri="{FF2B5EF4-FFF2-40B4-BE49-F238E27FC236}">
                <a16:creationId xmlns:a16="http://schemas.microsoft.com/office/drawing/2014/main" id="{2A1DBA17-3E56-722A-027D-FFFC3EE6C3E6}"/>
              </a:ext>
            </a:extLst>
          </p:cNvPr>
          <p:cNvSpPr/>
          <p:nvPr/>
        </p:nvSpPr>
        <p:spPr>
          <a:xfrm>
            <a:off x="6818825" y="3050000"/>
            <a:ext cx="3900000" cy="6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3C3D3E"/>
                </a:solidFill>
                <a:effectLst/>
              </a:rPr>
              <a:t>Planen selbstständig und nutzen Werkzeuge statt nur zu antworten</a:t>
            </a:r>
          </a:p>
          <a:p>
            <a:pPr algn="l">
              <a:buNone/>
            </a:pPr>
            <a:r>
              <a:rPr lang="en-US" sz="100">
                <a:effectLst/>
              </a:rPr>
              <a:t> </a:t>
            </a:r>
            <a:endParaRPr lang="en-US">
              <a:latin typeface="Barlow Condensed Light" panose="00000406000000000000" pitchFamily="2" charset="0"/>
            </a:endParaRPr>
          </a:p>
        </p:txBody>
      </p:sp>
      <p:sp>
        <p:nvSpPr>
          <p:cNvPr id="4522" name="Rectangle 4521">
            <a:extLst>
              <a:ext uri="{FF2B5EF4-FFF2-40B4-BE49-F238E27FC236}">
                <a16:creationId xmlns:a16="http://schemas.microsoft.com/office/drawing/2014/main" id="{FC7D2AE8-9351-CC78-6F3E-69B309CE2C57}"/>
              </a:ext>
            </a:extLst>
          </p:cNvPr>
          <p:cNvSpPr/>
          <p:nvPr/>
        </p:nvSpPr>
        <p:spPr>
          <a:xfrm>
            <a:off x="6818825" y="3800000"/>
            <a:ext cx="3900000" cy="6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3C3D3E"/>
                </a:solidFill>
                <a:effectLst/>
              </a:rPr>
              <a:t>Korrelieren Ergebnisse aus mehreren Quellen und schlagen Maßnahmen vor</a:t>
            </a:r>
          </a:p>
          <a:p>
            <a:pPr algn="l">
              <a:buNone/>
            </a:pPr>
            <a:r>
              <a:rPr lang="en-US" sz="100">
                <a:effectLst/>
              </a:rPr>
              <a:t> </a:t>
            </a:r>
            <a:endParaRPr lang="en-US">
              <a:latin typeface="Barlow Condensed Light" panose="00000406000000000000" pitchFamily="2" charset="0"/>
            </a:endParaRPr>
          </a:p>
        </p:txBody>
      </p:sp>
      <p:sp>
        <p:nvSpPr>
          <p:cNvPr id="4527" name="Rectangle 4526">
            <a:extLst>
              <a:ext uri="{FF2B5EF4-FFF2-40B4-BE49-F238E27FC236}">
                <a16:creationId xmlns:a16="http://schemas.microsoft.com/office/drawing/2014/main" id="{0DE4A56F-1E5F-9DF6-115A-7953D671917B}"/>
              </a:ext>
            </a:extLst>
          </p:cNvPr>
          <p:cNvSpPr/>
          <p:nvPr/>
        </p:nvSpPr>
        <p:spPr>
          <a:xfrm>
            <a:off x="6818825" y="4550000"/>
            <a:ext cx="3900000" cy="6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3C3D3E"/>
                </a:solidFill>
                <a:effectLst/>
              </a:rPr>
              <a:t>Brauchen dafür Zugang zu Systemen – genau hier entsteht das Risiko</a:t>
            </a:r>
          </a:p>
          <a:p>
            <a:pPr algn="l">
              <a:buNone/>
            </a:pPr>
            <a:r>
              <a:rPr lang="en-US" sz="100">
                <a:effectLst/>
              </a:rPr>
              <a:t> </a:t>
            </a:r>
            <a:endParaRPr lang="en-US">
              <a:latin typeface="Barlow Condensed Light" panose="00000406000000000000" pitchFamily="2" charset="0"/>
            </a:endParaRPr>
          </a:p>
        </p:txBody>
      </p:sp>
    </p:spTree>
    <p:extLst>
      <p:ext uri="{BB962C8B-B14F-4D97-AF65-F5344CB8AC3E}">
        <p14:creationId xmlns:p14="http://schemas.microsoft.com/office/powerpoint/2010/main" val="8265174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Untertitel 6">
            <a:extLst>
              <a:ext uri="{FF2B5EF4-FFF2-40B4-BE49-F238E27FC236}">
                <a16:creationId xmlns:a16="http://schemas.microsoft.com/office/drawing/2014/main" id="{C255CA80-702A-2F18-1DAA-D490892E5A65}"/>
              </a:ext>
            </a:extLst>
          </p:cNvPr>
          <p:cNvSpPr>
            <a:spLocks noGrp="1"/>
          </p:cNvSpPr>
          <p:nvPr>
            <p:ph type="subTitle" idx="1"/>
          </p:nvPr>
        </p:nvSpPr>
        <p:spPr/>
        <p:txBody>
          <a:bodyPr/>
          <a:lstStyle/>
          <a:p>
            <a:r>
              <a:rPr lang="de-DE"/>
              <a:t>Typische Schwachstellen, die ein Assessment heute findet</a:t>
            </a:r>
          </a:p>
        </p:txBody>
      </p:sp>
      <p:sp>
        <p:nvSpPr>
          <p:cNvPr id="2" name="Slide Number Placeholder 1">
            <a:extLst>
              <a:ext uri="{FF2B5EF4-FFF2-40B4-BE49-F238E27FC236}">
                <a16:creationId xmlns:a16="http://schemas.microsoft.com/office/drawing/2014/main" id="{822DBF39-C400-6D47-46AA-452876941AD0}"/>
              </a:ext>
            </a:extLst>
          </p:cNvPr>
          <p:cNvSpPr>
            <a:spLocks noGrp="1"/>
          </p:cNvSpPr>
          <p:nvPr>
            <p:ph type="sldNum" sz="quarter" idx="11"/>
          </p:nvPr>
        </p:nvSpPr>
        <p:spPr>
          <a:xfrm>
            <a:off x="11277376" y="417380"/>
            <a:ext cx="914622" cy="365125"/>
          </a:xfrm>
        </p:spPr>
        <p:txBody>
          <a:bodyPr/>
          <a:lstStyle/>
          <a:p>
            <a:fld id="{9678312F-8BDE-4502-9E53-473B40D118CD}" type="slidenum">
              <a:rPr lang="de-DE" smtClean="0"/>
              <a:pPr/>
              <a:t>4</a:t>
            </a:fld>
            <a:endParaRPr lang="de-DE"/>
          </a:p>
        </p:txBody>
      </p:sp>
      <p:sp>
        <p:nvSpPr>
          <p:cNvPr id="6" name="Titel 5">
            <a:extLst>
              <a:ext uri="{FF2B5EF4-FFF2-40B4-BE49-F238E27FC236}">
                <a16:creationId xmlns:a16="http://schemas.microsoft.com/office/drawing/2014/main" id="{C7CE2544-7F8C-4E83-64ED-8CD236C4365B}"/>
              </a:ext>
            </a:extLst>
          </p:cNvPr>
          <p:cNvSpPr>
            <a:spLocks noGrp="1"/>
          </p:cNvSpPr>
          <p:nvPr>
            <p:ph type="title"/>
          </p:nvPr>
        </p:nvSpPr>
        <p:spPr/>
        <p:txBody>
          <a:bodyPr/>
          <a:lstStyle/>
          <a:p>
            <a:r>
              <a:rPr lang="de-DE"/>
              <a:t>Active Directory unter Druck</a:t>
            </a:r>
          </a:p>
        </p:txBody>
      </p:sp>
      <p:sp>
        <p:nvSpPr>
          <p:cNvPr id="9414" name="Rectangle 9413">
            <a:extLst>
              <a:ext uri="{FF2B5EF4-FFF2-40B4-BE49-F238E27FC236}">
                <a16:creationId xmlns:a16="http://schemas.microsoft.com/office/drawing/2014/main" id="{348D0DDD-64E2-46F3-6C0B-F01A7BB0EB8F}"/>
              </a:ext>
            </a:extLst>
          </p:cNvPr>
          <p:cNvSpPr/>
          <p:nvPr/>
        </p:nvSpPr>
        <p:spPr>
          <a:xfrm>
            <a:off x="468000" y="1900000"/>
            <a:ext cx="3383608" cy="1150000"/>
          </a:xfrm>
          <a:prstGeom prst="rect">
            <a:avLst/>
          </a:prstGeom>
          <a:solidFill>
            <a:srgbClr val="E4EAEF"/>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a:solidFill>
                  <a:srgbClr val="3C3D3E"/>
                </a:solidFill>
                <a:effectLst/>
              </a:rPr>
              <a:t> </a:t>
            </a:r>
            <a:endParaRPr lang="en-US">
              <a:latin typeface="Barlow Condensed Light" panose="00000406000000000000" pitchFamily="2" charset="0"/>
            </a:endParaRPr>
          </a:p>
        </p:txBody>
      </p:sp>
      <p:sp>
        <p:nvSpPr>
          <p:cNvPr id="9416" name="Rectangle 9415">
            <a:extLst>
              <a:ext uri="{FF2B5EF4-FFF2-40B4-BE49-F238E27FC236}">
                <a16:creationId xmlns:a16="http://schemas.microsoft.com/office/drawing/2014/main" id="{62037903-5B4F-A92C-962A-083A337ABD34}"/>
              </a:ext>
            </a:extLst>
          </p:cNvPr>
          <p:cNvSpPr/>
          <p:nvPr/>
        </p:nvSpPr>
        <p:spPr>
          <a:xfrm>
            <a:off x="648000" y="1980000"/>
            <a:ext cx="3023608" cy="37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500" b="1">
                <a:solidFill>
                  <a:srgbClr val="004068"/>
                </a:solidFill>
                <a:effectLst/>
                <a:latin typeface="Barlow Condensed Medium" panose="00000606000000000000" pitchFamily="2" charset="0"/>
              </a:rPr>
              <a:t>Privilegierte Konten</a:t>
            </a:r>
          </a:p>
          <a:p>
            <a:pPr algn="l">
              <a:buNone/>
            </a:pPr>
            <a:r>
              <a:rPr lang="en-US" sz="100">
                <a:effectLst/>
              </a:rPr>
              <a:t> </a:t>
            </a:r>
            <a:endParaRPr lang="en-US">
              <a:latin typeface="Barlow Condensed Light" panose="00000406000000000000" pitchFamily="2" charset="0"/>
            </a:endParaRPr>
          </a:p>
        </p:txBody>
      </p:sp>
      <p:sp>
        <p:nvSpPr>
          <p:cNvPr id="9419" name="Rectangle 9418">
            <a:extLst>
              <a:ext uri="{FF2B5EF4-FFF2-40B4-BE49-F238E27FC236}">
                <a16:creationId xmlns:a16="http://schemas.microsoft.com/office/drawing/2014/main" id="{ADD3C105-1C0B-AC76-323F-037D37E78FFD}"/>
              </a:ext>
            </a:extLst>
          </p:cNvPr>
          <p:cNvSpPr/>
          <p:nvPr/>
        </p:nvSpPr>
        <p:spPr>
          <a:xfrm>
            <a:off x="648000" y="2350000"/>
            <a:ext cx="3023608" cy="6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300">
                <a:solidFill>
                  <a:srgbClr val="3C3D3E"/>
                </a:solidFill>
                <a:effectLst/>
              </a:rPr>
              <a:t>Zu viele Mitglieder in Domain Admins &amp; Co. – oft historisch gewachsen</a:t>
            </a:r>
          </a:p>
          <a:p>
            <a:pPr algn="l">
              <a:buNone/>
            </a:pPr>
            <a:r>
              <a:rPr lang="en-US" sz="100">
                <a:effectLst/>
              </a:rPr>
              <a:t> </a:t>
            </a:r>
            <a:endParaRPr lang="en-US">
              <a:latin typeface="Barlow Condensed Light" panose="00000406000000000000" pitchFamily="2" charset="0"/>
            </a:endParaRPr>
          </a:p>
        </p:txBody>
      </p:sp>
      <p:sp>
        <p:nvSpPr>
          <p:cNvPr id="9423" name="Rectangle 9422">
            <a:extLst>
              <a:ext uri="{FF2B5EF4-FFF2-40B4-BE49-F238E27FC236}">
                <a16:creationId xmlns:a16="http://schemas.microsoft.com/office/drawing/2014/main" id="{A2A91B73-150A-171A-A09B-37747030F4CA}"/>
              </a:ext>
            </a:extLst>
          </p:cNvPr>
          <p:cNvSpPr/>
          <p:nvPr/>
        </p:nvSpPr>
        <p:spPr>
          <a:xfrm>
            <a:off x="4001608" y="1900000"/>
            <a:ext cx="3383608" cy="1150000"/>
          </a:xfrm>
          <a:prstGeom prst="rect">
            <a:avLst/>
          </a:prstGeom>
          <a:solidFill>
            <a:srgbClr val="E4EAEF"/>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a:solidFill>
                  <a:srgbClr val="3C3D3E"/>
                </a:solidFill>
                <a:effectLst/>
              </a:rPr>
              <a:t> </a:t>
            </a:r>
            <a:endParaRPr lang="en-US">
              <a:latin typeface="Barlow Condensed Light" panose="00000406000000000000" pitchFamily="2" charset="0"/>
            </a:endParaRPr>
          </a:p>
        </p:txBody>
      </p:sp>
      <p:sp>
        <p:nvSpPr>
          <p:cNvPr id="9428" name="Rectangle 9427">
            <a:extLst>
              <a:ext uri="{FF2B5EF4-FFF2-40B4-BE49-F238E27FC236}">
                <a16:creationId xmlns:a16="http://schemas.microsoft.com/office/drawing/2014/main" id="{F2565864-1485-0084-A4D8-F90D7C751874}"/>
              </a:ext>
            </a:extLst>
          </p:cNvPr>
          <p:cNvSpPr/>
          <p:nvPr/>
        </p:nvSpPr>
        <p:spPr>
          <a:xfrm>
            <a:off x="4181608" y="1980000"/>
            <a:ext cx="3023608" cy="37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500" b="1">
                <a:solidFill>
                  <a:srgbClr val="004068"/>
                </a:solidFill>
                <a:effectLst/>
                <a:latin typeface="Barlow Condensed Medium" panose="00000606000000000000" pitchFamily="2" charset="0"/>
              </a:rPr>
              <a:t>Passwörter ohne Ablauf</a:t>
            </a:r>
          </a:p>
          <a:p>
            <a:pPr algn="l">
              <a:buNone/>
            </a:pPr>
            <a:r>
              <a:rPr lang="en-US" sz="100">
                <a:effectLst/>
              </a:rPr>
              <a:t> </a:t>
            </a:r>
            <a:endParaRPr lang="en-US">
              <a:latin typeface="Barlow Condensed Light" panose="00000406000000000000" pitchFamily="2" charset="0"/>
            </a:endParaRPr>
          </a:p>
        </p:txBody>
      </p:sp>
      <p:sp>
        <p:nvSpPr>
          <p:cNvPr id="9434" name="Rectangle 9433">
            <a:extLst>
              <a:ext uri="{FF2B5EF4-FFF2-40B4-BE49-F238E27FC236}">
                <a16:creationId xmlns:a16="http://schemas.microsoft.com/office/drawing/2014/main" id="{C50C8099-649E-978D-3F93-015DC2C7235B}"/>
              </a:ext>
            </a:extLst>
          </p:cNvPr>
          <p:cNvSpPr/>
          <p:nvPr/>
        </p:nvSpPr>
        <p:spPr>
          <a:xfrm>
            <a:off x="4181608" y="2350000"/>
            <a:ext cx="3023608" cy="6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300">
                <a:solidFill>
                  <a:srgbClr val="3C3D3E"/>
                </a:solidFill>
                <a:effectLst/>
              </a:rPr>
              <a:t>„Password never expires“ auf Service- und Admin-Accounts</a:t>
            </a:r>
          </a:p>
          <a:p>
            <a:pPr algn="l">
              <a:buNone/>
            </a:pPr>
            <a:r>
              <a:rPr lang="en-US" sz="100">
                <a:effectLst/>
              </a:rPr>
              <a:t> </a:t>
            </a:r>
            <a:endParaRPr lang="en-US">
              <a:latin typeface="Barlow Condensed Light" panose="00000406000000000000" pitchFamily="2" charset="0"/>
            </a:endParaRPr>
          </a:p>
        </p:txBody>
      </p:sp>
      <p:sp>
        <p:nvSpPr>
          <p:cNvPr id="9441" name="Rectangle 9440">
            <a:extLst>
              <a:ext uri="{FF2B5EF4-FFF2-40B4-BE49-F238E27FC236}">
                <a16:creationId xmlns:a16="http://schemas.microsoft.com/office/drawing/2014/main" id="{9F1E9FB0-C21A-48DF-6CDB-B652AAC50CBC}"/>
              </a:ext>
            </a:extLst>
          </p:cNvPr>
          <p:cNvSpPr/>
          <p:nvPr/>
        </p:nvSpPr>
        <p:spPr>
          <a:xfrm>
            <a:off x="7535216" y="1900000"/>
            <a:ext cx="3383608" cy="1150000"/>
          </a:xfrm>
          <a:prstGeom prst="rect">
            <a:avLst/>
          </a:prstGeom>
          <a:solidFill>
            <a:srgbClr val="E4EAEF"/>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a:solidFill>
                  <a:srgbClr val="3C3D3E"/>
                </a:solidFill>
                <a:effectLst/>
              </a:rPr>
              <a:t> </a:t>
            </a:r>
            <a:endParaRPr lang="en-US">
              <a:latin typeface="Barlow Condensed Light" panose="00000406000000000000" pitchFamily="2" charset="0"/>
            </a:endParaRPr>
          </a:p>
        </p:txBody>
      </p:sp>
      <p:sp>
        <p:nvSpPr>
          <p:cNvPr id="9449" name="Rectangle 9448">
            <a:extLst>
              <a:ext uri="{FF2B5EF4-FFF2-40B4-BE49-F238E27FC236}">
                <a16:creationId xmlns:a16="http://schemas.microsoft.com/office/drawing/2014/main" id="{ECDB2F6D-DEC7-CE8C-AE2A-3A0A84FD2CD8}"/>
              </a:ext>
            </a:extLst>
          </p:cNvPr>
          <p:cNvSpPr/>
          <p:nvPr/>
        </p:nvSpPr>
        <p:spPr>
          <a:xfrm>
            <a:off x="7715216" y="1980000"/>
            <a:ext cx="3023608" cy="37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500" b="1">
                <a:solidFill>
                  <a:srgbClr val="004068"/>
                </a:solidFill>
                <a:effectLst/>
                <a:latin typeface="Barlow Condensed Medium" panose="00000606000000000000" pitchFamily="2" charset="0"/>
              </a:rPr>
              <a:t>Stale Accounts</a:t>
            </a:r>
          </a:p>
          <a:p>
            <a:pPr algn="l">
              <a:buNone/>
            </a:pPr>
            <a:r>
              <a:rPr lang="en-US" sz="100">
                <a:effectLst/>
              </a:rPr>
              <a:t> </a:t>
            </a:r>
            <a:endParaRPr lang="en-US">
              <a:latin typeface="Barlow Condensed Light" panose="00000406000000000000" pitchFamily="2" charset="0"/>
            </a:endParaRPr>
          </a:p>
        </p:txBody>
      </p:sp>
      <p:sp>
        <p:nvSpPr>
          <p:cNvPr id="9458" name="Rectangle 9457">
            <a:extLst>
              <a:ext uri="{FF2B5EF4-FFF2-40B4-BE49-F238E27FC236}">
                <a16:creationId xmlns:a16="http://schemas.microsoft.com/office/drawing/2014/main" id="{D675AA16-1F2A-358F-0F36-9FBA3E1E4E10}"/>
              </a:ext>
            </a:extLst>
          </p:cNvPr>
          <p:cNvSpPr/>
          <p:nvPr/>
        </p:nvSpPr>
        <p:spPr>
          <a:xfrm>
            <a:off x="7715216" y="2350000"/>
            <a:ext cx="3023608" cy="6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300">
                <a:solidFill>
                  <a:srgbClr val="3C3D3E"/>
                </a:solidFill>
                <a:effectLst/>
              </a:rPr>
              <a:t>Konten ohne Anmeldung seit Monaten – aber mit aktiven Rechten</a:t>
            </a:r>
          </a:p>
          <a:p>
            <a:pPr algn="l">
              <a:buNone/>
            </a:pPr>
            <a:r>
              <a:rPr lang="en-US" sz="100">
                <a:effectLst/>
              </a:rPr>
              <a:t> </a:t>
            </a:r>
            <a:endParaRPr lang="en-US">
              <a:latin typeface="Barlow Condensed Light" panose="00000406000000000000" pitchFamily="2" charset="0"/>
            </a:endParaRPr>
          </a:p>
        </p:txBody>
      </p:sp>
      <p:sp>
        <p:nvSpPr>
          <p:cNvPr id="9468" name="Rectangle 9467">
            <a:extLst>
              <a:ext uri="{FF2B5EF4-FFF2-40B4-BE49-F238E27FC236}">
                <a16:creationId xmlns:a16="http://schemas.microsoft.com/office/drawing/2014/main" id="{4F85AE46-5530-ACE7-CEC8-17961F099FC0}"/>
              </a:ext>
            </a:extLst>
          </p:cNvPr>
          <p:cNvSpPr/>
          <p:nvPr/>
        </p:nvSpPr>
        <p:spPr>
          <a:xfrm>
            <a:off x="468000" y="3200000"/>
            <a:ext cx="3383608" cy="1150000"/>
          </a:xfrm>
          <a:prstGeom prst="rect">
            <a:avLst/>
          </a:prstGeom>
          <a:solidFill>
            <a:srgbClr val="E4EAEF"/>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a:solidFill>
                  <a:srgbClr val="3C3D3E"/>
                </a:solidFill>
                <a:effectLst/>
              </a:rPr>
              <a:t> </a:t>
            </a:r>
            <a:endParaRPr lang="en-US">
              <a:latin typeface="Barlow Condensed Light" panose="00000406000000000000" pitchFamily="2" charset="0"/>
            </a:endParaRPr>
          </a:p>
        </p:txBody>
      </p:sp>
      <p:sp>
        <p:nvSpPr>
          <p:cNvPr id="9479" name="Rectangle 9478">
            <a:extLst>
              <a:ext uri="{FF2B5EF4-FFF2-40B4-BE49-F238E27FC236}">
                <a16:creationId xmlns:a16="http://schemas.microsoft.com/office/drawing/2014/main" id="{6FFBCEB4-B4FC-9D45-81CB-3C497C661F33}"/>
              </a:ext>
            </a:extLst>
          </p:cNvPr>
          <p:cNvSpPr/>
          <p:nvPr/>
        </p:nvSpPr>
        <p:spPr>
          <a:xfrm>
            <a:off x="648000" y="3280000"/>
            <a:ext cx="3023608" cy="37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500" b="1">
                <a:solidFill>
                  <a:srgbClr val="004068"/>
                </a:solidFill>
                <a:effectLst/>
                <a:latin typeface="Barlow Condensed Medium" panose="00000606000000000000" pitchFamily="2" charset="0"/>
              </a:rPr>
              <a:t>Service Accounts</a:t>
            </a:r>
          </a:p>
          <a:p>
            <a:pPr algn="l">
              <a:buNone/>
            </a:pPr>
            <a:r>
              <a:rPr lang="en-US" sz="100">
                <a:effectLst/>
              </a:rPr>
              <a:t> </a:t>
            </a:r>
            <a:endParaRPr lang="en-US">
              <a:latin typeface="Barlow Condensed Light" panose="00000406000000000000" pitchFamily="2" charset="0"/>
            </a:endParaRPr>
          </a:p>
        </p:txBody>
      </p:sp>
      <p:sp>
        <p:nvSpPr>
          <p:cNvPr id="9491" name="Rectangle 9490">
            <a:extLst>
              <a:ext uri="{FF2B5EF4-FFF2-40B4-BE49-F238E27FC236}">
                <a16:creationId xmlns:a16="http://schemas.microsoft.com/office/drawing/2014/main" id="{44FE3898-F757-7762-5C37-86191E9B65F3}"/>
              </a:ext>
            </a:extLst>
          </p:cNvPr>
          <p:cNvSpPr/>
          <p:nvPr/>
        </p:nvSpPr>
        <p:spPr>
          <a:xfrm>
            <a:off x="648000" y="3650000"/>
            <a:ext cx="3023608" cy="6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300">
                <a:solidFill>
                  <a:srgbClr val="3C3D3E"/>
                </a:solidFill>
                <a:effectLst/>
              </a:rPr>
              <a:t>Hohe Rechte, selten rotiert, häufig unbekannter Eigentümer</a:t>
            </a:r>
          </a:p>
          <a:p>
            <a:pPr algn="l">
              <a:buNone/>
            </a:pPr>
            <a:r>
              <a:rPr lang="en-US" sz="100">
                <a:effectLst/>
              </a:rPr>
              <a:t> </a:t>
            </a:r>
            <a:endParaRPr lang="en-US">
              <a:latin typeface="Barlow Condensed Light" panose="00000406000000000000" pitchFamily="2" charset="0"/>
            </a:endParaRPr>
          </a:p>
        </p:txBody>
      </p:sp>
      <p:sp>
        <p:nvSpPr>
          <p:cNvPr id="9504" name="Rectangle 9503">
            <a:extLst>
              <a:ext uri="{FF2B5EF4-FFF2-40B4-BE49-F238E27FC236}">
                <a16:creationId xmlns:a16="http://schemas.microsoft.com/office/drawing/2014/main" id="{7A253EAF-2602-AB75-0DE0-0B6425E4B4E6}"/>
              </a:ext>
            </a:extLst>
          </p:cNvPr>
          <p:cNvSpPr/>
          <p:nvPr/>
        </p:nvSpPr>
        <p:spPr>
          <a:xfrm>
            <a:off x="4001608" y="3200000"/>
            <a:ext cx="3383608" cy="1150000"/>
          </a:xfrm>
          <a:prstGeom prst="rect">
            <a:avLst/>
          </a:prstGeom>
          <a:solidFill>
            <a:srgbClr val="E4EAEF"/>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a:solidFill>
                  <a:srgbClr val="3C3D3E"/>
                </a:solidFill>
                <a:effectLst/>
              </a:rPr>
              <a:t> </a:t>
            </a:r>
            <a:endParaRPr lang="en-US">
              <a:latin typeface="Barlow Condensed Light" panose="00000406000000000000" pitchFamily="2" charset="0"/>
            </a:endParaRPr>
          </a:p>
        </p:txBody>
      </p:sp>
      <p:sp>
        <p:nvSpPr>
          <p:cNvPr id="9518" name="Rectangle 9517">
            <a:extLst>
              <a:ext uri="{FF2B5EF4-FFF2-40B4-BE49-F238E27FC236}">
                <a16:creationId xmlns:a16="http://schemas.microsoft.com/office/drawing/2014/main" id="{39EE4859-4889-14FD-BA4F-3ABECC30B8F0}"/>
              </a:ext>
            </a:extLst>
          </p:cNvPr>
          <p:cNvSpPr/>
          <p:nvPr/>
        </p:nvSpPr>
        <p:spPr>
          <a:xfrm>
            <a:off x="4181608" y="3280000"/>
            <a:ext cx="3023608" cy="37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500" b="1">
                <a:solidFill>
                  <a:srgbClr val="004068"/>
                </a:solidFill>
                <a:effectLst/>
                <a:latin typeface="Barlow Condensed Medium" panose="00000606000000000000" pitchFamily="2" charset="0"/>
              </a:rPr>
              <a:t>Fehlende Transparenz</a:t>
            </a:r>
          </a:p>
          <a:p>
            <a:pPr algn="l">
              <a:buNone/>
            </a:pPr>
            <a:r>
              <a:rPr lang="en-US" sz="100">
                <a:effectLst/>
              </a:rPr>
              <a:t> </a:t>
            </a:r>
            <a:endParaRPr lang="en-US">
              <a:latin typeface="Barlow Condensed Light" panose="00000406000000000000" pitchFamily="2" charset="0"/>
            </a:endParaRPr>
          </a:p>
        </p:txBody>
      </p:sp>
      <p:sp>
        <p:nvSpPr>
          <p:cNvPr id="9533" name="Rectangle 9532">
            <a:extLst>
              <a:ext uri="{FF2B5EF4-FFF2-40B4-BE49-F238E27FC236}">
                <a16:creationId xmlns:a16="http://schemas.microsoft.com/office/drawing/2014/main" id="{12576862-47AF-3D86-EEFF-4822AFDB6E6A}"/>
              </a:ext>
            </a:extLst>
          </p:cNvPr>
          <p:cNvSpPr/>
          <p:nvPr/>
        </p:nvSpPr>
        <p:spPr>
          <a:xfrm>
            <a:off x="4181608" y="3650000"/>
            <a:ext cx="3023608" cy="6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300">
                <a:solidFill>
                  <a:srgbClr val="3C3D3E"/>
                </a:solidFill>
                <a:effectLst/>
              </a:rPr>
              <a:t>Prüfungen sind manuell, punktuell und schwer wiederholbar</a:t>
            </a:r>
          </a:p>
          <a:p>
            <a:pPr algn="l">
              <a:buNone/>
            </a:pPr>
            <a:r>
              <a:rPr lang="en-US" sz="100">
                <a:effectLst/>
              </a:rPr>
              <a:t> </a:t>
            </a:r>
            <a:endParaRPr lang="en-US">
              <a:latin typeface="Barlow Condensed Light" panose="00000406000000000000" pitchFamily="2" charset="0"/>
            </a:endParaRPr>
          </a:p>
        </p:txBody>
      </p:sp>
      <p:sp>
        <p:nvSpPr>
          <p:cNvPr id="9549" name="Rectangle 9548">
            <a:extLst>
              <a:ext uri="{FF2B5EF4-FFF2-40B4-BE49-F238E27FC236}">
                <a16:creationId xmlns:a16="http://schemas.microsoft.com/office/drawing/2014/main" id="{F8190044-8C28-D01D-064E-2BDBF7C69B20}"/>
              </a:ext>
            </a:extLst>
          </p:cNvPr>
          <p:cNvSpPr/>
          <p:nvPr/>
        </p:nvSpPr>
        <p:spPr>
          <a:xfrm>
            <a:off x="7535216" y="3200000"/>
            <a:ext cx="3383608" cy="1150000"/>
          </a:xfrm>
          <a:prstGeom prst="rect">
            <a:avLst/>
          </a:prstGeom>
          <a:solidFill>
            <a:srgbClr val="E4EAEF"/>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a:solidFill>
                  <a:srgbClr val="3C3D3E"/>
                </a:solidFill>
                <a:effectLst/>
              </a:rPr>
              <a:t> </a:t>
            </a:r>
            <a:endParaRPr lang="en-US">
              <a:latin typeface="Barlow Condensed Light" panose="00000406000000000000" pitchFamily="2" charset="0"/>
            </a:endParaRPr>
          </a:p>
        </p:txBody>
      </p:sp>
      <p:sp>
        <p:nvSpPr>
          <p:cNvPr id="9566" name="Rectangle 9565">
            <a:extLst>
              <a:ext uri="{FF2B5EF4-FFF2-40B4-BE49-F238E27FC236}">
                <a16:creationId xmlns:a16="http://schemas.microsoft.com/office/drawing/2014/main" id="{C9A39D82-83D1-7F83-E121-BF8CF97200F8}"/>
              </a:ext>
            </a:extLst>
          </p:cNvPr>
          <p:cNvSpPr/>
          <p:nvPr/>
        </p:nvSpPr>
        <p:spPr>
          <a:xfrm>
            <a:off x="7715216" y="3280000"/>
            <a:ext cx="3023608" cy="37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500" b="1">
                <a:solidFill>
                  <a:srgbClr val="004068"/>
                </a:solidFill>
                <a:effectLst/>
                <a:latin typeface="Barlow Condensed Medium" panose="00000606000000000000" pitchFamily="2" charset="0"/>
              </a:rPr>
              <a:t>Lange Reaktionszeit</a:t>
            </a:r>
          </a:p>
          <a:p>
            <a:pPr algn="l">
              <a:buNone/>
            </a:pPr>
            <a:r>
              <a:rPr lang="en-US" sz="100">
                <a:effectLst/>
              </a:rPr>
              <a:t> </a:t>
            </a:r>
            <a:endParaRPr lang="en-US">
              <a:latin typeface="Barlow Condensed Light" panose="00000406000000000000" pitchFamily="2" charset="0"/>
            </a:endParaRPr>
          </a:p>
        </p:txBody>
      </p:sp>
      <p:sp>
        <p:nvSpPr>
          <p:cNvPr id="9584" name="Rectangle 9583">
            <a:extLst>
              <a:ext uri="{FF2B5EF4-FFF2-40B4-BE49-F238E27FC236}">
                <a16:creationId xmlns:a16="http://schemas.microsoft.com/office/drawing/2014/main" id="{65E5A4BF-BD21-E723-5F2D-0F777162867A}"/>
              </a:ext>
            </a:extLst>
          </p:cNvPr>
          <p:cNvSpPr/>
          <p:nvPr/>
        </p:nvSpPr>
        <p:spPr>
          <a:xfrm>
            <a:off x="7715216" y="3650000"/>
            <a:ext cx="3023608" cy="6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300">
                <a:solidFill>
                  <a:srgbClr val="3C3D3E"/>
                </a:solidFill>
                <a:effectLst/>
              </a:rPr>
              <a:t>Vom Finding bis zur Umsetzung vergehen oft Wochen</a:t>
            </a:r>
          </a:p>
          <a:p>
            <a:pPr algn="l">
              <a:buNone/>
            </a:pPr>
            <a:r>
              <a:rPr lang="en-US" sz="100">
                <a:effectLst/>
              </a:rPr>
              <a:t> </a:t>
            </a:r>
            <a:endParaRPr lang="en-US">
              <a:latin typeface="Barlow Condensed Light" panose="00000406000000000000" pitchFamily="2" charset="0"/>
            </a:endParaRPr>
          </a:p>
        </p:txBody>
      </p:sp>
      <p:sp>
        <p:nvSpPr>
          <p:cNvPr id="9603" name="Rectangle 9602">
            <a:extLst>
              <a:ext uri="{FF2B5EF4-FFF2-40B4-BE49-F238E27FC236}">
                <a16:creationId xmlns:a16="http://schemas.microsoft.com/office/drawing/2014/main" id="{975C7457-79B3-866E-6466-3D674F9E84C0}"/>
              </a:ext>
            </a:extLst>
          </p:cNvPr>
          <p:cNvSpPr/>
          <p:nvPr/>
        </p:nvSpPr>
        <p:spPr>
          <a:xfrm>
            <a:off x="468000" y="4600000"/>
            <a:ext cx="10450825" cy="5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2000" b="1">
                <a:solidFill>
                  <a:srgbClr val="004068"/>
                </a:solidFill>
                <a:effectLst/>
                <a:latin typeface="Barlow Condensed Medium" panose="00000606000000000000" pitchFamily="2" charset="0"/>
              </a:rPr>
              <a:t>Wer Active Directory kontrolliert, kontrolliert die Identitäten – und damit das Unternehmen.</a:t>
            </a:r>
          </a:p>
          <a:p>
            <a:pPr algn="l">
              <a:buNone/>
            </a:pPr>
            <a:r>
              <a:rPr lang="en-US" sz="100">
                <a:effectLst/>
              </a:rPr>
              <a:t> </a:t>
            </a:r>
            <a:endParaRPr lang="en-US">
              <a:latin typeface="Barlow Condensed Light" panose="00000406000000000000" pitchFamily="2" charset="0"/>
            </a:endParaRPr>
          </a:p>
        </p:txBody>
      </p:sp>
      <p:sp>
        <p:nvSpPr>
          <p:cNvPr id="9623" name="Rectangle 9622">
            <a:extLst>
              <a:ext uri="{FF2B5EF4-FFF2-40B4-BE49-F238E27FC236}">
                <a16:creationId xmlns:a16="http://schemas.microsoft.com/office/drawing/2014/main" id="{DAEC8A8F-D9AC-B951-E6C2-31BDA7EA83BA}"/>
              </a:ext>
            </a:extLst>
          </p:cNvPr>
          <p:cNvSpPr/>
          <p:nvPr/>
        </p:nvSpPr>
        <p:spPr>
          <a:xfrm>
            <a:off x="468000" y="5150000"/>
            <a:ext cx="10450825" cy="9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3C3D3E"/>
                </a:solidFill>
                <a:effectLst/>
              </a:rPr>
              <a:t>Die gute Nachricht: Diese Findings sind gut maschinell erkennbar – strukturierte Daten, klare Regeln, wiederholbare Abfragen. Genau hier setzt der AI Agent an.</a:t>
            </a:r>
          </a:p>
          <a:p>
            <a:pPr algn="l">
              <a:buNone/>
            </a:pPr>
            <a:r>
              <a:rPr lang="en-US" sz="100">
                <a:effectLst/>
              </a:rPr>
              <a:t> </a:t>
            </a:r>
            <a:endParaRPr lang="en-US">
              <a:latin typeface="Barlow Condensed Light" panose="00000406000000000000" pitchFamily="2" charset="0"/>
            </a:endParaRPr>
          </a:p>
        </p:txBody>
      </p:sp>
    </p:spTree>
    <p:extLst>
      <p:ext uri="{BB962C8B-B14F-4D97-AF65-F5344CB8AC3E}">
        <p14:creationId xmlns:p14="http://schemas.microsoft.com/office/powerpoint/2010/main" val="42435915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Untertitel 6">
            <a:extLst>
              <a:ext uri="{FF2B5EF4-FFF2-40B4-BE49-F238E27FC236}">
                <a16:creationId xmlns:a16="http://schemas.microsoft.com/office/drawing/2014/main" id="{C255CA80-702A-2F18-1DAA-D490892E5A65}"/>
              </a:ext>
            </a:extLst>
          </p:cNvPr>
          <p:cNvSpPr>
            <a:spLocks noGrp="1"/>
          </p:cNvSpPr>
          <p:nvPr>
            <p:ph type="subTitle" idx="1"/>
          </p:nvPr>
        </p:nvSpPr>
        <p:spPr/>
        <p:txBody>
          <a:bodyPr/>
          <a:lstStyle/>
          <a:p>
            <a:r>
              <a:rPr lang="de-DE"/>
              <a:t>Acht Bausteine – kurz erklärt, bevor es technisch wird</a:t>
            </a:r>
          </a:p>
        </p:txBody>
      </p:sp>
      <p:sp>
        <p:nvSpPr>
          <p:cNvPr id="2" name="Slide Number Placeholder 1">
            <a:extLst>
              <a:ext uri="{FF2B5EF4-FFF2-40B4-BE49-F238E27FC236}">
                <a16:creationId xmlns:a16="http://schemas.microsoft.com/office/drawing/2014/main" id="{822DBF39-C400-6D47-46AA-452876941AD0}"/>
              </a:ext>
            </a:extLst>
          </p:cNvPr>
          <p:cNvSpPr>
            <a:spLocks noGrp="1"/>
          </p:cNvSpPr>
          <p:nvPr>
            <p:ph type="sldNum" sz="quarter" idx="11"/>
          </p:nvPr>
        </p:nvSpPr>
        <p:spPr>
          <a:xfrm>
            <a:off x="11277376" y="417380"/>
            <a:ext cx="914622" cy="365125"/>
          </a:xfrm>
        </p:spPr>
        <p:txBody>
          <a:bodyPr/>
          <a:lstStyle/>
          <a:p>
            <a:fld id="{9678312F-8BDE-4502-9E53-473B40D118CD}" type="slidenum">
              <a:rPr lang="de-DE" smtClean="0"/>
              <a:pPr/>
              <a:t>5</a:t>
            </a:fld>
            <a:endParaRPr lang="de-DE"/>
          </a:p>
        </p:txBody>
      </p:sp>
      <p:sp>
        <p:nvSpPr>
          <p:cNvPr id="6" name="Titel 5">
            <a:extLst>
              <a:ext uri="{FF2B5EF4-FFF2-40B4-BE49-F238E27FC236}">
                <a16:creationId xmlns:a16="http://schemas.microsoft.com/office/drawing/2014/main" id="{C7CE2544-7F8C-4E83-64ED-8CD236C4365B}"/>
              </a:ext>
            </a:extLst>
          </p:cNvPr>
          <p:cNvSpPr>
            <a:spLocks noGrp="1"/>
          </p:cNvSpPr>
          <p:nvPr>
            <p:ph type="title"/>
          </p:nvPr>
        </p:nvSpPr>
        <p:spPr/>
        <p:txBody>
          <a:bodyPr/>
          <a:lstStyle/>
          <a:p>
            <a:r>
              <a:rPr lang="de-DE"/>
              <a:t>Die Begriffe des Tages</a:t>
            </a:r>
          </a:p>
        </p:txBody>
      </p:sp>
      <p:sp>
        <p:nvSpPr>
          <p:cNvPr id="9624" name="Rectangle 9623">
            <a:extLst>
              <a:ext uri="{FF2B5EF4-FFF2-40B4-BE49-F238E27FC236}">
                <a16:creationId xmlns:a16="http://schemas.microsoft.com/office/drawing/2014/main" id="{8D060C98-057D-0DDA-643B-28B34FAA8768}"/>
              </a:ext>
            </a:extLst>
          </p:cNvPr>
          <p:cNvSpPr/>
          <p:nvPr/>
        </p:nvSpPr>
        <p:spPr>
          <a:xfrm>
            <a:off x="468000" y="1950000"/>
            <a:ext cx="2500206" cy="1500000"/>
          </a:xfrm>
          <a:prstGeom prst="rect">
            <a:avLst/>
          </a:prstGeom>
          <a:solidFill>
            <a:srgbClr val="F2F4F6"/>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a:solidFill>
                  <a:srgbClr val="3C3D3E"/>
                </a:solidFill>
                <a:effectLst/>
              </a:rPr>
              <a:t> </a:t>
            </a:r>
            <a:endParaRPr lang="en-US">
              <a:latin typeface="Barlow Condensed Light" panose="00000406000000000000" pitchFamily="2" charset="0"/>
            </a:endParaRPr>
          </a:p>
        </p:txBody>
      </p:sp>
      <p:sp>
        <p:nvSpPr>
          <p:cNvPr id="9626" name="Rectangle 9625">
            <a:extLst>
              <a:ext uri="{FF2B5EF4-FFF2-40B4-BE49-F238E27FC236}">
                <a16:creationId xmlns:a16="http://schemas.microsoft.com/office/drawing/2014/main" id="{7E0E14C3-974A-115A-EE03-FED7130C8FE3}"/>
              </a:ext>
            </a:extLst>
          </p:cNvPr>
          <p:cNvSpPr/>
          <p:nvPr/>
        </p:nvSpPr>
        <p:spPr>
          <a:xfrm>
            <a:off x="618000" y="2030000"/>
            <a:ext cx="2200206" cy="5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007B8D"/>
                </a:solidFill>
                <a:effectLst/>
                <a:latin typeface="Barlow Condensed Medium" panose="00000606000000000000" pitchFamily="2" charset="0"/>
              </a:rPr>
              <a:t>LLM</a:t>
            </a:r>
          </a:p>
          <a:p>
            <a:pPr algn="l">
              <a:buNone/>
            </a:pPr>
            <a:r>
              <a:rPr lang="en-US" sz="100">
                <a:effectLst/>
              </a:rPr>
              <a:t> </a:t>
            </a:r>
            <a:endParaRPr lang="en-US">
              <a:latin typeface="Barlow Condensed Light" panose="00000406000000000000" pitchFamily="2" charset="0"/>
            </a:endParaRPr>
          </a:p>
        </p:txBody>
      </p:sp>
      <p:sp>
        <p:nvSpPr>
          <p:cNvPr id="9629" name="Rectangle 9628">
            <a:extLst>
              <a:ext uri="{FF2B5EF4-FFF2-40B4-BE49-F238E27FC236}">
                <a16:creationId xmlns:a16="http://schemas.microsoft.com/office/drawing/2014/main" id="{770CA4EA-3AE0-B1F7-23F6-FE96FE75A400}"/>
              </a:ext>
            </a:extLst>
          </p:cNvPr>
          <p:cNvSpPr/>
          <p:nvPr/>
        </p:nvSpPr>
        <p:spPr>
          <a:xfrm>
            <a:off x="618000" y="2610000"/>
            <a:ext cx="2200206" cy="7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300">
                <a:solidFill>
                  <a:srgbClr val="3C3D3E"/>
                </a:solidFill>
                <a:effectLst/>
              </a:rPr>
              <a:t>Sprachmodell, das Text versteht und erzeugt – das „Gehirn“ des Agenten</a:t>
            </a:r>
          </a:p>
          <a:p>
            <a:pPr algn="l">
              <a:buNone/>
            </a:pPr>
            <a:r>
              <a:rPr lang="en-US" sz="100">
                <a:effectLst/>
              </a:rPr>
              <a:t> </a:t>
            </a:r>
            <a:endParaRPr lang="en-US">
              <a:latin typeface="Barlow Condensed Light" panose="00000406000000000000" pitchFamily="2" charset="0"/>
            </a:endParaRPr>
          </a:p>
        </p:txBody>
      </p:sp>
      <p:sp>
        <p:nvSpPr>
          <p:cNvPr id="9633" name="Rectangle 9632">
            <a:extLst>
              <a:ext uri="{FF2B5EF4-FFF2-40B4-BE49-F238E27FC236}">
                <a16:creationId xmlns:a16="http://schemas.microsoft.com/office/drawing/2014/main" id="{514FD485-F757-9F5C-C23C-C772F692B0CD}"/>
              </a:ext>
            </a:extLst>
          </p:cNvPr>
          <p:cNvSpPr/>
          <p:nvPr/>
        </p:nvSpPr>
        <p:spPr>
          <a:xfrm>
            <a:off x="3118206" y="1950000"/>
            <a:ext cx="2500206" cy="1500000"/>
          </a:xfrm>
          <a:prstGeom prst="rect">
            <a:avLst/>
          </a:prstGeom>
          <a:solidFill>
            <a:srgbClr val="F2F4F6"/>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a:solidFill>
                  <a:srgbClr val="3C3D3E"/>
                </a:solidFill>
                <a:effectLst/>
              </a:rPr>
              <a:t> </a:t>
            </a:r>
            <a:endParaRPr lang="en-US">
              <a:latin typeface="Barlow Condensed Light" panose="00000406000000000000" pitchFamily="2" charset="0"/>
            </a:endParaRPr>
          </a:p>
        </p:txBody>
      </p:sp>
      <p:sp>
        <p:nvSpPr>
          <p:cNvPr id="9638" name="Rectangle 9637">
            <a:extLst>
              <a:ext uri="{FF2B5EF4-FFF2-40B4-BE49-F238E27FC236}">
                <a16:creationId xmlns:a16="http://schemas.microsoft.com/office/drawing/2014/main" id="{FF760887-CDC0-A482-35AA-A0BBF3E96BA6}"/>
              </a:ext>
            </a:extLst>
          </p:cNvPr>
          <p:cNvSpPr/>
          <p:nvPr/>
        </p:nvSpPr>
        <p:spPr>
          <a:xfrm>
            <a:off x="3268206" y="2030000"/>
            <a:ext cx="2200206" cy="5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007B8D"/>
                </a:solidFill>
                <a:effectLst/>
                <a:latin typeface="Barlow Condensed Medium" panose="00000606000000000000" pitchFamily="2" charset="0"/>
              </a:rPr>
              <a:t>AI Agent</a:t>
            </a:r>
          </a:p>
          <a:p>
            <a:pPr algn="l">
              <a:buNone/>
            </a:pPr>
            <a:r>
              <a:rPr lang="en-US" sz="100">
                <a:effectLst/>
              </a:rPr>
              <a:t> </a:t>
            </a:r>
            <a:endParaRPr lang="en-US">
              <a:latin typeface="Barlow Condensed Light" panose="00000406000000000000" pitchFamily="2" charset="0"/>
            </a:endParaRPr>
          </a:p>
        </p:txBody>
      </p:sp>
      <p:sp>
        <p:nvSpPr>
          <p:cNvPr id="9644" name="Rectangle 9643">
            <a:extLst>
              <a:ext uri="{FF2B5EF4-FFF2-40B4-BE49-F238E27FC236}">
                <a16:creationId xmlns:a16="http://schemas.microsoft.com/office/drawing/2014/main" id="{84C1B827-C6D0-12C5-AA36-17CA5CFC2456}"/>
              </a:ext>
            </a:extLst>
          </p:cNvPr>
          <p:cNvSpPr/>
          <p:nvPr/>
        </p:nvSpPr>
        <p:spPr>
          <a:xfrm>
            <a:off x="3268206" y="2610000"/>
            <a:ext cx="2200206" cy="7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300">
                <a:solidFill>
                  <a:srgbClr val="3C3D3E"/>
                </a:solidFill>
                <a:effectLst/>
              </a:rPr>
              <a:t>LLM plus Ziel, Instruktionen und Werkzeuge – kann planen und handeln</a:t>
            </a:r>
          </a:p>
          <a:p>
            <a:pPr algn="l">
              <a:buNone/>
            </a:pPr>
            <a:r>
              <a:rPr lang="en-US" sz="100">
                <a:effectLst/>
              </a:rPr>
              <a:t> </a:t>
            </a:r>
            <a:endParaRPr lang="en-US">
              <a:latin typeface="Barlow Condensed Light" panose="00000406000000000000" pitchFamily="2" charset="0"/>
            </a:endParaRPr>
          </a:p>
        </p:txBody>
      </p:sp>
      <p:sp>
        <p:nvSpPr>
          <p:cNvPr id="9651" name="Rectangle 9650">
            <a:extLst>
              <a:ext uri="{FF2B5EF4-FFF2-40B4-BE49-F238E27FC236}">
                <a16:creationId xmlns:a16="http://schemas.microsoft.com/office/drawing/2014/main" id="{D124B7ED-7577-47D3-265E-4A4A39BBC943}"/>
              </a:ext>
            </a:extLst>
          </p:cNvPr>
          <p:cNvSpPr/>
          <p:nvPr/>
        </p:nvSpPr>
        <p:spPr>
          <a:xfrm>
            <a:off x="5768412" y="1950000"/>
            <a:ext cx="2500206" cy="1500000"/>
          </a:xfrm>
          <a:prstGeom prst="rect">
            <a:avLst/>
          </a:prstGeom>
          <a:solidFill>
            <a:srgbClr val="F2F4F6"/>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a:solidFill>
                  <a:srgbClr val="3C3D3E"/>
                </a:solidFill>
                <a:effectLst/>
              </a:rPr>
              <a:t> </a:t>
            </a:r>
            <a:endParaRPr lang="en-US">
              <a:latin typeface="Barlow Condensed Light" panose="00000406000000000000" pitchFamily="2" charset="0"/>
            </a:endParaRPr>
          </a:p>
        </p:txBody>
      </p:sp>
      <p:sp>
        <p:nvSpPr>
          <p:cNvPr id="9659" name="Rectangle 9658">
            <a:extLst>
              <a:ext uri="{FF2B5EF4-FFF2-40B4-BE49-F238E27FC236}">
                <a16:creationId xmlns:a16="http://schemas.microsoft.com/office/drawing/2014/main" id="{848AF3BD-D389-8F9C-8F9A-3B32DB6BD1E9}"/>
              </a:ext>
            </a:extLst>
          </p:cNvPr>
          <p:cNvSpPr/>
          <p:nvPr/>
        </p:nvSpPr>
        <p:spPr>
          <a:xfrm>
            <a:off x="5918412" y="2030000"/>
            <a:ext cx="2200206" cy="5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007B8D"/>
                </a:solidFill>
                <a:effectLst/>
                <a:latin typeface="Barlow Condensed Medium" panose="00000606000000000000" pitchFamily="2" charset="0"/>
              </a:rPr>
              <a:t>MCP</a:t>
            </a:r>
          </a:p>
          <a:p>
            <a:pPr algn="l">
              <a:buNone/>
            </a:pPr>
            <a:r>
              <a:rPr lang="en-US" sz="100">
                <a:effectLst/>
              </a:rPr>
              <a:t> </a:t>
            </a:r>
            <a:endParaRPr lang="en-US">
              <a:latin typeface="Barlow Condensed Light" panose="00000406000000000000" pitchFamily="2" charset="0"/>
            </a:endParaRPr>
          </a:p>
        </p:txBody>
      </p:sp>
      <p:sp>
        <p:nvSpPr>
          <p:cNvPr id="9668" name="Rectangle 9667">
            <a:extLst>
              <a:ext uri="{FF2B5EF4-FFF2-40B4-BE49-F238E27FC236}">
                <a16:creationId xmlns:a16="http://schemas.microsoft.com/office/drawing/2014/main" id="{731784E0-0FE9-C0F2-FC17-833A3C25D7F6}"/>
              </a:ext>
            </a:extLst>
          </p:cNvPr>
          <p:cNvSpPr/>
          <p:nvPr/>
        </p:nvSpPr>
        <p:spPr>
          <a:xfrm>
            <a:off x="5918412" y="2610000"/>
            <a:ext cx="2200206" cy="7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300">
                <a:solidFill>
                  <a:srgbClr val="3C3D3E"/>
                </a:solidFill>
                <a:effectLst/>
              </a:rPr>
              <a:t>Model Context Protocol: offener Standard, über den Agents Tools nutzen</a:t>
            </a:r>
          </a:p>
          <a:p>
            <a:pPr algn="l">
              <a:buNone/>
            </a:pPr>
            <a:r>
              <a:rPr lang="en-US" sz="100">
                <a:effectLst/>
              </a:rPr>
              <a:t> </a:t>
            </a:r>
            <a:endParaRPr lang="en-US">
              <a:latin typeface="Barlow Condensed Light" panose="00000406000000000000" pitchFamily="2" charset="0"/>
            </a:endParaRPr>
          </a:p>
        </p:txBody>
      </p:sp>
      <p:sp>
        <p:nvSpPr>
          <p:cNvPr id="9678" name="Rectangle 9677">
            <a:extLst>
              <a:ext uri="{FF2B5EF4-FFF2-40B4-BE49-F238E27FC236}">
                <a16:creationId xmlns:a16="http://schemas.microsoft.com/office/drawing/2014/main" id="{EE688FAD-0BF5-3AE6-DE2F-337827B5607C}"/>
              </a:ext>
            </a:extLst>
          </p:cNvPr>
          <p:cNvSpPr/>
          <p:nvPr/>
        </p:nvSpPr>
        <p:spPr>
          <a:xfrm>
            <a:off x="8418618" y="1950000"/>
            <a:ext cx="2500206" cy="1500000"/>
          </a:xfrm>
          <a:prstGeom prst="rect">
            <a:avLst/>
          </a:prstGeom>
          <a:solidFill>
            <a:srgbClr val="F2F4F6"/>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a:solidFill>
                  <a:srgbClr val="3C3D3E"/>
                </a:solidFill>
                <a:effectLst/>
              </a:rPr>
              <a:t> </a:t>
            </a:r>
            <a:endParaRPr lang="en-US">
              <a:latin typeface="Barlow Condensed Light" panose="00000406000000000000" pitchFamily="2" charset="0"/>
            </a:endParaRPr>
          </a:p>
        </p:txBody>
      </p:sp>
      <p:sp>
        <p:nvSpPr>
          <p:cNvPr id="9689" name="Rectangle 9688">
            <a:extLst>
              <a:ext uri="{FF2B5EF4-FFF2-40B4-BE49-F238E27FC236}">
                <a16:creationId xmlns:a16="http://schemas.microsoft.com/office/drawing/2014/main" id="{A987FAE7-5CAF-CDF8-F4B3-343493B34ACD}"/>
              </a:ext>
            </a:extLst>
          </p:cNvPr>
          <p:cNvSpPr/>
          <p:nvPr/>
        </p:nvSpPr>
        <p:spPr>
          <a:xfrm>
            <a:off x="8568618" y="2030000"/>
            <a:ext cx="2200206" cy="5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007B8D"/>
                </a:solidFill>
                <a:effectLst/>
                <a:latin typeface="Barlow Condensed Medium" panose="00000606000000000000" pitchFamily="2" charset="0"/>
              </a:rPr>
              <a:t>Tool</a:t>
            </a:r>
          </a:p>
          <a:p>
            <a:pPr algn="l">
              <a:buNone/>
            </a:pPr>
            <a:r>
              <a:rPr lang="en-US" sz="100">
                <a:effectLst/>
              </a:rPr>
              <a:t> </a:t>
            </a:r>
            <a:endParaRPr lang="en-US">
              <a:latin typeface="Barlow Condensed Light" panose="00000406000000000000" pitchFamily="2" charset="0"/>
            </a:endParaRPr>
          </a:p>
        </p:txBody>
      </p:sp>
      <p:sp>
        <p:nvSpPr>
          <p:cNvPr id="9701" name="Rectangle 9700">
            <a:extLst>
              <a:ext uri="{FF2B5EF4-FFF2-40B4-BE49-F238E27FC236}">
                <a16:creationId xmlns:a16="http://schemas.microsoft.com/office/drawing/2014/main" id="{B94C2DDF-DDC5-7B23-D700-06298B624827}"/>
              </a:ext>
            </a:extLst>
          </p:cNvPr>
          <p:cNvSpPr/>
          <p:nvPr/>
        </p:nvSpPr>
        <p:spPr>
          <a:xfrm>
            <a:off x="8568618" y="2610000"/>
            <a:ext cx="2200206" cy="7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300">
                <a:solidFill>
                  <a:srgbClr val="3C3D3E"/>
                </a:solidFill>
                <a:effectLst/>
              </a:rPr>
              <a:t>Eine definierte Funktion mit klarer Schnittstelle, z. B. get_user</a:t>
            </a:r>
          </a:p>
          <a:p>
            <a:pPr algn="l">
              <a:buNone/>
            </a:pPr>
            <a:r>
              <a:rPr lang="en-US" sz="100">
                <a:effectLst/>
              </a:rPr>
              <a:t> </a:t>
            </a:r>
            <a:endParaRPr lang="en-US">
              <a:latin typeface="Barlow Condensed Light" panose="00000406000000000000" pitchFamily="2" charset="0"/>
            </a:endParaRPr>
          </a:p>
        </p:txBody>
      </p:sp>
      <p:sp>
        <p:nvSpPr>
          <p:cNvPr id="9714" name="Rectangle 9713">
            <a:extLst>
              <a:ext uri="{FF2B5EF4-FFF2-40B4-BE49-F238E27FC236}">
                <a16:creationId xmlns:a16="http://schemas.microsoft.com/office/drawing/2014/main" id="{30AA781B-C68B-030E-34BA-21670C2DF0C3}"/>
              </a:ext>
            </a:extLst>
          </p:cNvPr>
          <p:cNvSpPr/>
          <p:nvPr/>
        </p:nvSpPr>
        <p:spPr>
          <a:xfrm>
            <a:off x="468000" y="3600000"/>
            <a:ext cx="2500206" cy="1500000"/>
          </a:xfrm>
          <a:prstGeom prst="rect">
            <a:avLst/>
          </a:prstGeom>
          <a:solidFill>
            <a:srgbClr val="F2F4F6"/>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a:solidFill>
                  <a:srgbClr val="3C3D3E"/>
                </a:solidFill>
                <a:effectLst/>
              </a:rPr>
              <a:t> </a:t>
            </a:r>
            <a:endParaRPr lang="en-US">
              <a:latin typeface="Barlow Condensed Light" panose="00000406000000000000" pitchFamily="2" charset="0"/>
            </a:endParaRPr>
          </a:p>
        </p:txBody>
      </p:sp>
      <p:sp>
        <p:nvSpPr>
          <p:cNvPr id="9728" name="Rectangle 9727">
            <a:extLst>
              <a:ext uri="{FF2B5EF4-FFF2-40B4-BE49-F238E27FC236}">
                <a16:creationId xmlns:a16="http://schemas.microsoft.com/office/drawing/2014/main" id="{A630E353-6871-A8B2-937F-E2512844498F}"/>
              </a:ext>
            </a:extLst>
          </p:cNvPr>
          <p:cNvSpPr/>
          <p:nvPr/>
        </p:nvSpPr>
        <p:spPr>
          <a:xfrm>
            <a:off x="618000" y="3680000"/>
            <a:ext cx="2200206" cy="5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004068"/>
                </a:solidFill>
                <a:effectLst/>
                <a:latin typeface="Barlow Condensed Medium" panose="00000606000000000000" pitchFamily="2" charset="0"/>
              </a:rPr>
              <a:t>Microsoft Foundry</a:t>
            </a:r>
          </a:p>
          <a:p>
            <a:pPr algn="l">
              <a:buNone/>
            </a:pPr>
            <a:r>
              <a:rPr lang="en-US" sz="100">
                <a:effectLst/>
              </a:rPr>
              <a:t> </a:t>
            </a:r>
            <a:endParaRPr lang="en-US">
              <a:latin typeface="Barlow Condensed Light" panose="00000406000000000000" pitchFamily="2" charset="0"/>
            </a:endParaRPr>
          </a:p>
        </p:txBody>
      </p:sp>
      <p:sp>
        <p:nvSpPr>
          <p:cNvPr id="9743" name="Rectangle 9742">
            <a:extLst>
              <a:ext uri="{FF2B5EF4-FFF2-40B4-BE49-F238E27FC236}">
                <a16:creationId xmlns:a16="http://schemas.microsoft.com/office/drawing/2014/main" id="{E1E9E397-F215-5E38-3523-8814CDED9573}"/>
              </a:ext>
            </a:extLst>
          </p:cNvPr>
          <p:cNvSpPr/>
          <p:nvPr/>
        </p:nvSpPr>
        <p:spPr>
          <a:xfrm>
            <a:off x="618000" y="4260000"/>
            <a:ext cx="2200206" cy="7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300">
                <a:solidFill>
                  <a:srgbClr val="3C3D3E"/>
                </a:solidFill>
                <a:effectLst/>
              </a:rPr>
              <a:t>Microsofts Plattform zum Bauen, Betreiben und Absichern von Agents</a:t>
            </a:r>
          </a:p>
          <a:p>
            <a:pPr algn="l">
              <a:buNone/>
            </a:pPr>
            <a:r>
              <a:rPr lang="en-US" sz="100">
                <a:effectLst/>
              </a:rPr>
              <a:t> </a:t>
            </a:r>
            <a:endParaRPr lang="en-US">
              <a:latin typeface="Barlow Condensed Light" panose="00000406000000000000" pitchFamily="2" charset="0"/>
            </a:endParaRPr>
          </a:p>
        </p:txBody>
      </p:sp>
      <p:sp>
        <p:nvSpPr>
          <p:cNvPr id="9759" name="Rectangle 9758">
            <a:extLst>
              <a:ext uri="{FF2B5EF4-FFF2-40B4-BE49-F238E27FC236}">
                <a16:creationId xmlns:a16="http://schemas.microsoft.com/office/drawing/2014/main" id="{47AFE755-9B6B-96B0-0BE4-B392A320A5EC}"/>
              </a:ext>
            </a:extLst>
          </p:cNvPr>
          <p:cNvSpPr/>
          <p:nvPr/>
        </p:nvSpPr>
        <p:spPr>
          <a:xfrm>
            <a:off x="3118206" y="3600000"/>
            <a:ext cx="2500206" cy="1500000"/>
          </a:xfrm>
          <a:prstGeom prst="rect">
            <a:avLst/>
          </a:prstGeom>
          <a:solidFill>
            <a:srgbClr val="F2F4F6"/>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a:solidFill>
                  <a:srgbClr val="3C3D3E"/>
                </a:solidFill>
                <a:effectLst/>
              </a:rPr>
              <a:t> </a:t>
            </a:r>
            <a:endParaRPr lang="en-US">
              <a:latin typeface="Barlow Condensed Light" panose="00000406000000000000" pitchFamily="2" charset="0"/>
            </a:endParaRPr>
          </a:p>
        </p:txBody>
      </p:sp>
      <p:sp>
        <p:nvSpPr>
          <p:cNvPr id="9776" name="Rectangle 9775">
            <a:extLst>
              <a:ext uri="{FF2B5EF4-FFF2-40B4-BE49-F238E27FC236}">
                <a16:creationId xmlns:a16="http://schemas.microsoft.com/office/drawing/2014/main" id="{9D0A994E-66FA-E057-5B3C-370C356D1FE1}"/>
              </a:ext>
            </a:extLst>
          </p:cNvPr>
          <p:cNvSpPr/>
          <p:nvPr/>
        </p:nvSpPr>
        <p:spPr>
          <a:xfrm>
            <a:off x="3268206" y="3680000"/>
            <a:ext cx="2200206" cy="5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004068"/>
                </a:solidFill>
                <a:effectLst/>
                <a:latin typeface="Barlow Condensed Medium" panose="00000606000000000000" pitchFamily="2" charset="0"/>
              </a:rPr>
              <a:t>Azure API Management</a:t>
            </a:r>
          </a:p>
          <a:p>
            <a:pPr algn="l">
              <a:buNone/>
            </a:pPr>
            <a:r>
              <a:rPr lang="en-US" sz="100">
                <a:effectLst/>
              </a:rPr>
              <a:t> </a:t>
            </a:r>
            <a:endParaRPr lang="en-US">
              <a:latin typeface="Barlow Condensed Light" panose="00000406000000000000" pitchFamily="2" charset="0"/>
            </a:endParaRPr>
          </a:p>
        </p:txBody>
      </p:sp>
      <p:sp>
        <p:nvSpPr>
          <p:cNvPr id="9794" name="Rectangle 9793">
            <a:extLst>
              <a:ext uri="{FF2B5EF4-FFF2-40B4-BE49-F238E27FC236}">
                <a16:creationId xmlns:a16="http://schemas.microsoft.com/office/drawing/2014/main" id="{6CFC95C5-F326-765B-70A7-A11CC93B2875}"/>
              </a:ext>
            </a:extLst>
          </p:cNvPr>
          <p:cNvSpPr/>
          <p:nvPr/>
        </p:nvSpPr>
        <p:spPr>
          <a:xfrm>
            <a:off x="3268206" y="4260000"/>
            <a:ext cx="2200206" cy="7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300">
                <a:solidFill>
                  <a:srgbClr val="3C3D3E"/>
                </a:solidFill>
                <a:effectLst/>
              </a:rPr>
              <a:t>Zentrales Gateway: Authentifizierung, Policies, Logging für alle Aufrufe</a:t>
            </a:r>
          </a:p>
          <a:p>
            <a:pPr algn="l">
              <a:buNone/>
            </a:pPr>
            <a:r>
              <a:rPr lang="en-US" sz="100">
                <a:effectLst/>
              </a:rPr>
              <a:t> </a:t>
            </a:r>
            <a:endParaRPr lang="en-US">
              <a:latin typeface="Barlow Condensed Light" panose="00000406000000000000" pitchFamily="2" charset="0"/>
            </a:endParaRPr>
          </a:p>
        </p:txBody>
      </p:sp>
      <p:sp>
        <p:nvSpPr>
          <p:cNvPr id="9813" name="Rectangle 9812">
            <a:extLst>
              <a:ext uri="{FF2B5EF4-FFF2-40B4-BE49-F238E27FC236}">
                <a16:creationId xmlns:a16="http://schemas.microsoft.com/office/drawing/2014/main" id="{5A06B858-CA94-B5B0-2E98-64F1551040D5}"/>
              </a:ext>
            </a:extLst>
          </p:cNvPr>
          <p:cNvSpPr/>
          <p:nvPr/>
        </p:nvSpPr>
        <p:spPr>
          <a:xfrm>
            <a:off x="5768412" y="3600000"/>
            <a:ext cx="2500206" cy="1500000"/>
          </a:xfrm>
          <a:prstGeom prst="rect">
            <a:avLst/>
          </a:prstGeom>
          <a:solidFill>
            <a:srgbClr val="F2F4F6"/>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a:solidFill>
                  <a:srgbClr val="3C3D3E"/>
                </a:solidFill>
                <a:effectLst/>
              </a:rPr>
              <a:t> </a:t>
            </a:r>
            <a:endParaRPr lang="en-US">
              <a:latin typeface="Barlow Condensed Light" panose="00000406000000000000" pitchFamily="2" charset="0"/>
            </a:endParaRPr>
          </a:p>
        </p:txBody>
      </p:sp>
      <p:sp>
        <p:nvSpPr>
          <p:cNvPr id="9833" name="Rectangle 9832">
            <a:extLst>
              <a:ext uri="{FF2B5EF4-FFF2-40B4-BE49-F238E27FC236}">
                <a16:creationId xmlns:a16="http://schemas.microsoft.com/office/drawing/2014/main" id="{4A3BDC3A-0B47-BC91-CC41-09B02774A837}"/>
              </a:ext>
            </a:extLst>
          </p:cNvPr>
          <p:cNvSpPr/>
          <p:nvPr/>
        </p:nvSpPr>
        <p:spPr>
          <a:xfrm>
            <a:off x="5918412" y="3680000"/>
            <a:ext cx="2200206" cy="5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004068"/>
                </a:solidFill>
                <a:effectLst/>
                <a:latin typeface="Barlow Condensed Medium" panose="00000606000000000000" pitchFamily="2" charset="0"/>
              </a:rPr>
              <a:t>LDAPS</a:t>
            </a:r>
          </a:p>
          <a:p>
            <a:pPr algn="l">
              <a:buNone/>
            </a:pPr>
            <a:r>
              <a:rPr lang="en-US" sz="100">
                <a:effectLst/>
              </a:rPr>
              <a:t> </a:t>
            </a:r>
            <a:endParaRPr lang="en-US">
              <a:latin typeface="Barlow Condensed Light" panose="00000406000000000000" pitchFamily="2" charset="0"/>
            </a:endParaRPr>
          </a:p>
        </p:txBody>
      </p:sp>
      <p:sp>
        <p:nvSpPr>
          <p:cNvPr id="9854" name="Rectangle 9853">
            <a:extLst>
              <a:ext uri="{FF2B5EF4-FFF2-40B4-BE49-F238E27FC236}">
                <a16:creationId xmlns:a16="http://schemas.microsoft.com/office/drawing/2014/main" id="{46E4A8BF-169F-9D94-9CEE-7E95007C86FB}"/>
              </a:ext>
            </a:extLst>
          </p:cNvPr>
          <p:cNvSpPr/>
          <p:nvPr/>
        </p:nvSpPr>
        <p:spPr>
          <a:xfrm>
            <a:off x="5918412" y="4260000"/>
            <a:ext cx="2200206" cy="7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300">
                <a:solidFill>
                  <a:srgbClr val="3C3D3E"/>
                </a:solidFill>
                <a:effectLst/>
              </a:rPr>
              <a:t>Verschlüsselter Zugriff auf Active Directory über TCP 636</a:t>
            </a:r>
          </a:p>
          <a:p>
            <a:pPr algn="l">
              <a:buNone/>
            </a:pPr>
            <a:r>
              <a:rPr lang="en-US" sz="100">
                <a:effectLst/>
              </a:rPr>
              <a:t> </a:t>
            </a:r>
            <a:endParaRPr lang="en-US">
              <a:latin typeface="Barlow Condensed Light" panose="00000406000000000000" pitchFamily="2" charset="0"/>
            </a:endParaRPr>
          </a:p>
        </p:txBody>
      </p:sp>
      <p:sp>
        <p:nvSpPr>
          <p:cNvPr id="9876" name="Rectangle 9875">
            <a:extLst>
              <a:ext uri="{FF2B5EF4-FFF2-40B4-BE49-F238E27FC236}">
                <a16:creationId xmlns:a16="http://schemas.microsoft.com/office/drawing/2014/main" id="{3B284161-6E05-E4BC-3999-B8F8A9DD5816}"/>
              </a:ext>
            </a:extLst>
          </p:cNvPr>
          <p:cNvSpPr/>
          <p:nvPr/>
        </p:nvSpPr>
        <p:spPr>
          <a:xfrm>
            <a:off x="8418618" y="3600000"/>
            <a:ext cx="2500206" cy="1500000"/>
          </a:xfrm>
          <a:prstGeom prst="rect">
            <a:avLst/>
          </a:prstGeom>
          <a:solidFill>
            <a:srgbClr val="FDEEDF"/>
          </a:solidFill>
          <a:ln w="19050">
            <a:solidFill>
              <a:srgbClr val="F6871F"/>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a:solidFill>
                  <a:srgbClr val="736D62"/>
                </a:solidFill>
                <a:effectLst/>
              </a:rPr>
              <a:t> </a:t>
            </a:r>
            <a:endParaRPr lang="en-US">
              <a:latin typeface="Barlow Condensed Light" panose="00000406000000000000" pitchFamily="2" charset="0"/>
            </a:endParaRPr>
          </a:p>
        </p:txBody>
      </p:sp>
      <p:sp>
        <p:nvSpPr>
          <p:cNvPr id="9899" name="Rectangle 9898">
            <a:extLst>
              <a:ext uri="{FF2B5EF4-FFF2-40B4-BE49-F238E27FC236}">
                <a16:creationId xmlns:a16="http://schemas.microsoft.com/office/drawing/2014/main" id="{DED86E77-9DBA-9236-4F04-DB7B620B86C3}"/>
              </a:ext>
            </a:extLst>
          </p:cNvPr>
          <p:cNvSpPr/>
          <p:nvPr/>
        </p:nvSpPr>
        <p:spPr>
          <a:xfrm>
            <a:off x="8568618" y="3680000"/>
            <a:ext cx="2200206" cy="5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A55A15"/>
                </a:solidFill>
                <a:effectLst/>
                <a:latin typeface="Barlow Condensed Medium" panose="00000606000000000000" pitchFamily="2" charset="0"/>
              </a:rPr>
              <a:t>Human Approval</a:t>
            </a:r>
          </a:p>
          <a:p>
            <a:pPr algn="l">
              <a:buNone/>
            </a:pPr>
            <a:r>
              <a:rPr lang="en-US" sz="100">
                <a:effectLst/>
              </a:rPr>
              <a:t> </a:t>
            </a:r>
            <a:endParaRPr lang="en-US">
              <a:latin typeface="Barlow Condensed Light" panose="00000406000000000000" pitchFamily="2" charset="0"/>
            </a:endParaRPr>
          </a:p>
        </p:txBody>
      </p:sp>
      <p:sp>
        <p:nvSpPr>
          <p:cNvPr id="9923" name="Rectangle 9922">
            <a:extLst>
              <a:ext uri="{FF2B5EF4-FFF2-40B4-BE49-F238E27FC236}">
                <a16:creationId xmlns:a16="http://schemas.microsoft.com/office/drawing/2014/main" id="{38AB2EFE-09E0-FB8E-9EA9-9D8A6A7577ED}"/>
              </a:ext>
            </a:extLst>
          </p:cNvPr>
          <p:cNvSpPr/>
          <p:nvPr/>
        </p:nvSpPr>
        <p:spPr>
          <a:xfrm>
            <a:off x="8568618" y="4260000"/>
            <a:ext cx="2200206" cy="7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300">
                <a:solidFill>
                  <a:srgbClr val="3C3D3E"/>
                </a:solidFill>
                <a:effectLst/>
              </a:rPr>
              <a:t>Ein Mensch gibt eine Aktion frei, bevor sie ausgeführt wird</a:t>
            </a:r>
          </a:p>
          <a:p>
            <a:pPr algn="l">
              <a:buNone/>
            </a:pPr>
            <a:r>
              <a:rPr lang="en-US" sz="100">
                <a:effectLst/>
              </a:rPr>
              <a:t> </a:t>
            </a:r>
            <a:endParaRPr lang="en-US">
              <a:latin typeface="Barlow Condensed Light" panose="00000406000000000000" pitchFamily="2" charset="0"/>
            </a:endParaRPr>
          </a:p>
        </p:txBody>
      </p:sp>
      <p:sp>
        <p:nvSpPr>
          <p:cNvPr id="9948" name="Rectangle 9947">
            <a:extLst>
              <a:ext uri="{FF2B5EF4-FFF2-40B4-BE49-F238E27FC236}">
                <a16:creationId xmlns:a16="http://schemas.microsoft.com/office/drawing/2014/main" id="{3CB83341-05E9-1BB2-2D28-FE58EEC95B7D}"/>
              </a:ext>
            </a:extLst>
          </p:cNvPr>
          <p:cNvSpPr/>
          <p:nvPr/>
        </p:nvSpPr>
        <p:spPr>
          <a:xfrm>
            <a:off x="468000" y="5350000"/>
            <a:ext cx="10450825" cy="5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004068"/>
                </a:solidFill>
                <a:effectLst/>
                <a:latin typeface="Barlow Condensed Medium" panose="00000606000000000000" pitchFamily="2" charset="0"/>
              </a:rPr>
              <a:t>Merksatz: Das LLM denkt, der Agent plant, MCP verbindet, die Plattform kontrolliert – und der Mensch entscheidet.</a:t>
            </a:r>
          </a:p>
          <a:p>
            <a:pPr algn="l">
              <a:buNone/>
            </a:pPr>
            <a:r>
              <a:rPr lang="en-US" sz="100">
                <a:effectLst/>
              </a:rPr>
              <a:t> </a:t>
            </a:r>
            <a:endParaRPr lang="en-US">
              <a:latin typeface="Barlow Condensed Light" panose="00000406000000000000" pitchFamily="2" charset="0"/>
            </a:endParaRPr>
          </a:p>
        </p:txBody>
      </p:sp>
    </p:spTree>
    <p:extLst>
      <p:ext uri="{BB962C8B-B14F-4D97-AF65-F5344CB8AC3E}">
        <p14:creationId xmlns:p14="http://schemas.microsoft.com/office/powerpoint/2010/main" val="13800258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Untertitel 6">
            <a:extLst>
              <a:ext uri="{FF2B5EF4-FFF2-40B4-BE49-F238E27FC236}">
                <a16:creationId xmlns:a16="http://schemas.microsoft.com/office/drawing/2014/main" id="{C255CA80-702A-2F18-1DAA-D490892E5A65}"/>
              </a:ext>
            </a:extLst>
          </p:cNvPr>
          <p:cNvSpPr>
            <a:spLocks noGrp="1"/>
          </p:cNvSpPr>
          <p:nvPr>
            <p:ph type="subTitle" idx="1"/>
          </p:nvPr>
        </p:nvSpPr>
        <p:spPr/>
        <p:txBody>
          <a:bodyPr/>
          <a:lstStyle/>
          <a:p>
            <a:r>
              <a:rPr lang="de-DE"/>
              <a:t>Der Unterschied zwischen Antworten geben und Aktionen durchführen</a:t>
            </a:r>
          </a:p>
        </p:txBody>
      </p:sp>
      <p:sp>
        <p:nvSpPr>
          <p:cNvPr id="2" name="Slide Number Placeholder 1">
            <a:extLst>
              <a:ext uri="{FF2B5EF4-FFF2-40B4-BE49-F238E27FC236}">
                <a16:creationId xmlns:a16="http://schemas.microsoft.com/office/drawing/2014/main" id="{822DBF39-C400-6D47-46AA-452876941AD0}"/>
              </a:ext>
            </a:extLst>
          </p:cNvPr>
          <p:cNvSpPr>
            <a:spLocks noGrp="1"/>
          </p:cNvSpPr>
          <p:nvPr>
            <p:ph type="sldNum" sz="quarter" idx="11"/>
          </p:nvPr>
        </p:nvSpPr>
        <p:spPr>
          <a:xfrm>
            <a:off x="11277376" y="417380"/>
            <a:ext cx="914622" cy="365125"/>
          </a:xfrm>
        </p:spPr>
        <p:txBody>
          <a:bodyPr/>
          <a:lstStyle/>
          <a:p>
            <a:fld id="{9678312F-8BDE-4502-9E53-473B40D118CD}" type="slidenum">
              <a:rPr lang="de-DE" smtClean="0"/>
              <a:pPr/>
              <a:t>6</a:t>
            </a:fld>
            <a:endParaRPr lang="de-DE"/>
          </a:p>
        </p:txBody>
      </p:sp>
      <p:sp>
        <p:nvSpPr>
          <p:cNvPr id="6" name="Titel 5">
            <a:extLst>
              <a:ext uri="{FF2B5EF4-FFF2-40B4-BE49-F238E27FC236}">
                <a16:creationId xmlns:a16="http://schemas.microsoft.com/office/drawing/2014/main" id="{C7CE2544-7F8C-4E83-64ED-8CD236C4365B}"/>
              </a:ext>
            </a:extLst>
          </p:cNvPr>
          <p:cNvSpPr>
            <a:spLocks noGrp="1"/>
          </p:cNvSpPr>
          <p:nvPr>
            <p:ph type="title"/>
          </p:nvPr>
        </p:nvSpPr>
        <p:spPr/>
        <p:txBody>
          <a:bodyPr/>
          <a:lstStyle/>
          <a:p>
            <a:r>
              <a:rPr lang="de-DE"/>
              <a:t>Von Chatbots zu Agents</a:t>
            </a:r>
          </a:p>
        </p:txBody>
      </p:sp>
      <p:sp>
        <p:nvSpPr>
          <p:cNvPr id="260" name="Rectangle 259">
            <a:extLst>
              <a:ext uri="{FF2B5EF4-FFF2-40B4-BE49-F238E27FC236}">
                <a16:creationId xmlns:a16="http://schemas.microsoft.com/office/drawing/2014/main" id="{22AE9C32-857D-6C79-694C-A53931EB159A}"/>
              </a:ext>
            </a:extLst>
          </p:cNvPr>
          <p:cNvSpPr/>
          <p:nvPr/>
        </p:nvSpPr>
        <p:spPr>
          <a:xfrm>
            <a:off x="468000" y="1950000"/>
            <a:ext cx="10450825" cy="1600000"/>
          </a:xfrm>
          <a:prstGeom prst="rect">
            <a:avLst/>
          </a:prstGeom>
          <a:solidFill>
            <a:srgbClr val="F2F4F6"/>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262" name="Rectangle 261">
            <a:extLst>
              <a:ext uri="{FF2B5EF4-FFF2-40B4-BE49-F238E27FC236}">
                <a16:creationId xmlns:a16="http://schemas.microsoft.com/office/drawing/2014/main" id="{45F98857-7A7E-D93A-CF63-99921FE593CF}"/>
              </a:ext>
            </a:extLst>
          </p:cNvPr>
          <p:cNvSpPr/>
          <p:nvPr/>
        </p:nvSpPr>
        <p:spPr>
          <a:xfrm>
            <a:off x="468000" y="3850000"/>
            <a:ext cx="10450825" cy="1600000"/>
          </a:xfrm>
          <a:prstGeom prst="rect">
            <a:avLst/>
          </a:prstGeom>
          <a:solidFill>
            <a:srgbClr val="E3F5F8"/>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304" name="Rectangle 303">
            <a:extLst>
              <a:ext uri="{FF2B5EF4-FFF2-40B4-BE49-F238E27FC236}">
                <a16:creationId xmlns:a16="http://schemas.microsoft.com/office/drawing/2014/main" id="{F9593CA1-553F-9242-3BF0-0157087F6DD1}"/>
              </a:ext>
            </a:extLst>
          </p:cNvPr>
          <p:cNvSpPr/>
          <p:nvPr/>
        </p:nvSpPr>
        <p:spPr>
          <a:xfrm>
            <a:off x="2568000" y="2950000"/>
            <a:ext cx="8350825" cy="4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3C3D3E"/>
                </a:solidFill>
                <a:effectLst/>
              </a:rPr>
              <a:t>Kein Systemzugriff · keine Werkzeuge · keine Verifikation – das Ergebnis ist Text</a:t>
            </a:r>
          </a:p>
          <a:p>
            <a:pPr algn="l">
              <a:buNone/>
            </a:pPr>
            <a:r>
              <a:rPr lang="en-US" sz="100">
                <a:effectLst/>
              </a:rPr>
              <a:t> </a:t>
            </a:r>
            <a:endParaRPr lang="en-US">
              <a:latin typeface="Barlow Condensed Light" panose="00000406000000000000" pitchFamily="2" charset="0"/>
            </a:endParaRPr>
          </a:p>
        </p:txBody>
      </p:sp>
      <p:sp>
        <p:nvSpPr>
          <p:cNvPr id="379" name="Rectangle 378">
            <a:extLst>
              <a:ext uri="{FF2B5EF4-FFF2-40B4-BE49-F238E27FC236}">
                <a16:creationId xmlns:a16="http://schemas.microsoft.com/office/drawing/2014/main" id="{210755E0-B363-DC8B-C813-34D1B2CBB837}"/>
              </a:ext>
            </a:extLst>
          </p:cNvPr>
          <p:cNvSpPr/>
          <p:nvPr/>
        </p:nvSpPr>
        <p:spPr>
          <a:xfrm>
            <a:off x="2568000" y="4850000"/>
            <a:ext cx="8350825" cy="4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3C3D3E"/>
                </a:solidFill>
                <a:effectLst/>
              </a:rPr>
              <a:t>Nutzt definierte Werkzeuge · liest echte Daten · handelt innerhalb definierter Grenzen</a:t>
            </a:r>
          </a:p>
          <a:p>
            <a:pPr algn="l">
              <a:buNone/>
            </a:pPr>
            <a:r>
              <a:rPr lang="en-US" sz="100">
                <a:effectLst/>
              </a:rPr>
              <a:t> </a:t>
            </a:r>
            <a:endParaRPr lang="en-US">
              <a:latin typeface="Barlow Condensed Light" panose="00000406000000000000" pitchFamily="2" charset="0"/>
            </a:endParaRPr>
          </a:p>
        </p:txBody>
      </p:sp>
      <p:sp>
        <p:nvSpPr>
          <p:cNvPr id="395" name="Rectangle 394">
            <a:extLst>
              <a:ext uri="{FF2B5EF4-FFF2-40B4-BE49-F238E27FC236}">
                <a16:creationId xmlns:a16="http://schemas.microsoft.com/office/drawing/2014/main" id="{14E12E61-2B10-2405-297E-BD29EBA7E257}"/>
              </a:ext>
            </a:extLst>
          </p:cNvPr>
          <p:cNvSpPr/>
          <p:nvPr/>
        </p:nvSpPr>
        <p:spPr>
          <a:xfrm>
            <a:off x="468000" y="5650000"/>
            <a:ext cx="10450825" cy="6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004068"/>
                </a:solidFill>
                <a:effectLst/>
                <a:latin typeface="Barlow Condensed Medium" panose="00000606000000000000" pitchFamily="2" charset="0"/>
              </a:rPr>
              <a:t>Mehr als ein Chatbot: Der Mehrwert entsteht, wenn der Agent mehrere Werkzeuge orchestriert und die Ergebnisse korreliert.</a:t>
            </a:r>
          </a:p>
          <a:p>
            <a:pPr algn="l">
              <a:buNone/>
            </a:pPr>
            <a:r>
              <a:rPr lang="en-US" sz="100">
                <a:effectLst/>
              </a:rPr>
              <a:t> </a:t>
            </a:r>
            <a:endParaRPr lang="en-US">
              <a:latin typeface="Barlow Condensed Light" panose="00000406000000000000" pitchFamily="2" charset="0"/>
            </a:endParaRPr>
          </a:p>
        </p:txBody>
      </p:sp>
      <p:sp>
        <p:nvSpPr>
          <p:cNvPr id="2788" name="Rectangle 2787">
            <a:extLst>
              <a:ext uri="{FF2B5EF4-FFF2-40B4-BE49-F238E27FC236}">
                <a16:creationId xmlns:a16="http://schemas.microsoft.com/office/drawing/2014/main" id="{D2C99F09-B7C8-2905-7B4D-7BCFB28AC845}"/>
              </a:ext>
            </a:extLst>
          </p:cNvPr>
          <p:cNvSpPr/>
          <p:nvPr/>
        </p:nvSpPr>
        <p:spPr>
          <a:xfrm>
            <a:off x="668000" y="2150000"/>
            <a:ext cx="1700000" cy="5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2200" b="1">
                <a:solidFill>
                  <a:srgbClr val="5D7B9A"/>
                </a:solidFill>
                <a:effectLst/>
                <a:latin typeface="Barlow Condensed Medium" panose="00000606000000000000" pitchFamily="2" charset="0"/>
              </a:rPr>
              <a:t>Chatbot</a:t>
            </a:r>
          </a:p>
          <a:p>
            <a:pPr algn="l">
              <a:buNone/>
            </a:pPr>
            <a:r>
              <a:rPr lang="en-US" sz="100">
                <a:effectLst/>
              </a:rPr>
              <a:t> </a:t>
            </a:r>
            <a:endParaRPr lang="en-US">
              <a:latin typeface="Barlow Condensed Light" panose="00000406000000000000" pitchFamily="2" charset="0"/>
            </a:endParaRPr>
          </a:p>
        </p:txBody>
      </p:sp>
      <p:sp>
        <p:nvSpPr>
          <p:cNvPr id="2790" name="Rectangle 2789">
            <a:extLst>
              <a:ext uri="{FF2B5EF4-FFF2-40B4-BE49-F238E27FC236}">
                <a16:creationId xmlns:a16="http://schemas.microsoft.com/office/drawing/2014/main" id="{DCB94D85-AF05-6B58-F6AA-D1753B245A2A}"/>
              </a:ext>
            </a:extLst>
          </p:cNvPr>
          <p:cNvSpPr/>
          <p:nvPr/>
        </p:nvSpPr>
        <p:spPr>
          <a:xfrm>
            <a:off x="668000" y="4050000"/>
            <a:ext cx="1700000" cy="5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2200" b="1">
                <a:solidFill>
                  <a:srgbClr val="007A8A"/>
                </a:solidFill>
                <a:effectLst/>
                <a:latin typeface="Barlow Condensed Medium" panose="00000606000000000000" pitchFamily="2" charset="0"/>
              </a:rPr>
              <a:t>AI Agent</a:t>
            </a:r>
          </a:p>
          <a:p>
            <a:pPr algn="l">
              <a:buNone/>
            </a:pPr>
            <a:r>
              <a:rPr lang="en-US" sz="100">
                <a:effectLst/>
              </a:rPr>
              <a:t> </a:t>
            </a:r>
            <a:endParaRPr lang="en-US">
              <a:latin typeface="Barlow Condensed Light" panose="00000406000000000000" pitchFamily="2" charset="0"/>
            </a:endParaRPr>
          </a:p>
        </p:txBody>
      </p:sp>
      <p:sp>
        <p:nvSpPr>
          <p:cNvPr id="2793" name="Rectangle 2792">
            <a:extLst>
              <a:ext uri="{FF2B5EF4-FFF2-40B4-BE49-F238E27FC236}">
                <a16:creationId xmlns:a16="http://schemas.microsoft.com/office/drawing/2014/main" id="{BE33B2BB-47F1-DECD-D7C7-088055D50D5F}"/>
              </a:ext>
            </a:extLst>
          </p:cNvPr>
          <p:cNvSpPr/>
          <p:nvPr/>
        </p:nvSpPr>
        <p:spPr>
          <a:xfrm>
            <a:off x="668000" y="2700000"/>
            <a:ext cx="1700000" cy="6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3C3D3E"/>
                </a:solidFill>
                <a:effectLst/>
              </a:rPr>
              <a:t>Antwortet aus dem Training</a:t>
            </a:r>
          </a:p>
          <a:p>
            <a:pPr algn="l">
              <a:buNone/>
            </a:pPr>
            <a:r>
              <a:rPr lang="en-US" sz="100">
                <a:effectLst/>
              </a:rPr>
              <a:t> </a:t>
            </a:r>
            <a:endParaRPr lang="en-US">
              <a:latin typeface="Barlow Condensed Light" panose="00000406000000000000" pitchFamily="2" charset="0"/>
            </a:endParaRPr>
          </a:p>
        </p:txBody>
      </p:sp>
      <p:sp>
        <p:nvSpPr>
          <p:cNvPr id="2797" name="Rectangle 2796">
            <a:extLst>
              <a:ext uri="{FF2B5EF4-FFF2-40B4-BE49-F238E27FC236}">
                <a16:creationId xmlns:a16="http://schemas.microsoft.com/office/drawing/2014/main" id="{655551DA-8175-E9A5-820E-51EEFCAAA87E}"/>
              </a:ext>
            </a:extLst>
          </p:cNvPr>
          <p:cNvSpPr/>
          <p:nvPr/>
        </p:nvSpPr>
        <p:spPr>
          <a:xfrm>
            <a:off x="668000" y="4600000"/>
            <a:ext cx="1700000" cy="6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3C3D3E"/>
                </a:solidFill>
                <a:effectLst/>
              </a:rPr>
              <a:t>Plant, handelt, prüft</a:t>
            </a:r>
          </a:p>
          <a:p>
            <a:pPr algn="l">
              <a:buNone/>
            </a:pPr>
            <a:r>
              <a:rPr lang="en-US" sz="100">
                <a:effectLst/>
              </a:rPr>
              <a:t> </a:t>
            </a:r>
            <a:endParaRPr lang="en-US">
              <a:latin typeface="Barlow Condensed Light" panose="00000406000000000000" pitchFamily="2" charset="0"/>
            </a:endParaRPr>
          </a:p>
        </p:txBody>
      </p:sp>
      <p:sp>
        <p:nvSpPr>
          <p:cNvPr id="2802" name="Arrow: Chevron 2801">
            <a:extLst>
              <a:ext uri="{FF2B5EF4-FFF2-40B4-BE49-F238E27FC236}">
                <a16:creationId xmlns:a16="http://schemas.microsoft.com/office/drawing/2014/main" id="{EF2C096B-62E0-3B67-2FFB-E52ECA2BCCB2}"/>
              </a:ext>
            </a:extLst>
          </p:cNvPr>
          <p:cNvSpPr/>
          <p:nvPr/>
        </p:nvSpPr>
        <p:spPr>
          <a:xfrm>
            <a:off x="2568000" y="2200000"/>
            <a:ext cx="4130412" cy="650000"/>
          </a:xfrm>
          <a:prstGeom prst="chevron">
            <a:avLst/>
          </a:prstGeom>
          <a:solidFill>
            <a:srgbClr val="5D7B9A"/>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FFFFFF"/>
                </a:solidFill>
                <a:effectLst/>
                <a:latin typeface="Barlow Condensed Medium" panose="00000606000000000000" pitchFamily="2" charset="0"/>
              </a:rPr>
              <a:t>Frage</a:t>
            </a:r>
          </a:p>
          <a:p>
            <a:pPr algn="ctr">
              <a:buNone/>
            </a:pPr>
            <a:r>
              <a:rPr lang="en-US" sz="100">
                <a:effectLst/>
              </a:rPr>
              <a:t> </a:t>
            </a:r>
            <a:endParaRPr lang="en-US">
              <a:solidFill>
                <a:schemeClr val="tx1"/>
              </a:solidFill>
              <a:latin typeface="Barlow Condensed Light" panose="00000406000000000000" pitchFamily="2" charset="0"/>
            </a:endParaRPr>
          </a:p>
        </p:txBody>
      </p:sp>
      <p:sp>
        <p:nvSpPr>
          <p:cNvPr id="2808" name="Arrow: Chevron 2807">
            <a:extLst>
              <a:ext uri="{FF2B5EF4-FFF2-40B4-BE49-F238E27FC236}">
                <a16:creationId xmlns:a16="http://schemas.microsoft.com/office/drawing/2014/main" id="{D8177D8E-8678-ECF4-2A2C-0596730A78EB}"/>
              </a:ext>
            </a:extLst>
          </p:cNvPr>
          <p:cNvSpPr/>
          <p:nvPr/>
        </p:nvSpPr>
        <p:spPr>
          <a:xfrm>
            <a:off x="6788412" y="2200000"/>
            <a:ext cx="4130412" cy="650000"/>
          </a:xfrm>
          <a:prstGeom prst="chevron">
            <a:avLst/>
          </a:prstGeom>
          <a:solidFill>
            <a:srgbClr val="5D7B9A"/>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FFFFFF"/>
                </a:solidFill>
                <a:effectLst/>
                <a:latin typeface="Barlow Condensed Medium" panose="00000606000000000000" pitchFamily="2" charset="0"/>
              </a:rPr>
              <a:t>Antwort</a:t>
            </a:r>
          </a:p>
          <a:p>
            <a:pPr algn="ctr">
              <a:buNone/>
            </a:pPr>
            <a:r>
              <a:rPr lang="en-US" sz="100">
                <a:effectLst/>
              </a:rPr>
              <a:t> </a:t>
            </a:r>
            <a:endParaRPr lang="en-US">
              <a:solidFill>
                <a:schemeClr val="tx1"/>
              </a:solidFill>
              <a:latin typeface="Barlow Condensed Light" panose="00000406000000000000" pitchFamily="2" charset="0"/>
            </a:endParaRPr>
          </a:p>
        </p:txBody>
      </p:sp>
      <p:sp>
        <p:nvSpPr>
          <p:cNvPr id="2815" name="Arrow: Chevron 2814">
            <a:extLst>
              <a:ext uri="{FF2B5EF4-FFF2-40B4-BE49-F238E27FC236}">
                <a16:creationId xmlns:a16="http://schemas.microsoft.com/office/drawing/2014/main" id="{2FBFA1D5-6323-89BD-DB72-8FF4184D178A}"/>
              </a:ext>
            </a:extLst>
          </p:cNvPr>
          <p:cNvSpPr/>
          <p:nvPr/>
        </p:nvSpPr>
        <p:spPr>
          <a:xfrm>
            <a:off x="2568000" y="4100000"/>
            <a:ext cx="1598165" cy="650000"/>
          </a:xfrm>
          <a:prstGeom prst="chevron">
            <a:avLst/>
          </a:prstGeom>
          <a:solidFill>
            <a:srgbClr val="004068"/>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FFFFFF"/>
                </a:solidFill>
                <a:effectLst/>
                <a:latin typeface="Barlow Condensed Medium" panose="00000606000000000000" pitchFamily="2" charset="0"/>
              </a:rPr>
              <a:t>Ziel</a:t>
            </a:r>
          </a:p>
          <a:p>
            <a:pPr algn="ctr">
              <a:buNone/>
            </a:pPr>
            <a:r>
              <a:rPr lang="en-US" sz="100">
                <a:effectLst/>
              </a:rPr>
              <a:t> </a:t>
            </a:r>
            <a:endParaRPr lang="en-US">
              <a:solidFill>
                <a:schemeClr val="tx1"/>
              </a:solidFill>
              <a:latin typeface="Barlow Condensed Light" panose="00000406000000000000" pitchFamily="2" charset="0"/>
            </a:endParaRPr>
          </a:p>
        </p:txBody>
      </p:sp>
      <p:sp>
        <p:nvSpPr>
          <p:cNvPr id="2823" name="Arrow: Chevron 2822">
            <a:extLst>
              <a:ext uri="{FF2B5EF4-FFF2-40B4-BE49-F238E27FC236}">
                <a16:creationId xmlns:a16="http://schemas.microsoft.com/office/drawing/2014/main" id="{88108655-CC31-5665-7271-A5EC92E13624}"/>
              </a:ext>
            </a:extLst>
          </p:cNvPr>
          <p:cNvSpPr/>
          <p:nvPr/>
        </p:nvSpPr>
        <p:spPr>
          <a:xfrm>
            <a:off x="4256165" y="4100000"/>
            <a:ext cx="1598165" cy="650000"/>
          </a:xfrm>
          <a:prstGeom prst="chevron">
            <a:avLst/>
          </a:prstGeom>
          <a:solidFill>
            <a:srgbClr val="004068"/>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FFFFFF"/>
                </a:solidFill>
                <a:effectLst/>
                <a:latin typeface="Barlow Condensed Medium" panose="00000606000000000000" pitchFamily="2" charset="0"/>
              </a:rPr>
              <a:t>Plan</a:t>
            </a:r>
          </a:p>
          <a:p>
            <a:pPr algn="ctr">
              <a:buNone/>
            </a:pPr>
            <a:r>
              <a:rPr lang="en-US" sz="100">
                <a:effectLst/>
              </a:rPr>
              <a:t> </a:t>
            </a:r>
            <a:endParaRPr lang="en-US">
              <a:solidFill>
                <a:schemeClr val="tx1"/>
              </a:solidFill>
              <a:latin typeface="Barlow Condensed Light" panose="00000406000000000000" pitchFamily="2" charset="0"/>
            </a:endParaRPr>
          </a:p>
        </p:txBody>
      </p:sp>
      <p:sp>
        <p:nvSpPr>
          <p:cNvPr id="2832" name="Arrow: Chevron 2831">
            <a:extLst>
              <a:ext uri="{FF2B5EF4-FFF2-40B4-BE49-F238E27FC236}">
                <a16:creationId xmlns:a16="http://schemas.microsoft.com/office/drawing/2014/main" id="{C7C27A0F-1FC2-5F7F-27E4-FB433EB512EE}"/>
              </a:ext>
            </a:extLst>
          </p:cNvPr>
          <p:cNvSpPr/>
          <p:nvPr/>
        </p:nvSpPr>
        <p:spPr>
          <a:xfrm>
            <a:off x="5944330" y="4100000"/>
            <a:ext cx="1598165" cy="650000"/>
          </a:xfrm>
          <a:prstGeom prst="chevron">
            <a:avLst/>
          </a:prstGeom>
          <a:solidFill>
            <a:srgbClr val="00ACC4"/>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000000"/>
                </a:solidFill>
                <a:effectLst/>
                <a:latin typeface="Barlow Condensed Medium" panose="00000606000000000000" pitchFamily="2" charset="0"/>
              </a:rPr>
              <a:t>Tools</a:t>
            </a:r>
          </a:p>
          <a:p>
            <a:pPr algn="ctr">
              <a:buNone/>
            </a:pPr>
            <a:r>
              <a:rPr lang="en-US" sz="100">
                <a:effectLst/>
              </a:rPr>
              <a:t> </a:t>
            </a:r>
            <a:endParaRPr lang="en-US">
              <a:solidFill>
                <a:schemeClr val="tx1"/>
              </a:solidFill>
              <a:latin typeface="Barlow Condensed Light" panose="00000406000000000000" pitchFamily="2" charset="0"/>
            </a:endParaRPr>
          </a:p>
        </p:txBody>
      </p:sp>
      <p:sp>
        <p:nvSpPr>
          <p:cNvPr id="2842" name="Arrow: Chevron 2841">
            <a:extLst>
              <a:ext uri="{FF2B5EF4-FFF2-40B4-BE49-F238E27FC236}">
                <a16:creationId xmlns:a16="http://schemas.microsoft.com/office/drawing/2014/main" id="{CA0A3976-E3DA-45C0-CDE1-35575D2E6C15}"/>
              </a:ext>
            </a:extLst>
          </p:cNvPr>
          <p:cNvSpPr/>
          <p:nvPr/>
        </p:nvSpPr>
        <p:spPr>
          <a:xfrm>
            <a:off x="7632495" y="4100000"/>
            <a:ext cx="1598165" cy="650000"/>
          </a:xfrm>
          <a:prstGeom prst="chevron">
            <a:avLst/>
          </a:prstGeom>
          <a:solidFill>
            <a:srgbClr val="004068"/>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FFFFFF"/>
                </a:solidFill>
                <a:effectLst/>
                <a:latin typeface="Barlow Condensed Medium" panose="00000606000000000000" pitchFamily="2" charset="0"/>
              </a:rPr>
              <a:t>Aktion</a:t>
            </a:r>
          </a:p>
          <a:p>
            <a:pPr algn="ctr">
              <a:buNone/>
            </a:pPr>
            <a:r>
              <a:rPr lang="en-US" sz="100">
                <a:effectLst/>
              </a:rPr>
              <a:t> </a:t>
            </a:r>
            <a:endParaRPr lang="en-US">
              <a:solidFill>
                <a:schemeClr val="tx1"/>
              </a:solidFill>
              <a:latin typeface="Barlow Condensed Light" panose="00000406000000000000" pitchFamily="2" charset="0"/>
            </a:endParaRPr>
          </a:p>
        </p:txBody>
      </p:sp>
      <p:sp>
        <p:nvSpPr>
          <p:cNvPr id="2853" name="Arrow: Chevron 2852">
            <a:extLst>
              <a:ext uri="{FF2B5EF4-FFF2-40B4-BE49-F238E27FC236}">
                <a16:creationId xmlns:a16="http://schemas.microsoft.com/office/drawing/2014/main" id="{43FDC525-D01D-CD5D-5AA1-1AC8154EC337}"/>
              </a:ext>
            </a:extLst>
          </p:cNvPr>
          <p:cNvSpPr/>
          <p:nvPr/>
        </p:nvSpPr>
        <p:spPr>
          <a:xfrm>
            <a:off x="9320660" y="4100000"/>
            <a:ext cx="1598165" cy="650000"/>
          </a:xfrm>
          <a:prstGeom prst="chevron">
            <a:avLst/>
          </a:prstGeom>
          <a:solidFill>
            <a:srgbClr val="004068"/>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FFFFFF"/>
                </a:solidFill>
                <a:effectLst/>
                <a:latin typeface="Barlow Condensed Medium" panose="00000606000000000000" pitchFamily="2" charset="0"/>
              </a:rPr>
              <a:t>Ergebnis</a:t>
            </a:r>
          </a:p>
          <a:p>
            <a:pPr algn="ctr">
              <a:buNone/>
            </a:pPr>
            <a:r>
              <a:rPr lang="en-US" sz="100">
                <a:effectLst/>
              </a:rPr>
              <a:t> </a:t>
            </a:r>
            <a:endParaRPr lang="en-US">
              <a:solidFill>
                <a:schemeClr val="tx1"/>
              </a:solidFill>
              <a:latin typeface="Barlow Condensed Light" panose="00000406000000000000" pitchFamily="2" charset="0"/>
            </a:endParaRPr>
          </a:p>
        </p:txBody>
      </p:sp>
    </p:spTree>
    <p:extLst>
      <p:ext uri="{BB962C8B-B14F-4D97-AF65-F5344CB8AC3E}">
        <p14:creationId xmlns:p14="http://schemas.microsoft.com/office/powerpoint/2010/main" val="22984138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Untertitel 6">
            <a:extLst>
              <a:ext uri="{FF2B5EF4-FFF2-40B4-BE49-F238E27FC236}">
                <a16:creationId xmlns:a16="http://schemas.microsoft.com/office/drawing/2014/main" id="{C255CA80-702A-2F18-1DAA-D490892E5A65}"/>
              </a:ext>
            </a:extLst>
          </p:cNvPr>
          <p:cNvSpPr>
            <a:spLocks noGrp="1"/>
          </p:cNvSpPr>
          <p:nvPr>
            <p:ph type="subTitle" idx="1"/>
          </p:nvPr>
        </p:nvSpPr>
        <p:spPr/>
        <p:txBody>
          <a:bodyPr/>
          <a:lstStyle/>
          <a:p>
            <a:r>
              <a:rPr lang="de-DE"/>
              <a:t>Fünf Bausteine – und warum Governance von Anfang an dazugehört</a:t>
            </a:r>
          </a:p>
        </p:txBody>
      </p:sp>
      <p:sp>
        <p:nvSpPr>
          <p:cNvPr id="2" name="Slide Number Placeholder 1">
            <a:extLst>
              <a:ext uri="{FF2B5EF4-FFF2-40B4-BE49-F238E27FC236}">
                <a16:creationId xmlns:a16="http://schemas.microsoft.com/office/drawing/2014/main" id="{822DBF39-C400-6D47-46AA-452876941AD0}"/>
              </a:ext>
            </a:extLst>
          </p:cNvPr>
          <p:cNvSpPr>
            <a:spLocks noGrp="1"/>
          </p:cNvSpPr>
          <p:nvPr>
            <p:ph type="sldNum" sz="quarter" idx="11"/>
          </p:nvPr>
        </p:nvSpPr>
        <p:spPr>
          <a:xfrm>
            <a:off x="11277376" y="417380"/>
            <a:ext cx="914622" cy="365125"/>
          </a:xfrm>
        </p:spPr>
        <p:txBody>
          <a:bodyPr/>
          <a:lstStyle/>
          <a:p>
            <a:fld id="{9678312F-8BDE-4502-9E53-473B40D118CD}" type="slidenum">
              <a:rPr lang="de-DE" smtClean="0"/>
              <a:pPr/>
              <a:t>7</a:t>
            </a:fld>
            <a:endParaRPr lang="de-DE"/>
          </a:p>
        </p:txBody>
      </p:sp>
      <p:sp>
        <p:nvSpPr>
          <p:cNvPr id="6" name="Titel 5">
            <a:extLst>
              <a:ext uri="{FF2B5EF4-FFF2-40B4-BE49-F238E27FC236}">
                <a16:creationId xmlns:a16="http://schemas.microsoft.com/office/drawing/2014/main" id="{C7CE2544-7F8C-4E83-64ED-8CD236C4365B}"/>
              </a:ext>
            </a:extLst>
          </p:cNvPr>
          <p:cNvSpPr>
            <a:spLocks noGrp="1"/>
          </p:cNvSpPr>
          <p:nvPr>
            <p:ph type="title"/>
          </p:nvPr>
        </p:nvSpPr>
        <p:spPr/>
        <p:txBody>
          <a:bodyPr/>
          <a:lstStyle/>
          <a:p>
            <a:r>
              <a:rPr lang="de-DE"/>
              <a:t>Anatomie eines AI Agenten</a:t>
            </a:r>
          </a:p>
        </p:txBody>
      </p:sp>
      <p:sp>
        <p:nvSpPr>
          <p:cNvPr id="9949" name="Rectangle 9948">
            <a:extLst>
              <a:ext uri="{FF2B5EF4-FFF2-40B4-BE49-F238E27FC236}">
                <a16:creationId xmlns:a16="http://schemas.microsoft.com/office/drawing/2014/main" id="{DA475A4B-1902-9C8A-5C9A-600B362D47CD}"/>
              </a:ext>
            </a:extLst>
          </p:cNvPr>
          <p:cNvSpPr/>
          <p:nvPr/>
        </p:nvSpPr>
        <p:spPr>
          <a:xfrm>
            <a:off x="468000" y="1950000"/>
            <a:ext cx="1970165" cy="2150000"/>
          </a:xfrm>
          <a:prstGeom prst="rect">
            <a:avLst/>
          </a:prstGeom>
          <a:solidFill>
            <a:srgbClr val="E3F5F8"/>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a:solidFill>
                  <a:srgbClr val="3C3D3E"/>
                </a:solidFill>
                <a:effectLst/>
              </a:rPr>
              <a:t> </a:t>
            </a:r>
            <a:endParaRPr lang="en-US">
              <a:latin typeface="Barlow Condensed Light" panose="00000406000000000000" pitchFamily="2" charset="0"/>
            </a:endParaRPr>
          </a:p>
        </p:txBody>
      </p:sp>
      <p:sp>
        <p:nvSpPr>
          <p:cNvPr id="9951" name="Oval 9950">
            <a:extLst>
              <a:ext uri="{FF2B5EF4-FFF2-40B4-BE49-F238E27FC236}">
                <a16:creationId xmlns:a16="http://schemas.microsoft.com/office/drawing/2014/main" id="{B86CFD73-F100-1C94-A25E-5AD3C39DE53E}"/>
              </a:ext>
            </a:extLst>
          </p:cNvPr>
          <p:cNvSpPr/>
          <p:nvPr/>
        </p:nvSpPr>
        <p:spPr>
          <a:xfrm>
            <a:off x="1113082" y="2100000"/>
            <a:ext cx="680000" cy="680000"/>
          </a:xfrm>
          <a:prstGeom prst="ellipse">
            <a:avLst/>
          </a:prstGeom>
          <a:solidFill>
            <a:srgbClr val="00ACC4"/>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2200" b="1">
                <a:solidFill>
                  <a:srgbClr val="000000"/>
                </a:solidFill>
                <a:effectLst/>
                <a:latin typeface="Barlow Condensed Medium" panose="00000606000000000000" pitchFamily="2" charset="0"/>
              </a:rPr>
              <a:t>1</a:t>
            </a:r>
          </a:p>
          <a:p>
            <a:pPr algn="ctr">
              <a:buNone/>
            </a:pPr>
            <a:r>
              <a:rPr lang="en-US" sz="100">
                <a:effectLst/>
              </a:rPr>
              <a:t> </a:t>
            </a:r>
            <a:endParaRPr lang="en-US">
              <a:latin typeface="Barlow Condensed Light" panose="00000406000000000000" pitchFamily="2" charset="0"/>
            </a:endParaRPr>
          </a:p>
        </p:txBody>
      </p:sp>
      <p:sp>
        <p:nvSpPr>
          <p:cNvPr id="9954" name="Rectangle 9953">
            <a:extLst>
              <a:ext uri="{FF2B5EF4-FFF2-40B4-BE49-F238E27FC236}">
                <a16:creationId xmlns:a16="http://schemas.microsoft.com/office/drawing/2014/main" id="{25CE2ADC-1050-8385-CF36-45005519696A}"/>
              </a:ext>
            </a:extLst>
          </p:cNvPr>
          <p:cNvSpPr/>
          <p:nvPr/>
        </p:nvSpPr>
        <p:spPr>
          <a:xfrm>
            <a:off x="588000" y="2850000"/>
            <a:ext cx="1730165" cy="3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500" b="1">
                <a:solidFill>
                  <a:srgbClr val="004068"/>
                </a:solidFill>
                <a:effectLst/>
                <a:latin typeface="Barlow Condensed Medium" panose="00000606000000000000" pitchFamily="2" charset="0"/>
              </a:rPr>
              <a:t>Modell</a:t>
            </a:r>
          </a:p>
          <a:p>
            <a:pPr algn="ctr">
              <a:buNone/>
            </a:pPr>
            <a:r>
              <a:rPr lang="en-US" sz="100">
                <a:effectLst/>
              </a:rPr>
              <a:t> </a:t>
            </a:r>
            <a:endParaRPr lang="en-US">
              <a:latin typeface="Barlow Condensed Light" panose="00000406000000000000" pitchFamily="2" charset="0"/>
            </a:endParaRPr>
          </a:p>
        </p:txBody>
      </p:sp>
      <p:sp>
        <p:nvSpPr>
          <p:cNvPr id="9958" name="Rectangle 9957">
            <a:extLst>
              <a:ext uri="{FF2B5EF4-FFF2-40B4-BE49-F238E27FC236}">
                <a16:creationId xmlns:a16="http://schemas.microsoft.com/office/drawing/2014/main" id="{4A3D7023-E11C-5BBD-DBC8-2EB084A59837}"/>
              </a:ext>
            </a:extLst>
          </p:cNvPr>
          <p:cNvSpPr/>
          <p:nvPr/>
        </p:nvSpPr>
        <p:spPr>
          <a:xfrm>
            <a:off x="588000" y="3230000"/>
            <a:ext cx="1730165" cy="7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a:solidFill>
                  <a:srgbClr val="3C3D3E"/>
                </a:solidFill>
                <a:effectLst/>
              </a:rPr>
              <a:t>Das LLM – versteht die Aufgabe und formuliert Ergebnisse</a:t>
            </a:r>
          </a:p>
          <a:p>
            <a:pPr algn="ctr">
              <a:buNone/>
            </a:pPr>
            <a:r>
              <a:rPr lang="en-US" sz="100">
                <a:effectLst/>
              </a:rPr>
              <a:t> </a:t>
            </a:r>
            <a:endParaRPr lang="en-US">
              <a:latin typeface="Barlow Condensed Light" panose="00000406000000000000" pitchFamily="2" charset="0"/>
            </a:endParaRPr>
          </a:p>
        </p:txBody>
      </p:sp>
      <p:sp>
        <p:nvSpPr>
          <p:cNvPr id="9963" name="Rectangle 9962">
            <a:extLst>
              <a:ext uri="{FF2B5EF4-FFF2-40B4-BE49-F238E27FC236}">
                <a16:creationId xmlns:a16="http://schemas.microsoft.com/office/drawing/2014/main" id="{D4FFC337-A86D-4099-888D-2B61E88E0073}"/>
              </a:ext>
            </a:extLst>
          </p:cNvPr>
          <p:cNvSpPr/>
          <p:nvPr/>
        </p:nvSpPr>
        <p:spPr>
          <a:xfrm>
            <a:off x="2588165" y="1950000"/>
            <a:ext cx="1970165" cy="2150000"/>
          </a:xfrm>
          <a:prstGeom prst="rect">
            <a:avLst/>
          </a:prstGeom>
          <a:solidFill>
            <a:srgbClr val="E3F5F8"/>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a:solidFill>
                  <a:srgbClr val="3C3D3E"/>
                </a:solidFill>
                <a:effectLst/>
              </a:rPr>
              <a:t> </a:t>
            </a:r>
            <a:endParaRPr lang="en-US">
              <a:latin typeface="Barlow Condensed Light" panose="00000406000000000000" pitchFamily="2" charset="0"/>
            </a:endParaRPr>
          </a:p>
        </p:txBody>
      </p:sp>
      <p:sp>
        <p:nvSpPr>
          <p:cNvPr id="9969" name="Oval 9968">
            <a:extLst>
              <a:ext uri="{FF2B5EF4-FFF2-40B4-BE49-F238E27FC236}">
                <a16:creationId xmlns:a16="http://schemas.microsoft.com/office/drawing/2014/main" id="{6ACA9B6F-25E1-9ED8-CB83-21DEDB6DAC4F}"/>
              </a:ext>
            </a:extLst>
          </p:cNvPr>
          <p:cNvSpPr/>
          <p:nvPr/>
        </p:nvSpPr>
        <p:spPr>
          <a:xfrm>
            <a:off x="3233247" y="2100000"/>
            <a:ext cx="680000" cy="680000"/>
          </a:xfrm>
          <a:prstGeom prst="ellipse">
            <a:avLst/>
          </a:prstGeom>
          <a:solidFill>
            <a:srgbClr val="00ACC4"/>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2200" b="1">
                <a:solidFill>
                  <a:srgbClr val="000000"/>
                </a:solidFill>
                <a:effectLst/>
                <a:latin typeface="Barlow Condensed Medium" panose="00000606000000000000" pitchFamily="2" charset="0"/>
              </a:rPr>
              <a:t>2</a:t>
            </a:r>
          </a:p>
          <a:p>
            <a:pPr algn="ctr">
              <a:buNone/>
            </a:pPr>
            <a:r>
              <a:rPr lang="en-US" sz="100">
                <a:effectLst/>
              </a:rPr>
              <a:t> </a:t>
            </a:r>
            <a:endParaRPr lang="en-US">
              <a:latin typeface="Barlow Condensed Light" panose="00000406000000000000" pitchFamily="2" charset="0"/>
            </a:endParaRPr>
          </a:p>
        </p:txBody>
      </p:sp>
      <p:sp>
        <p:nvSpPr>
          <p:cNvPr id="9976" name="Rectangle 9975">
            <a:extLst>
              <a:ext uri="{FF2B5EF4-FFF2-40B4-BE49-F238E27FC236}">
                <a16:creationId xmlns:a16="http://schemas.microsoft.com/office/drawing/2014/main" id="{D2E15AF6-6010-E7A4-EFBF-DD1911C94BCD}"/>
              </a:ext>
            </a:extLst>
          </p:cNvPr>
          <p:cNvSpPr/>
          <p:nvPr/>
        </p:nvSpPr>
        <p:spPr>
          <a:xfrm>
            <a:off x="2708165" y="2850000"/>
            <a:ext cx="1730165" cy="3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500" b="1">
                <a:solidFill>
                  <a:srgbClr val="004068"/>
                </a:solidFill>
                <a:effectLst/>
                <a:latin typeface="Barlow Condensed Medium" panose="00000606000000000000" pitchFamily="2" charset="0"/>
              </a:rPr>
              <a:t>Instruktionen</a:t>
            </a:r>
          </a:p>
          <a:p>
            <a:pPr algn="ctr">
              <a:buNone/>
            </a:pPr>
            <a:r>
              <a:rPr lang="en-US" sz="100">
                <a:effectLst/>
              </a:rPr>
              <a:t> </a:t>
            </a:r>
            <a:endParaRPr lang="en-US">
              <a:latin typeface="Barlow Condensed Light" panose="00000406000000000000" pitchFamily="2" charset="0"/>
            </a:endParaRPr>
          </a:p>
        </p:txBody>
      </p:sp>
      <p:sp>
        <p:nvSpPr>
          <p:cNvPr id="9984" name="Rectangle 9983">
            <a:extLst>
              <a:ext uri="{FF2B5EF4-FFF2-40B4-BE49-F238E27FC236}">
                <a16:creationId xmlns:a16="http://schemas.microsoft.com/office/drawing/2014/main" id="{C5F2DD7C-9B1C-9978-A43C-5B4E0812F72D}"/>
              </a:ext>
            </a:extLst>
          </p:cNvPr>
          <p:cNvSpPr/>
          <p:nvPr/>
        </p:nvSpPr>
        <p:spPr>
          <a:xfrm>
            <a:off x="2708165" y="3230000"/>
            <a:ext cx="1730165" cy="7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a:solidFill>
                  <a:srgbClr val="3C3D3E"/>
                </a:solidFill>
                <a:effectLst/>
              </a:rPr>
              <a:t>Rolle, Ziele und Regeln – z. B. „nichts ohne Freigabe ändern“</a:t>
            </a:r>
          </a:p>
          <a:p>
            <a:pPr algn="ctr">
              <a:buNone/>
            </a:pPr>
            <a:r>
              <a:rPr lang="en-US" sz="100">
                <a:effectLst/>
              </a:rPr>
              <a:t> </a:t>
            </a:r>
            <a:endParaRPr lang="en-US">
              <a:latin typeface="Barlow Condensed Light" panose="00000406000000000000" pitchFamily="2" charset="0"/>
            </a:endParaRPr>
          </a:p>
        </p:txBody>
      </p:sp>
      <p:sp>
        <p:nvSpPr>
          <p:cNvPr id="9993" name="Rectangle 9992">
            <a:extLst>
              <a:ext uri="{FF2B5EF4-FFF2-40B4-BE49-F238E27FC236}">
                <a16:creationId xmlns:a16="http://schemas.microsoft.com/office/drawing/2014/main" id="{5A526952-3D29-CB96-2403-D861CAA4AE17}"/>
              </a:ext>
            </a:extLst>
          </p:cNvPr>
          <p:cNvSpPr/>
          <p:nvPr/>
        </p:nvSpPr>
        <p:spPr>
          <a:xfrm>
            <a:off x="4708330" y="1950000"/>
            <a:ext cx="1970165" cy="2150000"/>
          </a:xfrm>
          <a:prstGeom prst="rect">
            <a:avLst/>
          </a:prstGeom>
          <a:solidFill>
            <a:srgbClr val="E3F5F8"/>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a:solidFill>
                  <a:srgbClr val="3C3D3E"/>
                </a:solidFill>
                <a:effectLst/>
              </a:rPr>
              <a:t> </a:t>
            </a:r>
            <a:endParaRPr lang="en-US">
              <a:latin typeface="Barlow Condensed Light" panose="00000406000000000000" pitchFamily="2" charset="0"/>
            </a:endParaRPr>
          </a:p>
        </p:txBody>
      </p:sp>
      <p:sp>
        <p:nvSpPr>
          <p:cNvPr id="10003" name="Oval 10002">
            <a:extLst>
              <a:ext uri="{FF2B5EF4-FFF2-40B4-BE49-F238E27FC236}">
                <a16:creationId xmlns:a16="http://schemas.microsoft.com/office/drawing/2014/main" id="{1BDEFE5B-2582-DDDA-3B54-C6A01B4599C2}"/>
              </a:ext>
            </a:extLst>
          </p:cNvPr>
          <p:cNvSpPr/>
          <p:nvPr/>
        </p:nvSpPr>
        <p:spPr>
          <a:xfrm>
            <a:off x="5353412" y="2100000"/>
            <a:ext cx="680000" cy="680000"/>
          </a:xfrm>
          <a:prstGeom prst="ellipse">
            <a:avLst/>
          </a:prstGeom>
          <a:solidFill>
            <a:srgbClr val="00ACC4"/>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2200" b="1">
                <a:solidFill>
                  <a:srgbClr val="000000"/>
                </a:solidFill>
                <a:effectLst/>
                <a:latin typeface="Barlow Condensed Medium" panose="00000606000000000000" pitchFamily="2" charset="0"/>
              </a:rPr>
              <a:t>3</a:t>
            </a:r>
          </a:p>
          <a:p>
            <a:pPr algn="ctr">
              <a:buNone/>
            </a:pPr>
            <a:r>
              <a:rPr lang="en-US" sz="100">
                <a:effectLst/>
              </a:rPr>
              <a:t> </a:t>
            </a:r>
            <a:endParaRPr lang="en-US">
              <a:latin typeface="Barlow Condensed Light" panose="00000406000000000000" pitchFamily="2" charset="0"/>
            </a:endParaRPr>
          </a:p>
        </p:txBody>
      </p:sp>
      <p:sp>
        <p:nvSpPr>
          <p:cNvPr id="10014" name="Rectangle 10013">
            <a:extLst>
              <a:ext uri="{FF2B5EF4-FFF2-40B4-BE49-F238E27FC236}">
                <a16:creationId xmlns:a16="http://schemas.microsoft.com/office/drawing/2014/main" id="{2EEE35F9-A454-B5D3-97EA-EFED51239FC0}"/>
              </a:ext>
            </a:extLst>
          </p:cNvPr>
          <p:cNvSpPr/>
          <p:nvPr/>
        </p:nvSpPr>
        <p:spPr>
          <a:xfrm>
            <a:off x="4828330" y="2850000"/>
            <a:ext cx="1730165" cy="3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500" b="1">
                <a:solidFill>
                  <a:srgbClr val="004068"/>
                </a:solidFill>
                <a:effectLst/>
                <a:latin typeface="Barlow Condensed Medium" panose="00000606000000000000" pitchFamily="2" charset="0"/>
              </a:rPr>
              <a:t>Tools (MCP)</a:t>
            </a:r>
          </a:p>
          <a:p>
            <a:pPr algn="ctr">
              <a:buNone/>
            </a:pPr>
            <a:r>
              <a:rPr lang="en-US" sz="100">
                <a:effectLst/>
              </a:rPr>
              <a:t> </a:t>
            </a:r>
            <a:endParaRPr lang="en-US">
              <a:latin typeface="Barlow Condensed Light" panose="00000406000000000000" pitchFamily="2" charset="0"/>
            </a:endParaRPr>
          </a:p>
        </p:txBody>
      </p:sp>
      <p:sp>
        <p:nvSpPr>
          <p:cNvPr id="10026" name="Rectangle 10025">
            <a:extLst>
              <a:ext uri="{FF2B5EF4-FFF2-40B4-BE49-F238E27FC236}">
                <a16:creationId xmlns:a16="http://schemas.microsoft.com/office/drawing/2014/main" id="{294E4DC9-EBBC-D532-521A-2BFD8A43B555}"/>
              </a:ext>
            </a:extLst>
          </p:cNvPr>
          <p:cNvSpPr/>
          <p:nvPr/>
        </p:nvSpPr>
        <p:spPr>
          <a:xfrm>
            <a:off x="4828330" y="3230000"/>
            <a:ext cx="1730165" cy="7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a:solidFill>
                  <a:srgbClr val="3C3D3E"/>
                </a:solidFill>
                <a:effectLst/>
              </a:rPr>
              <a:t>Die Hände des Agenten – nur was als Tool existiert, kann er tun</a:t>
            </a:r>
          </a:p>
          <a:p>
            <a:pPr algn="ctr">
              <a:buNone/>
            </a:pPr>
            <a:r>
              <a:rPr lang="en-US" sz="100">
                <a:effectLst/>
              </a:rPr>
              <a:t> </a:t>
            </a:r>
            <a:endParaRPr lang="en-US">
              <a:latin typeface="Barlow Condensed Light" panose="00000406000000000000" pitchFamily="2" charset="0"/>
            </a:endParaRPr>
          </a:p>
        </p:txBody>
      </p:sp>
      <p:sp>
        <p:nvSpPr>
          <p:cNvPr id="10039" name="Rectangle 10038">
            <a:extLst>
              <a:ext uri="{FF2B5EF4-FFF2-40B4-BE49-F238E27FC236}">
                <a16:creationId xmlns:a16="http://schemas.microsoft.com/office/drawing/2014/main" id="{8A96DAF7-2904-B636-67AA-95A0F6C0F005}"/>
              </a:ext>
            </a:extLst>
          </p:cNvPr>
          <p:cNvSpPr/>
          <p:nvPr/>
        </p:nvSpPr>
        <p:spPr>
          <a:xfrm>
            <a:off x="6828495" y="1950000"/>
            <a:ext cx="1970165" cy="2150000"/>
          </a:xfrm>
          <a:prstGeom prst="rect">
            <a:avLst/>
          </a:prstGeom>
          <a:solidFill>
            <a:srgbClr val="E3F5F8"/>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a:solidFill>
                  <a:srgbClr val="3C3D3E"/>
                </a:solidFill>
                <a:effectLst/>
              </a:rPr>
              <a:t> </a:t>
            </a:r>
            <a:endParaRPr lang="en-US">
              <a:latin typeface="Barlow Condensed Light" panose="00000406000000000000" pitchFamily="2" charset="0"/>
            </a:endParaRPr>
          </a:p>
        </p:txBody>
      </p:sp>
      <p:sp>
        <p:nvSpPr>
          <p:cNvPr id="10053" name="Oval 10052">
            <a:extLst>
              <a:ext uri="{FF2B5EF4-FFF2-40B4-BE49-F238E27FC236}">
                <a16:creationId xmlns:a16="http://schemas.microsoft.com/office/drawing/2014/main" id="{07DD9E4B-0340-F776-BB7A-96DDB4DFDD0D}"/>
              </a:ext>
            </a:extLst>
          </p:cNvPr>
          <p:cNvSpPr/>
          <p:nvPr/>
        </p:nvSpPr>
        <p:spPr>
          <a:xfrm>
            <a:off x="7473577" y="2100000"/>
            <a:ext cx="680000" cy="680000"/>
          </a:xfrm>
          <a:prstGeom prst="ellipse">
            <a:avLst/>
          </a:prstGeom>
          <a:solidFill>
            <a:srgbClr val="00ACC4"/>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2200" b="1">
                <a:solidFill>
                  <a:srgbClr val="000000"/>
                </a:solidFill>
                <a:effectLst/>
                <a:latin typeface="Barlow Condensed Medium" panose="00000606000000000000" pitchFamily="2" charset="0"/>
              </a:rPr>
              <a:t>4</a:t>
            </a:r>
          </a:p>
          <a:p>
            <a:pPr algn="ctr">
              <a:buNone/>
            </a:pPr>
            <a:r>
              <a:rPr lang="en-US" sz="100">
                <a:effectLst/>
              </a:rPr>
              <a:t> </a:t>
            </a:r>
            <a:endParaRPr lang="en-US">
              <a:latin typeface="Barlow Condensed Light" panose="00000406000000000000" pitchFamily="2" charset="0"/>
            </a:endParaRPr>
          </a:p>
        </p:txBody>
      </p:sp>
      <p:sp>
        <p:nvSpPr>
          <p:cNvPr id="10068" name="Rectangle 10067">
            <a:extLst>
              <a:ext uri="{FF2B5EF4-FFF2-40B4-BE49-F238E27FC236}">
                <a16:creationId xmlns:a16="http://schemas.microsoft.com/office/drawing/2014/main" id="{8EB4A14C-4B00-3326-6870-13FB36DE538F}"/>
              </a:ext>
            </a:extLst>
          </p:cNvPr>
          <p:cNvSpPr/>
          <p:nvPr/>
        </p:nvSpPr>
        <p:spPr>
          <a:xfrm>
            <a:off x="6948495" y="2850000"/>
            <a:ext cx="1730165" cy="3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500" b="1">
                <a:solidFill>
                  <a:srgbClr val="004068"/>
                </a:solidFill>
                <a:effectLst/>
                <a:latin typeface="Barlow Condensed Medium" panose="00000606000000000000" pitchFamily="2" charset="0"/>
              </a:rPr>
              <a:t>Kontext</a:t>
            </a:r>
          </a:p>
          <a:p>
            <a:pPr algn="ctr">
              <a:buNone/>
            </a:pPr>
            <a:r>
              <a:rPr lang="en-US" sz="100">
                <a:effectLst/>
              </a:rPr>
              <a:t> </a:t>
            </a:r>
            <a:endParaRPr lang="en-US">
              <a:latin typeface="Barlow Condensed Light" panose="00000406000000000000" pitchFamily="2" charset="0"/>
            </a:endParaRPr>
          </a:p>
        </p:txBody>
      </p:sp>
      <p:sp>
        <p:nvSpPr>
          <p:cNvPr id="10084" name="Rectangle 10083">
            <a:extLst>
              <a:ext uri="{FF2B5EF4-FFF2-40B4-BE49-F238E27FC236}">
                <a16:creationId xmlns:a16="http://schemas.microsoft.com/office/drawing/2014/main" id="{06DC89B3-D643-B6C2-ECE4-C47B6F51D10C}"/>
              </a:ext>
            </a:extLst>
          </p:cNvPr>
          <p:cNvSpPr/>
          <p:nvPr/>
        </p:nvSpPr>
        <p:spPr>
          <a:xfrm>
            <a:off x="6948495" y="3230000"/>
            <a:ext cx="1730165" cy="7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a:solidFill>
                  <a:srgbClr val="3C3D3E"/>
                </a:solidFill>
                <a:effectLst/>
              </a:rPr>
              <a:t>Tool-Antworten und Verlauf – daraus entsteht die Korrelation</a:t>
            </a:r>
          </a:p>
          <a:p>
            <a:pPr algn="ctr">
              <a:buNone/>
            </a:pPr>
            <a:r>
              <a:rPr lang="en-US" sz="100">
                <a:effectLst/>
              </a:rPr>
              <a:t> </a:t>
            </a:r>
            <a:endParaRPr lang="en-US">
              <a:latin typeface="Barlow Condensed Light" panose="00000406000000000000" pitchFamily="2" charset="0"/>
            </a:endParaRPr>
          </a:p>
        </p:txBody>
      </p:sp>
      <p:sp>
        <p:nvSpPr>
          <p:cNvPr id="10101" name="Rectangle 10100">
            <a:extLst>
              <a:ext uri="{FF2B5EF4-FFF2-40B4-BE49-F238E27FC236}">
                <a16:creationId xmlns:a16="http://schemas.microsoft.com/office/drawing/2014/main" id="{779ED3F8-5520-6035-9F57-C1A3F4F192DC}"/>
              </a:ext>
            </a:extLst>
          </p:cNvPr>
          <p:cNvSpPr/>
          <p:nvPr/>
        </p:nvSpPr>
        <p:spPr>
          <a:xfrm>
            <a:off x="8948660" y="1950000"/>
            <a:ext cx="1970165" cy="2150000"/>
          </a:xfrm>
          <a:prstGeom prst="rect">
            <a:avLst/>
          </a:prstGeom>
          <a:solidFill>
            <a:srgbClr val="FDEEDF"/>
          </a:solidFill>
          <a:ln w="19050">
            <a:solidFill>
              <a:srgbClr val="F6871F"/>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a:solidFill>
                  <a:srgbClr val="736D62"/>
                </a:solidFill>
                <a:effectLst/>
              </a:rPr>
              <a:t> </a:t>
            </a:r>
            <a:endParaRPr lang="en-US">
              <a:latin typeface="Barlow Condensed Light" panose="00000406000000000000" pitchFamily="2" charset="0"/>
            </a:endParaRPr>
          </a:p>
        </p:txBody>
      </p:sp>
      <p:sp>
        <p:nvSpPr>
          <p:cNvPr id="10119" name="Oval 10118">
            <a:extLst>
              <a:ext uri="{FF2B5EF4-FFF2-40B4-BE49-F238E27FC236}">
                <a16:creationId xmlns:a16="http://schemas.microsoft.com/office/drawing/2014/main" id="{C7E932DE-EB8F-A218-4CCA-10AD103C59A7}"/>
              </a:ext>
            </a:extLst>
          </p:cNvPr>
          <p:cNvSpPr/>
          <p:nvPr/>
        </p:nvSpPr>
        <p:spPr>
          <a:xfrm>
            <a:off x="9593742" y="2100000"/>
            <a:ext cx="680000" cy="680000"/>
          </a:xfrm>
          <a:prstGeom prst="ellipse">
            <a:avLst/>
          </a:prstGeom>
          <a:solidFill>
            <a:srgbClr val="F6871F"/>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2200" b="1">
                <a:solidFill>
                  <a:srgbClr val="000000"/>
                </a:solidFill>
                <a:effectLst/>
                <a:latin typeface="Barlow Condensed Medium" panose="00000606000000000000" pitchFamily="2" charset="0"/>
              </a:rPr>
              <a:t>5</a:t>
            </a:r>
          </a:p>
          <a:p>
            <a:pPr algn="ctr">
              <a:buNone/>
            </a:pPr>
            <a:r>
              <a:rPr lang="en-US" sz="100">
                <a:effectLst/>
              </a:rPr>
              <a:t> </a:t>
            </a:r>
            <a:endParaRPr lang="en-US">
              <a:latin typeface="Barlow Condensed Light" panose="00000406000000000000" pitchFamily="2" charset="0"/>
            </a:endParaRPr>
          </a:p>
        </p:txBody>
      </p:sp>
      <p:sp>
        <p:nvSpPr>
          <p:cNvPr id="10138" name="Rectangle 10137">
            <a:extLst>
              <a:ext uri="{FF2B5EF4-FFF2-40B4-BE49-F238E27FC236}">
                <a16:creationId xmlns:a16="http://schemas.microsoft.com/office/drawing/2014/main" id="{305E3890-A3BB-E623-79FD-DE5DCFA859ED}"/>
              </a:ext>
            </a:extLst>
          </p:cNvPr>
          <p:cNvSpPr/>
          <p:nvPr/>
        </p:nvSpPr>
        <p:spPr>
          <a:xfrm>
            <a:off x="9068660" y="2850000"/>
            <a:ext cx="1730165" cy="3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500" b="1">
                <a:solidFill>
                  <a:srgbClr val="004068"/>
                </a:solidFill>
                <a:effectLst/>
                <a:latin typeface="Barlow Condensed Medium" panose="00000606000000000000" pitchFamily="2" charset="0"/>
              </a:rPr>
              <a:t>Governance</a:t>
            </a:r>
          </a:p>
          <a:p>
            <a:pPr algn="ctr">
              <a:buNone/>
            </a:pPr>
            <a:r>
              <a:rPr lang="en-US" sz="100">
                <a:effectLst/>
              </a:rPr>
              <a:t> </a:t>
            </a:r>
            <a:endParaRPr lang="en-US">
              <a:latin typeface="Barlow Condensed Light" panose="00000406000000000000" pitchFamily="2" charset="0"/>
            </a:endParaRPr>
          </a:p>
        </p:txBody>
      </p:sp>
      <p:sp>
        <p:nvSpPr>
          <p:cNvPr id="10158" name="Rectangle 10157">
            <a:extLst>
              <a:ext uri="{FF2B5EF4-FFF2-40B4-BE49-F238E27FC236}">
                <a16:creationId xmlns:a16="http://schemas.microsoft.com/office/drawing/2014/main" id="{D40A5E84-38FC-A182-C68A-356B2F4B4896}"/>
              </a:ext>
            </a:extLst>
          </p:cNvPr>
          <p:cNvSpPr/>
          <p:nvPr/>
        </p:nvSpPr>
        <p:spPr>
          <a:xfrm>
            <a:off x="9068660" y="3230000"/>
            <a:ext cx="1730165" cy="7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a:solidFill>
                  <a:srgbClr val="3C3D3E"/>
                </a:solidFill>
                <a:effectLst/>
              </a:rPr>
              <a:t>Berechtigungen, Approval, Logging – was tatsächlich passieren darf</a:t>
            </a:r>
          </a:p>
          <a:p>
            <a:pPr algn="ctr">
              <a:buNone/>
            </a:pPr>
            <a:r>
              <a:rPr lang="en-US" sz="100">
                <a:effectLst/>
              </a:rPr>
              <a:t> </a:t>
            </a:r>
            <a:endParaRPr lang="en-US">
              <a:latin typeface="Barlow Condensed Light" panose="00000406000000000000" pitchFamily="2" charset="0"/>
            </a:endParaRPr>
          </a:p>
        </p:txBody>
      </p:sp>
      <p:sp>
        <p:nvSpPr>
          <p:cNvPr id="10179" name="Rectangle 10178">
            <a:extLst>
              <a:ext uri="{FF2B5EF4-FFF2-40B4-BE49-F238E27FC236}">
                <a16:creationId xmlns:a16="http://schemas.microsoft.com/office/drawing/2014/main" id="{B42D2DA8-C074-927C-897C-B803DB1A7B8E}"/>
              </a:ext>
            </a:extLst>
          </p:cNvPr>
          <p:cNvSpPr/>
          <p:nvPr/>
        </p:nvSpPr>
        <p:spPr>
          <a:xfrm>
            <a:off x="468000" y="4250000"/>
            <a:ext cx="10450825"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004068"/>
                </a:solidFill>
                <a:effectLst/>
                <a:latin typeface="Barlow Condensed Medium" panose="00000606000000000000" pitchFamily="2" charset="0"/>
              </a:rPr>
              <a:t>Der Agent arbeitet in einer Schleife</a:t>
            </a:r>
          </a:p>
          <a:p>
            <a:pPr algn="l">
              <a:buNone/>
            </a:pPr>
            <a:r>
              <a:rPr lang="en-US" sz="100">
                <a:effectLst/>
              </a:rPr>
              <a:t> </a:t>
            </a:r>
            <a:endParaRPr lang="en-US">
              <a:latin typeface="Barlow Condensed Light" panose="00000406000000000000" pitchFamily="2" charset="0"/>
            </a:endParaRPr>
          </a:p>
        </p:txBody>
      </p:sp>
      <p:sp>
        <p:nvSpPr>
          <p:cNvPr id="10201" name="Rectangle 10200">
            <a:extLst>
              <a:ext uri="{FF2B5EF4-FFF2-40B4-BE49-F238E27FC236}">
                <a16:creationId xmlns:a16="http://schemas.microsoft.com/office/drawing/2014/main" id="{B42FC8E7-3965-610D-FD2A-EC6234747FF6}"/>
              </a:ext>
            </a:extLst>
          </p:cNvPr>
          <p:cNvSpPr/>
          <p:nvPr/>
        </p:nvSpPr>
        <p:spPr>
          <a:xfrm>
            <a:off x="468000" y="4700000"/>
            <a:ext cx="1930165" cy="520000"/>
          </a:xfrm>
          <a:prstGeom prst="rect">
            <a:avLst/>
          </a:prstGeom>
          <a:solidFill>
            <a:srgbClr val="004068"/>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300" b="1">
                <a:solidFill>
                  <a:srgbClr val="FFFFFF"/>
                </a:solidFill>
                <a:effectLst/>
              </a:rPr>
              <a:t>Ziel verstehen</a:t>
            </a:r>
          </a:p>
          <a:p>
            <a:pPr algn="ctr">
              <a:buNone/>
            </a:pPr>
            <a:r>
              <a:rPr lang="en-US" sz="100">
                <a:effectLst/>
              </a:rPr>
              <a:t> </a:t>
            </a:r>
            <a:endParaRPr lang="en-US">
              <a:latin typeface="Barlow Condensed Light" panose="00000406000000000000" pitchFamily="2" charset="0"/>
            </a:endParaRPr>
          </a:p>
        </p:txBody>
      </p:sp>
      <p:sp>
        <p:nvSpPr>
          <p:cNvPr id="10224" name="Arrow: Right 10223">
            <a:extLst>
              <a:ext uri="{FF2B5EF4-FFF2-40B4-BE49-F238E27FC236}">
                <a16:creationId xmlns:a16="http://schemas.microsoft.com/office/drawing/2014/main" id="{5C176C0B-76F8-5166-2EA7-147A92227ABA}"/>
              </a:ext>
            </a:extLst>
          </p:cNvPr>
          <p:cNvSpPr/>
          <p:nvPr/>
        </p:nvSpPr>
        <p:spPr>
          <a:xfrm>
            <a:off x="2408165" y="4800000"/>
            <a:ext cx="180000" cy="320000"/>
          </a:xfrm>
          <a:prstGeom prst="rightArrow">
            <a:avLst/>
          </a:prstGeom>
          <a:solidFill>
            <a:srgbClr val="CAC9C7"/>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10248" name="Rectangle 10247">
            <a:extLst>
              <a:ext uri="{FF2B5EF4-FFF2-40B4-BE49-F238E27FC236}">
                <a16:creationId xmlns:a16="http://schemas.microsoft.com/office/drawing/2014/main" id="{EA9F6D20-488A-0C2E-6AC4-538574A2EFDE}"/>
              </a:ext>
            </a:extLst>
          </p:cNvPr>
          <p:cNvSpPr/>
          <p:nvPr/>
        </p:nvSpPr>
        <p:spPr>
          <a:xfrm>
            <a:off x="2598165" y="4700000"/>
            <a:ext cx="1930165" cy="520000"/>
          </a:xfrm>
          <a:prstGeom prst="rect">
            <a:avLst/>
          </a:prstGeom>
          <a:solidFill>
            <a:srgbClr val="004068"/>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300" b="1">
                <a:solidFill>
                  <a:srgbClr val="FFFFFF"/>
                </a:solidFill>
                <a:effectLst/>
              </a:rPr>
              <a:t>Tool wählen</a:t>
            </a:r>
          </a:p>
          <a:p>
            <a:pPr algn="ctr">
              <a:buNone/>
            </a:pPr>
            <a:r>
              <a:rPr lang="en-US" sz="100">
                <a:effectLst/>
              </a:rPr>
              <a:t> </a:t>
            </a:r>
            <a:endParaRPr lang="en-US">
              <a:latin typeface="Barlow Condensed Light" panose="00000406000000000000" pitchFamily="2" charset="0"/>
            </a:endParaRPr>
          </a:p>
        </p:txBody>
      </p:sp>
      <p:sp>
        <p:nvSpPr>
          <p:cNvPr id="10273" name="Arrow: Right 10272">
            <a:extLst>
              <a:ext uri="{FF2B5EF4-FFF2-40B4-BE49-F238E27FC236}">
                <a16:creationId xmlns:a16="http://schemas.microsoft.com/office/drawing/2014/main" id="{A416892D-F78C-DB63-6681-569A17044574}"/>
              </a:ext>
            </a:extLst>
          </p:cNvPr>
          <p:cNvSpPr/>
          <p:nvPr/>
        </p:nvSpPr>
        <p:spPr>
          <a:xfrm>
            <a:off x="4538330" y="4800000"/>
            <a:ext cx="180000" cy="320000"/>
          </a:xfrm>
          <a:prstGeom prst="rightArrow">
            <a:avLst/>
          </a:prstGeom>
          <a:solidFill>
            <a:srgbClr val="CAC9C7"/>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10299" name="Rectangle 10298">
            <a:extLst>
              <a:ext uri="{FF2B5EF4-FFF2-40B4-BE49-F238E27FC236}">
                <a16:creationId xmlns:a16="http://schemas.microsoft.com/office/drawing/2014/main" id="{9D485144-E0FC-AFF4-F48E-C782EA14370C}"/>
              </a:ext>
            </a:extLst>
          </p:cNvPr>
          <p:cNvSpPr/>
          <p:nvPr/>
        </p:nvSpPr>
        <p:spPr>
          <a:xfrm>
            <a:off x="4728330" y="4700000"/>
            <a:ext cx="1930165" cy="520000"/>
          </a:xfrm>
          <a:prstGeom prst="rect">
            <a:avLst/>
          </a:prstGeom>
          <a:solidFill>
            <a:srgbClr val="004068"/>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300" b="1">
                <a:solidFill>
                  <a:srgbClr val="FFFFFF"/>
                </a:solidFill>
                <a:effectLst/>
              </a:rPr>
              <a:t>Tool ausführen</a:t>
            </a:r>
          </a:p>
          <a:p>
            <a:pPr algn="ctr">
              <a:buNone/>
            </a:pPr>
            <a:r>
              <a:rPr lang="en-US" sz="100">
                <a:effectLst/>
              </a:rPr>
              <a:t> </a:t>
            </a:r>
            <a:endParaRPr lang="en-US">
              <a:latin typeface="Barlow Condensed Light" panose="00000406000000000000" pitchFamily="2" charset="0"/>
            </a:endParaRPr>
          </a:p>
        </p:txBody>
      </p:sp>
      <p:sp>
        <p:nvSpPr>
          <p:cNvPr id="10326" name="Arrow: Right 10325">
            <a:extLst>
              <a:ext uri="{FF2B5EF4-FFF2-40B4-BE49-F238E27FC236}">
                <a16:creationId xmlns:a16="http://schemas.microsoft.com/office/drawing/2014/main" id="{987E3E26-BA83-D05B-2313-4414F87ADD3F}"/>
              </a:ext>
            </a:extLst>
          </p:cNvPr>
          <p:cNvSpPr/>
          <p:nvPr/>
        </p:nvSpPr>
        <p:spPr>
          <a:xfrm>
            <a:off x="6668495" y="4800000"/>
            <a:ext cx="180000" cy="320000"/>
          </a:xfrm>
          <a:prstGeom prst="rightArrow">
            <a:avLst/>
          </a:prstGeom>
          <a:solidFill>
            <a:srgbClr val="CAC9C7"/>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10354" name="Rectangle 10353">
            <a:extLst>
              <a:ext uri="{FF2B5EF4-FFF2-40B4-BE49-F238E27FC236}">
                <a16:creationId xmlns:a16="http://schemas.microsoft.com/office/drawing/2014/main" id="{815A5FEF-D781-6425-5EA4-6176EC839C7E}"/>
              </a:ext>
            </a:extLst>
          </p:cNvPr>
          <p:cNvSpPr/>
          <p:nvPr/>
        </p:nvSpPr>
        <p:spPr>
          <a:xfrm>
            <a:off x="6858495" y="4700000"/>
            <a:ext cx="1930165" cy="520000"/>
          </a:xfrm>
          <a:prstGeom prst="rect">
            <a:avLst/>
          </a:prstGeom>
          <a:solidFill>
            <a:srgbClr val="004068"/>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300" b="1">
                <a:solidFill>
                  <a:srgbClr val="FFFFFF"/>
                </a:solidFill>
                <a:effectLst/>
              </a:rPr>
              <a:t>Ergebnis bewerten</a:t>
            </a:r>
          </a:p>
          <a:p>
            <a:pPr algn="ctr">
              <a:buNone/>
            </a:pPr>
            <a:r>
              <a:rPr lang="en-US" sz="100">
                <a:effectLst/>
              </a:rPr>
              <a:t> </a:t>
            </a:r>
            <a:endParaRPr lang="en-US">
              <a:latin typeface="Barlow Condensed Light" panose="00000406000000000000" pitchFamily="2" charset="0"/>
            </a:endParaRPr>
          </a:p>
        </p:txBody>
      </p:sp>
      <p:sp>
        <p:nvSpPr>
          <p:cNvPr id="10383" name="Arrow: Right 10382">
            <a:extLst>
              <a:ext uri="{FF2B5EF4-FFF2-40B4-BE49-F238E27FC236}">
                <a16:creationId xmlns:a16="http://schemas.microsoft.com/office/drawing/2014/main" id="{9D4F5405-4E0B-6A5D-DDB6-81B582D99A0F}"/>
              </a:ext>
            </a:extLst>
          </p:cNvPr>
          <p:cNvSpPr/>
          <p:nvPr/>
        </p:nvSpPr>
        <p:spPr>
          <a:xfrm>
            <a:off x="8798660" y="4800000"/>
            <a:ext cx="180000" cy="320000"/>
          </a:xfrm>
          <a:prstGeom prst="rightArrow">
            <a:avLst/>
          </a:prstGeom>
          <a:solidFill>
            <a:srgbClr val="CAC9C7"/>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10413" name="Rectangle 10412">
            <a:extLst>
              <a:ext uri="{FF2B5EF4-FFF2-40B4-BE49-F238E27FC236}">
                <a16:creationId xmlns:a16="http://schemas.microsoft.com/office/drawing/2014/main" id="{CAEF6BD6-6A89-1377-AECC-F5953FFE9A96}"/>
              </a:ext>
            </a:extLst>
          </p:cNvPr>
          <p:cNvSpPr/>
          <p:nvPr/>
        </p:nvSpPr>
        <p:spPr>
          <a:xfrm>
            <a:off x="8988660" y="4700000"/>
            <a:ext cx="1930165" cy="520000"/>
          </a:xfrm>
          <a:prstGeom prst="rect">
            <a:avLst/>
          </a:prstGeom>
          <a:solidFill>
            <a:srgbClr val="004068"/>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300" b="1">
                <a:solidFill>
                  <a:srgbClr val="FFFFFF"/>
                </a:solidFill>
                <a:effectLst/>
              </a:rPr>
              <a:t>Nächster Schritt oder Abschluss</a:t>
            </a:r>
          </a:p>
          <a:p>
            <a:pPr algn="ctr">
              <a:buNone/>
            </a:pPr>
            <a:r>
              <a:rPr lang="en-US" sz="100">
                <a:effectLst/>
              </a:rPr>
              <a:t> </a:t>
            </a:r>
            <a:endParaRPr lang="en-US">
              <a:latin typeface="Barlow Condensed Light" panose="00000406000000000000" pitchFamily="2" charset="0"/>
            </a:endParaRPr>
          </a:p>
        </p:txBody>
      </p:sp>
      <p:sp>
        <p:nvSpPr>
          <p:cNvPr id="10444" name="Rectangle 10443">
            <a:extLst>
              <a:ext uri="{FF2B5EF4-FFF2-40B4-BE49-F238E27FC236}">
                <a16:creationId xmlns:a16="http://schemas.microsoft.com/office/drawing/2014/main" id="{FA42601F-7C5E-B5AA-6971-7E3728DAB307}"/>
              </a:ext>
            </a:extLst>
          </p:cNvPr>
          <p:cNvSpPr/>
          <p:nvPr/>
        </p:nvSpPr>
        <p:spPr>
          <a:xfrm>
            <a:off x="468000" y="5400000"/>
            <a:ext cx="10450825" cy="6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600" b="1" dirty="0" err="1">
                <a:solidFill>
                  <a:srgbClr val="004068"/>
                </a:solidFill>
                <a:effectLst/>
                <a:latin typeface="Barlow Condensed Medium" panose="00000606000000000000" pitchFamily="2" charset="0"/>
              </a:rPr>
              <a:t>Baustein</a:t>
            </a:r>
            <a:r>
              <a:rPr lang="en-US" sz="1600" b="1" dirty="0">
                <a:solidFill>
                  <a:srgbClr val="004068"/>
                </a:solidFill>
                <a:effectLst/>
                <a:latin typeface="Barlow Condensed Medium" panose="00000606000000000000" pitchFamily="2" charset="0"/>
              </a:rPr>
              <a:t> 5 </a:t>
            </a:r>
            <a:r>
              <a:rPr lang="en-US" sz="1600" b="1" dirty="0" err="1">
                <a:solidFill>
                  <a:srgbClr val="004068"/>
                </a:solidFill>
                <a:effectLst/>
                <a:latin typeface="Barlow Condensed Medium" panose="00000606000000000000" pitchFamily="2" charset="0"/>
              </a:rPr>
              <a:t>ist</a:t>
            </a:r>
            <a:r>
              <a:rPr lang="en-US" sz="1600" b="1" dirty="0">
                <a:solidFill>
                  <a:srgbClr val="004068"/>
                </a:solidFill>
                <a:effectLst/>
                <a:latin typeface="Barlow Condensed Medium" panose="00000606000000000000" pitchFamily="2" charset="0"/>
              </a:rPr>
              <a:t> </a:t>
            </a:r>
            <a:r>
              <a:rPr lang="en-US" sz="1600" b="1" dirty="0" err="1">
                <a:solidFill>
                  <a:srgbClr val="004068"/>
                </a:solidFill>
                <a:effectLst/>
                <a:latin typeface="Barlow Condensed Medium" panose="00000606000000000000" pitchFamily="2" charset="0"/>
              </a:rPr>
              <a:t>kein</a:t>
            </a:r>
            <a:r>
              <a:rPr lang="en-US" sz="1600" b="1" dirty="0">
                <a:solidFill>
                  <a:srgbClr val="004068"/>
                </a:solidFill>
                <a:effectLst/>
                <a:latin typeface="Barlow Condensed Medium" panose="00000606000000000000" pitchFamily="2" charset="0"/>
              </a:rPr>
              <a:t> Add-on, </a:t>
            </a:r>
            <a:r>
              <a:rPr lang="en-US" sz="1600" b="1" dirty="0" err="1">
                <a:solidFill>
                  <a:srgbClr val="004068"/>
                </a:solidFill>
                <a:effectLst/>
                <a:latin typeface="Barlow Condensed Medium" panose="00000606000000000000" pitchFamily="2" charset="0"/>
              </a:rPr>
              <a:t>sondern</a:t>
            </a:r>
            <a:r>
              <a:rPr lang="en-US" sz="1600" b="1" dirty="0">
                <a:solidFill>
                  <a:srgbClr val="004068"/>
                </a:solidFill>
                <a:effectLst/>
                <a:latin typeface="Barlow Condensed Medium" panose="00000606000000000000" pitchFamily="2" charset="0"/>
              </a:rPr>
              <a:t> das, was </a:t>
            </a:r>
            <a:r>
              <a:rPr lang="en-US" sz="1600" b="1" dirty="0" err="1">
                <a:solidFill>
                  <a:srgbClr val="004068"/>
                </a:solidFill>
                <a:effectLst/>
                <a:latin typeface="Barlow Condensed Medium" panose="00000606000000000000" pitchFamily="2" charset="0"/>
              </a:rPr>
              <a:t>einen</a:t>
            </a:r>
            <a:r>
              <a:rPr lang="en-US" sz="1600" b="1" dirty="0">
                <a:solidFill>
                  <a:srgbClr val="004068"/>
                </a:solidFill>
                <a:effectLst/>
                <a:latin typeface="Barlow Condensed Medium" panose="00000606000000000000" pitchFamily="2" charset="0"/>
              </a:rPr>
              <a:t> </a:t>
            </a:r>
            <a:r>
              <a:rPr lang="en-US" sz="1600" b="1" dirty="0" err="1">
                <a:solidFill>
                  <a:srgbClr val="004068"/>
                </a:solidFill>
                <a:effectLst/>
                <a:latin typeface="Barlow Condensed Medium" panose="00000606000000000000" pitchFamily="2" charset="0"/>
              </a:rPr>
              <a:t>Agenten</a:t>
            </a:r>
            <a:r>
              <a:rPr lang="en-US" sz="1600" b="1" dirty="0">
                <a:solidFill>
                  <a:srgbClr val="004068"/>
                </a:solidFill>
                <a:effectLst/>
                <a:latin typeface="Barlow Condensed Medium" panose="00000606000000000000" pitchFamily="2" charset="0"/>
              </a:rPr>
              <a:t> </a:t>
            </a:r>
            <a:r>
              <a:rPr lang="en-US" sz="1600" b="1" dirty="0" err="1">
                <a:solidFill>
                  <a:srgbClr val="004068"/>
                </a:solidFill>
                <a:effectLst/>
                <a:latin typeface="Barlow Condensed Medium" panose="00000606000000000000" pitchFamily="2" charset="0"/>
              </a:rPr>
              <a:t>unternehmenstauglich</a:t>
            </a:r>
            <a:r>
              <a:rPr lang="en-US" sz="1600" b="1" dirty="0">
                <a:solidFill>
                  <a:srgbClr val="004068"/>
                </a:solidFill>
                <a:effectLst/>
                <a:latin typeface="Barlow Condensed Medium" panose="00000606000000000000" pitchFamily="2" charset="0"/>
              </a:rPr>
              <a:t> </a:t>
            </a:r>
            <a:r>
              <a:rPr lang="en-US" sz="1600" b="1" dirty="0" err="1">
                <a:solidFill>
                  <a:srgbClr val="004068"/>
                </a:solidFill>
                <a:effectLst/>
                <a:latin typeface="Barlow Condensed Medium" panose="00000606000000000000" pitchFamily="2" charset="0"/>
              </a:rPr>
              <a:t>macht</a:t>
            </a:r>
            <a:r>
              <a:rPr lang="en-US" sz="1600" b="1" dirty="0">
                <a:solidFill>
                  <a:srgbClr val="004068"/>
                </a:solidFill>
                <a:effectLst/>
                <a:latin typeface="Barlow Condensed Medium" panose="00000606000000000000" pitchFamily="2" charset="0"/>
              </a:rPr>
              <a:t>.</a:t>
            </a:r>
          </a:p>
          <a:p>
            <a:pPr algn="l">
              <a:buNone/>
            </a:pPr>
            <a:r>
              <a:rPr lang="en-US" sz="100" dirty="0">
                <a:effectLst/>
              </a:rPr>
              <a:t> </a:t>
            </a:r>
            <a:endParaRPr lang="en-US" dirty="0">
              <a:latin typeface="Barlow Condensed Light" panose="00000406000000000000" pitchFamily="2" charset="0"/>
            </a:endParaRPr>
          </a:p>
        </p:txBody>
      </p:sp>
    </p:spTree>
    <p:extLst>
      <p:ext uri="{BB962C8B-B14F-4D97-AF65-F5344CB8AC3E}">
        <p14:creationId xmlns:p14="http://schemas.microsoft.com/office/powerpoint/2010/main" val="16383482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Untertitel 6">
            <a:extLst>
              <a:ext uri="{FF2B5EF4-FFF2-40B4-BE49-F238E27FC236}">
                <a16:creationId xmlns:a16="http://schemas.microsoft.com/office/drawing/2014/main" id="{C255CA80-702A-2F18-1DAA-D490892E5A65}"/>
              </a:ext>
            </a:extLst>
          </p:cNvPr>
          <p:cNvSpPr>
            <a:spLocks noGrp="1"/>
          </p:cNvSpPr>
          <p:nvPr>
            <p:ph type="subTitle" idx="1"/>
          </p:nvPr>
        </p:nvSpPr>
        <p:spPr/>
        <p:txBody>
          <a:bodyPr/>
          <a:lstStyle/>
          <a:p>
            <a:r>
              <a:rPr lang="de-DE"/>
              <a:t>Model Context Protocol: definierte Werkzeuge statt direktem Systemzugriff</a:t>
            </a:r>
          </a:p>
        </p:txBody>
      </p:sp>
      <p:sp>
        <p:nvSpPr>
          <p:cNvPr id="2" name="Slide Number Placeholder 1">
            <a:extLst>
              <a:ext uri="{FF2B5EF4-FFF2-40B4-BE49-F238E27FC236}">
                <a16:creationId xmlns:a16="http://schemas.microsoft.com/office/drawing/2014/main" id="{822DBF39-C400-6D47-46AA-452876941AD0}"/>
              </a:ext>
            </a:extLst>
          </p:cNvPr>
          <p:cNvSpPr>
            <a:spLocks noGrp="1"/>
          </p:cNvSpPr>
          <p:nvPr>
            <p:ph type="sldNum" sz="quarter" idx="11"/>
          </p:nvPr>
        </p:nvSpPr>
        <p:spPr>
          <a:xfrm>
            <a:off x="11277376" y="417380"/>
            <a:ext cx="914622" cy="365125"/>
          </a:xfrm>
        </p:spPr>
        <p:txBody>
          <a:bodyPr/>
          <a:lstStyle/>
          <a:p>
            <a:fld id="{9678312F-8BDE-4502-9E53-473B40D118CD}" type="slidenum">
              <a:rPr lang="de-DE" smtClean="0"/>
              <a:pPr/>
              <a:t>8</a:t>
            </a:fld>
            <a:endParaRPr lang="de-DE"/>
          </a:p>
        </p:txBody>
      </p:sp>
      <p:sp>
        <p:nvSpPr>
          <p:cNvPr id="6" name="Titel 5">
            <a:extLst>
              <a:ext uri="{FF2B5EF4-FFF2-40B4-BE49-F238E27FC236}">
                <a16:creationId xmlns:a16="http://schemas.microsoft.com/office/drawing/2014/main" id="{C7CE2544-7F8C-4E83-64ED-8CD236C4365B}"/>
              </a:ext>
            </a:extLst>
          </p:cNvPr>
          <p:cNvSpPr>
            <a:spLocks noGrp="1"/>
          </p:cNvSpPr>
          <p:nvPr>
            <p:ph type="title"/>
          </p:nvPr>
        </p:nvSpPr>
        <p:spPr/>
        <p:txBody>
          <a:bodyPr/>
          <a:lstStyle/>
          <a:p>
            <a:r>
              <a:rPr lang="de-DE"/>
              <a:t>MCP in 90 Sekunden</a:t>
            </a:r>
          </a:p>
        </p:txBody>
      </p:sp>
      <p:sp>
        <p:nvSpPr>
          <p:cNvPr id="396" name="Rectangle 395">
            <a:extLst>
              <a:ext uri="{FF2B5EF4-FFF2-40B4-BE49-F238E27FC236}">
                <a16:creationId xmlns:a16="http://schemas.microsoft.com/office/drawing/2014/main" id="{7452C668-7ACC-A4A1-5427-206A0067086A}"/>
              </a:ext>
            </a:extLst>
          </p:cNvPr>
          <p:cNvSpPr/>
          <p:nvPr/>
        </p:nvSpPr>
        <p:spPr>
          <a:xfrm>
            <a:off x="468000" y="1950000"/>
            <a:ext cx="2102706" cy="1350000"/>
          </a:xfrm>
          <a:prstGeom prst="rect">
            <a:avLst/>
          </a:prstGeom>
          <a:solidFill>
            <a:srgbClr val="5D7B9A"/>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2200" b="1">
                <a:solidFill>
                  <a:srgbClr val="FFFFFF"/>
                </a:solidFill>
                <a:effectLst/>
                <a:latin typeface="Barlow Condensed Medium" panose="00000606000000000000" pitchFamily="2" charset="0"/>
              </a:rPr>
              <a:t>Anwender</a:t>
            </a:r>
          </a:p>
          <a:p>
            <a:pPr algn="ctr">
              <a:buNone/>
            </a:pPr>
            <a:r>
              <a:rPr lang="en-US" sz="1300">
                <a:solidFill>
                  <a:srgbClr val="FFFFFF"/>
                </a:solidFill>
                <a:effectLst/>
                <a:latin typeface="Barlow Condensed Medium" panose="00000606000000000000" pitchFamily="2" charset="0"/>
              </a:rPr>
              <a:t>fragt in natürlicher Sprache</a:t>
            </a:r>
            <a:endParaRPr lang="en-US">
              <a:latin typeface="Barlow Condensed Light" panose="00000406000000000000" pitchFamily="2" charset="0"/>
            </a:endParaRPr>
          </a:p>
        </p:txBody>
      </p:sp>
      <p:sp>
        <p:nvSpPr>
          <p:cNvPr id="398" name="Arrow: Right 397">
            <a:extLst>
              <a:ext uri="{FF2B5EF4-FFF2-40B4-BE49-F238E27FC236}">
                <a16:creationId xmlns:a16="http://schemas.microsoft.com/office/drawing/2014/main" id="{622C197A-54D2-AF8E-C9D1-1FF0573E7F61}"/>
              </a:ext>
            </a:extLst>
          </p:cNvPr>
          <p:cNvSpPr/>
          <p:nvPr/>
        </p:nvSpPr>
        <p:spPr>
          <a:xfrm>
            <a:off x="2650706" y="2435000"/>
            <a:ext cx="520000" cy="380000"/>
          </a:xfrm>
          <a:prstGeom prst="rightArrow">
            <a:avLst/>
          </a:prstGeom>
          <a:solidFill>
            <a:srgbClr val="CAC9C7"/>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401" name="Rectangle 400">
            <a:extLst>
              <a:ext uri="{FF2B5EF4-FFF2-40B4-BE49-F238E27FC236}">
                <a16:creationId xmlns:a16="http://schemas.microsoft.com/office/drawing/2014/main" id="{79B96353-0DEF-6684-B76D-C72FF21E60B2}"/>
              </a:ext>
            </a:extLst>
          </p:cNvPr>
          <p:cNvSpPr/>
          <p:nvPr/>
        </p:nvSpPr>
        <p:spPr>
          <a:xfrm>
            <a:off x="3250706" y="1950000"/>
            <a:ext cx="2102706" cy="1350000"/>
          </a:xfrm>
          <a:prstGeom prst="rect">
            <a:avLst/>
          </a:prstGeom>
          <a:solidFill>
            <a:srgbClr val="004068"/>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2200" b="1">
                <a:solidFill>
                  <a:srgbClr val="FFFFFF"/>
                </a:solidFill>
                <a:effectLst/>
                <a:latin typeface="Barlow Condensed Medium" panose="00000606000000000000" pitchFamily="2" charset="0"/>
              </a:rPr>
              <a:t>AI Agent</a:t>
            </a:r>
          </a:p>
          <a:p>
            <a:pPr algn="ctr">
              <a:buNone/>
            </a:pPr>
            <a:r>
              <a:rPr lang="en-US" sz="1300">
                <a:solidFill>
                  <a:srgbClr val="FFFFFF"/>
                </a:solidFill>
                <a:effectLst/>
                <a:latin typeface="Barlow Condensed Medium" panose="00000606000000000000" pitchFamily="2" charset="0"/>
              </a:rPr>
              <a:t>entscheidet, welche Tools nötig sind</a:t>
            </a:r>
            <a:endParaRPr lang="en-US">
              <a:latin typeface="Barlow Condensed Light" panose="00000406000000000000" pitchFamily="2" charset="0"/>
            </a:endParaRPr>
          </a:p>
        </p:txBody>
      </p:sp>
      <p:sp>
        <p:nvSpPr>
          <p:cNvPr id="405" name="Arrow: Right 404">
            <a:extLst>
              <a:ext uri="{FF2B5EF4-FFF2-40B4-BE49-F238E27FC236}">
                <a16:creationId xmlns:a16="http://schemas.microsoft.com/office/drawing/2014/main" id="{D75BDAC8-1781-D525-0C89-C1CD72CFE07D}"/>
              </a:ext>
            </a:extLst>
          </p:cNvPr>
          <p:cNvSpPr/>
          <p:nvPr/>
        </p:nvSpPr>
        <p:spPr>
          <a:xfrm>
            <a:off x="5433412" y="2435000"/>
            <a:ext cx="520000" cy="380000"/>
          </a:xfrm>
          <a:prstGeom prst="rightArrow">
            <a:avLst/>
          </a:prstGeom>
          <a:solidFill>
            <a:srgbClr val="CAC9C7"/>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410" name="Rectangle 409">
            <a:extLst>
              <a:ext uri="{FF2B5EF4-FFF2-40B4-BE49-F238E27FC236}">
                <a16:creationId xmlns:a16="http://schemas.microsoft.com/office/drawing/2014/main" id="{C3C84628-6E82-38B7-D57D-BD811229D836}"/>
              </a:ext>
            </a:extLst>
          </p:cNvPr>
          <p:cNvSpPr/>
          <p:nvPr/>
        </p:nvSpPr>
        <p:spPr>
          <a:xfrm>
            <a:off x="6033412" y="1950000"/>
            <a:ext cx="2102706" cy="1350000"/>
          </a:xfrm>
          <a:prstGeom prst="rect">
            <a:avLst/>
          </a:prstGeom>
          <a:solidFill>
            <a:srgbClr val="00ACC4"/>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2200" b="1">
                <a:solidFill>
                  <a:srgbClr val="000000"/>
                </a:solidFill>
                <a:effectLst/>
                <a:latin typeface="Barlow Condensed Medium" panose="00000606000000000000" pitchFamily="2" charset="0"/>
              </a:rPr>
              <a:t>MCP Server</a:t>
            </a:r>
          </a:p>
          <a:p>
            <a:pPr algn="ctr">
              <a:buNone/>
            </a:pPr>
            <a:r>
              <a:rPr lang="en-US" sz="1300">
                <a:solidFill>
                  <a:srgbClr val="000000"/>
                </a:solidFill>
                <a:effectLst/>
                <a:latin typeface="Barlow Condensed Medium" panose="00000606000000000000" pitchFamily="2" charset="0"/>
              </a:rPr>
              <a:t>führt kontrollierte Aktionen aus</a:t>
            </a:r>
            <a:endParaRPr lang="en-US">
              <a:latin typeface="Barlow Condensed Light" panose="00000406000000000000" pitchFamily="2" charset="0"/>
            </a:endParaRPr>
          </a:p>
        </p:txBody>
      </p:sp>
      <p:sp>
        <p:nvSpPr>
          <p:cNvPr id="416" name="Arrow: Right 415">
            <a:extLst>
              <a:ext uri="{FF2B5EF4-FFF2-40B4-BE49-F238E27FC236}">
                <a16:creationId xmlns:a16="http://schemas.microsoft.com/office/drawing/2014/main" id="{108972E9-0A64-CD13-B34C-2B9728DB30B2}"/>
              </a:ext>
            </a:extLst>
          </p:cNvPr>
          <p:cNvSpPr/>
          <p:nvPr/>
        </p:nvSpPr>
        <p:spPr>
          <a:xfrm>
            <a:off x="8216118" y="2435000"/>
            <a:ext cx="520000" cy="380000"/>
          </a:xfrm>
          <a:prstGeom prst="rightArrow">
            <a:avLst/>
          </a:prstGeom>
          <a:solidFill>
            <a:srgbClr val="CAC9C7"/>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423" name="Rectangle 422">
            <a:extLst>
              <a:ext uri="{FF2B5EF4-FFF2-40B4-BE49-F238E27FC236}">
                <a16:creationId xmlns:a16="http://schemas.microsoft.com/office/drawing/2014/main" id="{C76E8790-3571-5C48-D41F-C380699F7169}"/>
              </a:ext>
            </a:extLst>
          </p:cNvPr>
          <p:cNvSpPr/>
          <p:nvPr/>
        </p:nvSpPr>
        <p:spPr>
          <a:xfrm>
            <a:off x="8816118" y="1950000"/>
            <a:ext cx="2102706" cy="1350000"/>
          </a:xfrm>
          <a:prstGeom prst="rect">
            <a:avLst/>
          </a:prstGeom>
          <a:solidFill>
            <a:srgbClr val="004068"/>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2200" b="1">
                <a:solidFill>
                  <a:srgbClr val="FFFFFF"/>
                </a:solidFill>
                <a:effectLst/>
                <a:latin typeface="Barlow Condensed Medium" panose="00000606000000000000" pitchFamily="2" charset="0"/>
              </a:rPr>
              <a:t>Zielsystem</a:t>
            </a:r>
          </a:p>
          <a:p>
            <a:pPr algn="ctr">
              <a:buNone/>
            </a:pPr>
            <a:r>
              <a:rPr lang="en-US" sz="1300">
                <a:solidFill>
                  <a:srgbClr val="FFFFFF"/>
                </a:solidFill>
                <a:effectLst/>
                <a:latin typeface="Barlow Condensed Medium" panose="00000606000000000000" pitchFamily="2" charset="0"/>
              </a:rPr>
              <a:t>Active Directory über LDAPS</a:t>
            </a:r>
            <a:endParaRPr lang="en-US">
              <a:latin typeface="Barlow Condensed Light" panose="00000406000000000000" pitchFamily="2" charset="0"/>
            </a:endParaRPr>
          </a:p>
        </p:txBody>
      </p:sp>
      <p:sp>
        <p:nvSpPr>
          <p:cNvPr id="431" name="Arrow: Left 430">
            <a:extLst>
              <a:ext uri="{FF2B5EF4-FFF2-40B4-BE49-F238E27FC236}">
                <a16:creationId xmlns:a16="http://schemas.microsoft.com/office/drawing/2014/main" id="{6747C886-C7E9-C57A-26B2-77A36F1AAF0F}"/>
              </a:ext>
            </a:extLst>
          </p:cNvPr>
          <p:cNvSpPr/>
          <p:nvPr/>
        </p:nvSpPr>
        <p:spPr>
          <a:xfrm>
            <a:off x="3250706" y="3480000"/>
            <a:ext cx="4885412" cy="420000"/>
          </a:xfrm>
          <a:prstGeom prst="leftArrow">
            <a:avLst/>
          </a:prstGeom>
          <a:solidFill>
            <a:srgbClr val="E3F5F8"/>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a:solidFill>
                  <a:srgbClr val="3C3D3E"/>
                </a:solidFill>
                <a:effectLst/>
              </a:rPr>
              <a:t>Strukturierte Ergebnisse gehen zurück an den Agenten</a:t>
            </a:r>
          </a:p>
          <a:p>
            <a:pPr algn="ctr">
              <a:buNone/>
            </a:pPr>
            <a:r>
              <a:rPr lang="en-US" sz="100">
                <a:effectLst/>
              </a:rPr>
              <a:t> </a:t>
            </a:r>
            <a:endParaRPr lang="en-US">
              <a:latin typeface="Barlow Condensed Light" panose="00000406000000000000" pitchFamily="2" charset="0"/>
            </a:endParaRPr>
          </a:p>
        </p:txBody>
      </p:sp>
      <p:sp>
        <p:nvSpPr>
          <p:cNvPr id="440" name="Rectangle 439">
            <a:extLst>
              <a:ext uri="{FF2B5EF4-FFF2-40B4-BE49-F238E27FC236}">
                <a16:creationId xmlns:a16="http://schemas.microsoft.com/office/drawing/2014/main" id="{EA1F24AA-1537-49F4-F594-E3BC1D71302E}"/>
              </a:ext>
            </a:extLst>
          </p:cNvPr>
          <p:cNvSpPr/>
          <p:nvPr/>
        </p:nvSpPr>
        <p:spPr>
          <a:xfrm>
            <a:off x="468000" y="4300000"/>
            <a:ext cx="10450825" cy="4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004068"/>
                </a:solidFill>
                <a:effectLst/>
                <a:latin typeface="Barlow Condensed Medium" panose="00000606000000000000" pitchFamily="2" charset="0"/>
              </a:rPr>
              <a:t>Beispielhafte MCP Tools in der Demo</a:t>
            </a:r>
          </a:p>
          <a:p>
            <a:pPr algn="l">
              <a:buNone/>
            </a:pPr>
            <a:r>
              <a:rPr lang="en-US" sz="100">
                <a:effectLst/>
              </a:rPr>
              <a:t> </a:t>
            </a:r>
            <a:endParaRPr lang="en-US">
              <a:latin typeface="Barlow Condensed Light" panose="00000406000000000000" pitchFamily="2" charset="0"/>
            </a:endParaRPr>
          </a:p>
        </p:txBody>
      </p:sp>
      <p:sp>
        <p:nvSpPr>
          <p:cNvPr id="450" name="Rectangle: Rounded Corners 449">
            <a:extLst>
              <a:ext uri="{FF2B5EF4-FFF2-40B4-BE49-F238E27FC236}">
                <a16:creationId xmlns:a16="http://schemas.microsoft.com/office/drawing/2014/main" id="{F98CBAA3-5727-BF3D-FA66-0897F0E780B6}"/>
              </a:ext>
            </a:extLst>
          </p:cNvPr>
          <p:cNvSpPr/>
          <p:nvPr/>
        </p:nvSpPr>
        <p:spPr>
          <a:xfrm>
            <a:off x="468000" y="4780000"/>
            <a:ext cx="2262000" cy="400000"/>
          </a:xfrm>
          <a:prstGeom prst="roundRect">
            <a:avLst/>
          </a:prstGeom>
          <a:solidFill>
            <a:srgbClr val="00ACC4"/>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000000"/>
                </a:solidFill>
                <a:effectLst/>
                <a:latin typeface="Courier New" panose="02070309020205020404" pitchFamily="49" charset="0"/>
              </a:rPr>
              <a:t>get_privileged_groups</a:t>
            </a:r>
          </a:p>
          <a:p>
            <a:pPr algn="ctr">
              <a:buNone/>
            </a:pPr>
            <a:r>
              <a:rPr lang="en-US" sz="100">
                <a:effectLst/>
              </a:rPr>
              <a:t> </a:t>
            </a:r>
            <a:endParaRPr lang="en-US">
              <a:latin typeface="Barlow Condensed Light" panose="00000406000000000000" pitchFamily="2" charset="0"/>
            </a:endParaRPr>
          </a:p>
        </p:txBody>
      </p:sp>
      <p:sp>
        <p:nvSpPr>
          <p:cNvPr id="461" name="Rectangle: Rounded Corners 460">
            <a:extLst>
              <a:ext uri="{FF2B5EF4-FFF2-40B4-BE49-F238E27FC236}">
                <a16:creationId xmlns:a16="http://schemas.microsoft.com/office/drawing/2014/main" id="{33C7BDC7-F5EB-1500-8191-D5887B9AC444}"/>
              </a:ext>
            </a:extLst>
          </p:cNvPr>
          <p:cNvSpPr/>
          <p:nvPr/>
        </p:nvSpPr>
        <p:spPr>
          <a:xfrm>
            <a:off x="2850000" y="4780000"/>
            <a:ext cx="1986000" cy="400000"/>
          </a:xfrm>
          <a:prstGeom prst="roundRect">
            <a:avLst/>
          </a:prstGeom>
          <a:solidFill>
            <a:srgbClr val="00ACC4"/>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000000"/>
                </a:solidFill>
                <a:effectLst/>
                <a:latin typeface="Courier New" panose="02070309020205020404" pitchFamily="49" charset="0"/>
              </a:rPr>
              <a:t>get_inactive_users</a:t>
            </a:r>
          </a:p>
          <a:p>
            <a:pPr algn="ctr">
              <a:buNone/>
            </a:pPr>
            <a:r>
              <a:rPr lang="en-US" sz="100">
                <a:effectLst/>
              </a:rPr>
              <a:t> </a:t>
            </a:r>
            <a:endParaRPr lang="en-US">
              <a:latin typeface="Barlow Condensed Light" panose="00000406000000000000" pitchFamily="2" charset="0"/>
            </a:endParaRPr>
          </a:p>
        </p:txBody>
      </p:sp>
      <p:sp>
        <p:nvSpPr>
          <p:cNvPr id="473" name="Rectangle: Rounded Corners 472">
            <a:extLst>
              <a:ext uri="{FF2B5EF4-FFF2-40B4-BE49-F238E27FC236}">
                <a16:creationId xmlns:a16="http://schemas.microsoft.com/office/drawing/2014/main" id="{31CB5143-4B51-7CFE-DDDE-4A1C2E087AF3}"/>
              </a:ext>
            </a:extLst>
          </p:cNvPr>
          <p:cNvSpPr/>
          <p:nvPr/>
        </p:nvSpPr>
        <p:spPr>
          <a:xfrm>
            <a:off x="4956000" y="4780000"/>
            <a:ext cx="3090000" cy="400000"/>
          </a:xfrm>
          <a:prstGeom prst="roundRect">
            <a:avLst/>
          </a:prstGeom>
          <a:solidFill>
            <a:srgbClr val="00ACC4"/>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000000"/>
                </a:solidFill>
                <a:effectLst/>
                <a:latin typeface="Courier New" panose="02070309020205020404" pitchFamily="49" charset="0"/>
              </a:rPr>
              <a:t>get_password_policy_violations</a:t>
            </a:r>
          </a:p>
          <a:p>
            <a:pPr algn="ctr">
              <a:buNone/>
            </a:pPr>
            <a:r>
              <a:rPr lang="en-US" sz="100">
                <a:effectLst/>
              </a:rPr>
              <a:t> </a:t>
            </a:r>
            <a:endParaRPr lang="en-US">
              <a:latin typeface="Barlow Condensed Light" panose="00000406000000000000" pitchFamily="2" charset="0"/>
            </a:endParaRPr>
          </a:p>
        </p:txBody>
      </p:sp>
      <p:sp>
        <p:nvSpPr>
          <p:cNvPr id="486" name="Rectangle: Rounded Corners 485">
            <a:extLst>
              <a:ext uri="{FF2B5EF4-FFF2-40B4-BE49-F238E27FC236}">
                <a16:creationId xmlns:a16="http://schemas.microsoft.com/office/drawing/2014/main" id="{AB2F9F3B-BCD7-404E-13D3-6FD50A6E0050}"/>
              </a:ext>
            </a:extLst>
          </p:cNvPr>
          <p:cNvSpPr/>
          <p:nvPr/>
        </p:nvSpPr>
        <p:spPr>
          <a:xfrm>
            <a:off x="468000" y="5300000"/>
            <a:ext cx="2170000" cy="400000"/>
          </a:xfrm>
          <a:prstGeom prst="roundRect">
            <a:avLst/>
          </a:prstGeom>
          <a:solidFill>
            <a:srgbClr val="00ACC4"/>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000000"/>
                </a:solidFill>
                <a:effectLst/>
                <a:latin typeface="Courier New" panose="02070309020205020404" pitchFamily="49" charset="0"/>
              </a:rPr>
              <a:t>audit_admin_accounts</a:t>
            </a:r>
          </a:p>
          <a:p>
            <a:pPr algn="ctr">
              <a:buNone/>
            </a:pPr>
            <a:r>
              <a:rPr lang="en-US" sz="100">
                <a:effectLst/>
              </a:rPr>
              <a:t> </a:t>
            </a:r>
            <a:endParaRPr lang="en-US">
              <a:latin typeface="Barlow Condensed Light" panose="00000406000000000000" pitchFamily="2" charset="0"/>
            </a:endParaRPr>
          </a:p>
        </p:txBody>
      </p:sp>
      <p:sp>
        <p:nvSpPr>
          <p:cNvPr id="500" name="Rectangle: Rounded Corners 499">
            <a:extLst>
              <a:ext uri="{FF2B5EF4-FFF2-40B4-BE49-F238E27FC236}">
                <a16:creationId xmlns:a16="http://schemas.microsoft.com/office/drawing/2014/main" id="{16445A82-C453-A3C6-5B75-6E148213C942}"/>
              </a:ext>
            </a:extLst>
          </p:cNvPr>
          <p:cNvSpPr/>
          <p:nvPr/>
        </p:nvSpPr>
        <p:spPr>
          <a:xfrm>
            <a:off x="2758000" y="5300000"/>
            <a:ext cx="1066000" cy="400000"/>
          </a:xfrm>
          <a:prstGeom prst="roundRect">
            <a:avLst/>
          </a:prstGeom>
          <a:solidFill>
            <a:srgbClr val="00ACC4"/>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000000"/>
                </a:solidFill>
                <a:effectLst/>
                <a:latin typeface="Courier New" panose="02070309020205020404" pitchFamily="49" charset="0"/>
              </a:rPr>
              <a:t>get_user</a:t>
            </a:r>
          </a:p>
          <a:p>
            <a:pPr algn="ctr">
              <a:buNone/>
            </a:pPr>
            <a:r>
              <a:rPr lang="en-US" sz="100">
                <a:effectLst/>
              </a:rPr>
              <a:t> </a:t>
            </a:r>
            <a:endParaRPr lang="en-US">
              <a:latin typeface="Barlow Condensed Light" panose="00000406000000000000" pitchFamily="2" charset="0"/>
            </a:endParaRPr>
          </a:p>
        </p:txBody>
      </p:sp>
      <p:sp>
        <p:nvSpPr>
          <p:cNvPr id="515" name="Rectangle: Rounded Corners 514">
            <a:extLst>
              <a:ext uri="{FF2B5EF4-FFF2-40B4-BE49-F238E27FC236}">
                <a16:creationId xmlns:a16="http://schemas.microsoft.com/office/drawing/2014/main" id="{8FBDEF69-D642-C184-6A9A-1EB4D4782620}"/>
              </a:ext>
            </a:extLst>
          </p:cNvPr>
          <p:cNvSpPr/>
          <p:nvPr/>
        </p:nvSpPr>
        <p:spPr>
          <a:xfrm>
            <a:off x="4144000" y="5300000"/>
            <a:ext cx="1434000" cy="400000"/>
          </a:xfrm>
          <a:prstGeom prst="roundRect">
            <a:avLst/>
          </a:prstGeom>
          <a:solidFill>
            <a:srgbClr val="004068"/>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FFFFFF"/>
                </a:solidFill>
                <a:effectLst/>
                <a:latin typeface="Courier New" panose="02070309020205020404" pitchFamily="49" charset="0"/>
              </a:rPr>
              <a:t>disable_user</a:t>
            </a:r>
          </a:p>
          <a:p>
            <a:pPr algn="ctr">
              <a:buNone/>
            </a:pPr>
            <a:r>
              <a:rPr lang="en-US" sz="100">
                <a:effectLst/>
              </a:rPr>
              <a:t> </a:t>
            </a:r>
            <a:endParaRPr lang="en-US">
              <a:latin typeface="Barlow Condensed Light" panose="00000406000000000000" pitchFamily="2" charset="0"/>
            </a:endParaRPr>
          </a:p>
        </p:txBody>
      </p:sp>
      <p:sp>
        <p:nvSpPr>
          <p:cNvPr id="531" name="Rectangle: Rounded Corners 530">
            <a:extLst>
              <a:ext uri="{FF2B5EF4-FFF2-40B4-BE49-F238E27FC236}">
                <a16:creationId xmlns:a16="http://schemas.microsoft.com/office/drawing/2014/main" id="{3974D21F-F573-8166-272F-EDB878B662D4}"/>
              </a:ext>
            </a:extLst>
          </p:cNvPr>
          <p:cNvSpPr/>
          <p:nvPr/>
        </p:nvSpPr>
        <p:spPr>
          <a:xfrm>
            <a:off x="5698000" y="5300000"/>
            <a:ext cx="1342000" cy="400000"/>
          </a:xfrm>
          <a:prstGeom prst="roundRect">
            <a:avLst/>
          </a:prstGeom>
          <a:solidFill>
            <a:srgbClr val="004068"/>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FFFFFF"/>
                </a:solidFill>
                <a:effectLst/>
                <a:latin typeface="Courier New" panose="02070309020205020404" pitchFamily="49" charset="0"/>
              </a:rPr>
              <a:t>enable_user</a:t>
            </a:r>
          </a:p>
          <a:p>
            <a:pPr algn="ctr">
              <a:buNone/>
            </a:pPr>
            <a:r>
              <a:rPr lang="en-US" sz="100">
                <a:effectLst/>
              </a:rPr>
              <a:t> </a:t>
            </a:r>
            <a:endParaRPr lang="en-US">
              <a:latin typeface="Barlow Condensed Light" panose="00000406000000000000" pitchFamily="2" charset="0"/>
            </a:endParaRPr>
          </a:p>
        </p:txBody>
      </p:sp>
      <p:sp>
        <p:nvSpPr>
          <p:cNvPr id="548" name="Rectangle 547">
            <a:extLst>
              <a:ext uri="{FF2B5EF4-FFF2-40B4-BE49-F238E27FC236}">
                <a16:creationId xmlns:a16="http://schemas.microsoft.com/office/drawing/2014/main" id="{6963B2EB-EB0C-6C6C-2ADE-6DE10B4175DA}"/>
              </a:ext>
            </a:extLst>
          </p:cNvPr>
          <p:cNvSpPr/>
          <p:nvPr/>
        </p:nvSpPr>
        <p:spPr>
          <a:xfrm>
            <a:off x="468000" y="5920000"/>
            <a:ext cx="220000" cy="220000"/>
          </a:xfrm>
          <a:prstGeom prst="rect">
            <a:avLst/>
          </a:prstGeom>
          <a:solidFill>
            <a:srgbClr val="00ACC4"/>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566" name="Rectangle 565">
            <a:extLst>
              <a:ext uri="{FF2B5EF4-FFF2-40B4-BE49-F238E27FC236}">
                <a16:creationId xmlns:a16="http://schemas.microsoft.com/office/drawing/2014/main" id="{F5F8B201-55E5-3D5D-6259-61E7A732F48D}"/>
              </a:ext>
            </a:extLst>
          </p:cNvPr>
          <p:cNvSpPr/>
          <p:nvPr/>
        </p:nvSpPr>
        <p:spPr>
          <a:xfrm>
            <a:off x="768000" y="5860000"/>
            <a:ext cx="3200000" cy="3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3C3D3E"/>
                </a:solidFill>
                <a:effectLst/>
              </a:rPr>
              <a:t>Read-only MCP · ohne Approval</a:t>
            </a:r>
          </a:p>
          <a:p>
            <a:pPr algn="l">
              <a:buNone/>
            </a:pPr>
            <a:r>
              <a:rPr lang="en-US" sz="100">
                <a:effectLst/>
              </a:rPr>
              <a:t> </a:t>
            </a:r>
            <a:endParaRPr lang="en-US">
              <a:latin typeface="Barlow Condensed Light" panose="00000406000000000000" pitchFamily="2" charset="0"/>
            </a:endParaRPr>
          </a:p>
        </p:txBody>
      </p:sp>
      <p:sp>
        <p:nvSpPr>
          <p:cNvPr id="585" name="Rectangle 584">
            <a:extLst>
              <a:ext uri="{FF2B5EF4-FFF2-40B4-BE49-F238E27FC236}">
                <a16:creationId xmlns:a16="http://schemas.microsoft.com/office/drawing/2014/main" id="{EDAC972C-1A8A-402F-FEA7-292C0696CB4F}"/>
              </a:ext>
            </a:extLst>
          </p:cNvPr>
          <p:cNvSpPr/>
          <p:nvPr/>
        </p:nvSpPr>
        <p:spPr>
          <a:xfrm>
            <a:off x="4068000" y="5920000"/>
            <a:ext cx="220000" cy="220000"/>
          </a:xfrm>
          <a:prstGeom prst="rect">
            <a:avLst/>
          </a:prstGeom>
          <a:solidFill>
            <a:srgbClr val="004068"/>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605" name="Rectangle 604">
            <a:extLst>
              <a:ext uri="{FF2B5EF4-FFF2-40B4-BE49-F238E27FC236}">
                <a16:creationId xmlns:a16="http://schemas.microsoft.com/office/drawing/2014/main" id="{9365140D-119B-748F-E62E-8E422AEFA970}"/>
              </a:ext>
            </a:extLst>
          </p:cNvPr>
          <p:cNvSpPr/>
          <p:nvPr/>
        </p:nvSpPr>
        <p:spPr>
          <a:xfrm>
            <a:off x="4368000" y="5860000"/>
            <a:ext cx="4200000" cy="3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3C3D3E"/>
                </a:solidFill>
                <a:effectLst/>
              </a:rPr>
              <a:t>Remediation MCP · Human Approval vor jeder Schreiboperation</a:t>
            </a:r>
          </a:p>
          <a:p>
            <a:pPr algn="l">
              <a:buNone/>
            </a:pPr>
            <a:r>
              <a:rPr lang="en-US" sz="100">
                <a:effectLst/>
              </a:rPr>
              <a:t> </a:t>
            </a:r>
            <a:endParaRPr lang="en-US">
              <a:latin typeface="Barlow Condensed Light" panose="00000406000000000000" pitchFamily="2" charset="0"/>
            </a:endParaRPr>
          </a:p>
        </p:txBody>
      </p:sp>
    </p:spTree>
    <p:extLst>
      <p:ext uri="{BB962C8B-B14F-4D97-AF65-F5344CB8AC3E}">
        <p14:creationId xmlns:p14="http://schemas.microsoft.com/office/powerpoint/2010/main" val="21989882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Untertitel 6">
            <a:extLst>
              <a:ext uri="{FF2B5EF4-FFF2-40B4-BE49-F238E27FC236}">
                <a16:creationId xmlns:a16="http://schemas.microsoft.com/office/drawing/2014/main" id="{C255CA80-702A-2F18-1DAA-D490892E5A65}"/>
              </a:ext>
            </a:extLst>
          </p:cNvPr>
          <p:cNvSpPr>
            <a:spLocks noGrp="1"/>
          </p:cNvSpPr>
          <p:nvPr>
            <p:ph type="subTitle" idx="1"/>
          </p:nvPr>
        </p:nvSpPr>
        <p:spPr/>
        <p:txBody>
          <a:bodyPr/>
          <a:lstStyle/>
          <a:p>
            <a:r>
              <a:rPr lang="de-DE"/>
              <a:t>Was der Agent von einem MCP Tool sieht – und was nicht</a:t>
            </a:r>
          </a:p>
        </p:txBody>
      </p:sp>
      <p:sp>
        <p:nvSpPr>
          <p:cNvPr id="2" name="Slide Number Placeholder 1">
            <a:extLst>
              <a:ext uri="{FF2B5EF4-FFF2-40B4-BE49-F238E27FC236}">
                <a16:creationId xmlns:a16="http://schemas.microsoft.com/office/drawing/2014/main" id="{822DBF39-C400-6D47-46AA-452876941AD0}"/>
              </a:ext>
            </a:extLst>
          </p:cNvPr>
          <p:cNvSpPr>
            <a:spLocks noGrp="1"/>
          </p:cNvSpPr>
          <p:nvPr>
            <p:ph type="sldNum" sz="quarter" idx="11"/>
          </p:nvPr>
        </p:nvSpPr>
        <p:spPr>
          <a:xfrm>
            <a:off x="11277376" y="417380"/>
            <a:ext cx="914622" cy="365125"/>
          </a:xfrm>
        </p:spPr>
        <p:txBody>
          <a:bodyPr/>
          <a:lstStyle/>
          <a:p>
            <a:fld id="{9678312F-8BDE-4502-9E53-473B40D118CD}" type="slidenum">
              <a:rPr lang="de-DE" smtClean="0"/>
              <a:pPr/>
              <a:t>9</a:t>
            </a:fld>
            <a:endParaRPr lang="de-DE"/>
          </a:p>
        </p:txBody>
      </p:sp>
      <p:sp>
        <p:nvSpPr>
          <p:cNvPr id="6" name="Titel 5">
            <a:extLst>
              <a:ext uri="{FF2B5EF4-FFF2-40B4-BE49-F238E27FC236}">
                <a16:creationId xmlns:a16="http://schemas.microsoft.com/office/drawing/2014/main" id="{C7CE2544-7F8C-4E83-64ED-8CD236C4365B}"/>
              </a:ext>
            </a:extLst>
          </p:cNvPr>
          <p:cNvSpPr>
            <a:spLocks noGrp="1"/>
          </p:cNvSpPr>
          <p:nvPr>
            <p:ph type="title"/>
          </p:nvPr>
        </p:nvSpPr>
        <p:spPr/>
        <p:txBody>
          <a:bodyPr/>
          <a:lstStyle/>
          <a:p>
            <a:r>
              <a:rPr lang="de-DE"/>
              <a:t>Ein Tool ist ein Vertrag</a:t>
            </a:r>
          </a:p>
        </p:txBody>
      </p:sp>
      <p:sp>
        <p:nvSpPr>
          <p:cNvPr id="10445" name="Rectangle 10444">
            <a:extLst>
              <a:ext uri="{FF2B5EF4-FFF2-40B4-BE49-F238E27FC236}">
                <a16:creationId xmlns:a16="http://schemas.microsoft.com/office/drawing/2014/main" id="{8F2DFB7A-F146-B06D-7B12-B9E957F46584}"/>
              </a:ext>
            </a:extLst>
          </p:cNvPr>
          <p:cNvSpPr/>
          <p:nvPr/>
        </p:nvSpPr>
        <p:spPr>
          <a:xfrm>
            <a:off x="468000" y="1950000"/>
            <a:ext cx="5000000" cy="3300000"/>
          </a:xfrm>
          <a:prstGeom prst="rect">
            <a:avLst/>
          </a:prstGeom>
          <a:solidFill>
            <a:srgbClr val="004068"/>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a:solidFill>
                  <a:srgbClr val="8EABBC"/>
                </a:solidFill>
                <a:effectLst/>
              </a:rPr>
              <a:t> </a:t>
            </a:r>
            <a:endParaRPr lang="en-US">
              <a:latin typeface="Barlow Condensed Light" panose="00000406000000000000" pitchFamily="2" charset="0"/>
            </a:endParaRPr>
          </a:p>
        </p:txBody>
      </p:sp>
      <p:sp>
        <p:nvSpPr>
          <p:cNvPr id="10447" name="Rectangle 10446">
            <a:extLst>
              <a:ext uri="{FF2B5EF4-FFF2-40B4-BE49-F238E27FC236}">
                <a16:creationId xmlns:a16="http://schemas.microsoft.com/office/drawing/2014/main" id="{C3A5A9E6-5FF4-7EC9-B836-2BA467CFD1DA}"/>
              </a:ext>
            </a:extLst>
          </p:cNvPr>
          <p:cNvSpPr/>
          <p:nvPr/>
        </p:nvSpPr>
        <p:spPr>
          <a:xfrm>
            <a:off x="668000" y="2070000"/>
            <a:ext cx="4600000" cy="4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00ACC4"/>
                </a:solidFill>
                <a:effectLst/>
                <a:latin typeface="Barlow Condensed Medium" panose="00000606000000000000" pitchFamily="2" charset="0"/>
              </a:rPr>
              <a:t>Tool-Definition (vereinfacht)</a:t>
            </a:r>
          </a:p>
          <a:p>
            <a:pPr algn="l">
              <a:buNone/>
            </a:pPr>
            <a:r>
              <a:rPr lang="en-US" sz="100">
                <a:effectLst/>
              </a:rPr>
              <a:t> </a:t>
            </a:r>
            <a:endParaRPr lang="en-US">
              <a:latin typeface="Barlow Condensed Light" panose="00000406000000000000" pitchFamily="2" charset="0"/>
            </a:endParaRPr>
          </a:p>
        </p:txBody>
      </p:sp>
      <p:sp>
        <p:nvSpPr>
          <p:cNvPr id="10450" name="Rectangle 10449">
            <a:extLst>
              <a:ext uri="{FF2B5EF4-FFF2-40B4-BE49-F238E27FC236}">
                <a16:creationId xmlns:a16="http://schemas.microsoft.com/office/drawing/2014/main" id="{9C6576ED-B0EC-3D78-FCE6-5A9877D7FF9F}"/>
              </a:ext>
            </a:extLst>
          </p:cNvPr>
          <p:cNvSpPr/>
          <p:nvPr/>
        </p:nvSpPr>
        <p:spPr>
          <a:xfrm>
            <a:off x="668000" y="2470000"/>
            <a:ext cx="4600000" cy="26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FFFFFF"/>
                </a:solidFill>
                <a:effectLst/>
                <a:latin typeface="Courier New" panose="02070309020205020404" pitchFamily="49" charset="0"/>
              </a:rPr>
              <a:t>name:        get_user</a:t>
            </a:r>
          </a:p>
          <a:p>
            <a:pPr algn="l">
              <a:buNone/>
            </a:pPr>
            <a:r>
              <a:rPr lang="en-US" sz="1200">
                <a:solidFill>
                  <a:srgbClr val="FFFFFF"/>
                </a:solidFill>
                <a:effectLst/>
                <a:latin typeface="Courier New" panose="02070309020205020404" pitchFamily="49" charset="0"/>
              </a:rPr>
              <a:t>description: Liest Status und Flags eines</a:t>
            </a:r>
          </a:p>
          <a:p>
            <a:pPr algn="l">
              <a:buNone/>
            </a:pPr>
            <a:r>
              <a:rPr lang="en-US" sz="1200">
                <a:solidFill>
                  <a:srgbClr val="FFFFFF"/>
                </a:solidFill>
                <a:effectLst/>
                <a:latin typeface="Courier New" panose="02070309020205020404" pitchFamily="49" charset="0"/>
              </a:rPr>
              <a:t>             AD-Benutzerkontos (read-only)</a:t>
            </a:r>
          </a:p>
          <a:p>
            <a:pPr algn="l">
              <a:buNone/>
            </a:pPr>
            <a:r>
              <a:rPr lang="en-US" sz="1200">
                <a:solidFill>
                  <a:srgbClr val="FFFFFF"/>
                </a:solidFill>
                <a:effectLst/>
                <a:latin typeface="Courier New" panose="02070309020205020404" pitchFamily="49" charset="0"/>
              </a:rPr>
              <a:t>input:       sAMAccountName (string)</a:t>
            </a:r>
          </a:p>
          <a:p>
            <a:pPr algn="l">
              <a:buNone/>
            </a:pPr>
            <a:r>
              <a:rPr lang="en-US" sz="1200">
                <a:solidFill>
                  <a:srgbClr val="FFFFFF"/>
                </a:solidFill>
                <a:effectLst/>
                <a:latin typeface="Courier New" panose="02070309020205020404" pitchFamily="49" charset="0"/>
              </a:rPr>
              <a:t>output:      enabled, lastLogon,</a:t>
            </a:r>
          </a:p>
          <a:p>
            <a:pPr algn="l">
              <a:buNone/>
            </a:pPr>
            <a:r>
              <a:rPr lang="en-US" sz="1200">
                <a:solidFill>
                  <a:srgbClr val="FFFFFF"/>
                </a:solidFill>
                <a:effectLst/>
                <a:latin typeface="Courier New" panose="02070309020205020404" pitchFamily="49" charset="0"/>
              </a:rPr>
              <a:t>             passwordNeverExpires,</a:t>
            </a:r>
          </a:p>
          <a:p>
            <a:pPr algn="l">
              <a:buNone/>
            </a:pPr>
            <a:r>
              <a:rPr lang="en-US" sz="1200">
                <a:solidFill>
                  <a:srgbClr val="FFFFFF"/>
                </a:solidFill>
                <a:effectLst/>
                <a:latin typeface="Courier New" panose="02070309020205020404" pitchFamily="49" charset="0"/>
              </a:rPr>
              <a:t>             memberOf[]</a:t>
            </a:r>
          </a:p>
          <a:p>
            <a:pPr algn="l">
              <a:buNone/>
            </a:pPr>
            <a:r>
              <a:rPr lang="en-US" sz="1200">
                <a:solidFill>
                  <a:srgbClr val="FFFFFF"/>
                </a:solidFill>
                <a:effectLst/>
                <a:latin typeface="Courier New" panose="02070309020205020404" pitchFamily="49" charset="0"/>
              </a:rPr>
              <a:t>server:      ca-ad-mcp-demo</a:t>
            </a:r>
          </a:p>
          <a:p>
            <a:pPr algn="l">
              <a:buNone/>
            </a:pPr>
            <a:r>
              <a:rPr lang="en-US" sz="1200">
                <a:solidFill>
                  <a:srgbClr val="FFFFFF"/>
                </a:solidFill>
                <a:effectLst/>
                <a:latin typeface="Courier New" panose="02070309020205020404" pitchFamily="49" charset="0"/>
              </a:rPr>
              <a:t>account:     svc-mcp-read</a:t>
            </a:r>
            <a:endParaRPr lang="en-US">
              <a:latin typeface="Barlow Condensed Light" panose="00000406000000000000" pitchFamily="2" charset="0"/>
            </a:endParaRPr>
          </a:p>
        </p:txBody>
      </p:sp>
      <p:sp>
        <p:nvSpPr>
          <p:cNvPr id="10454" name="Rectangle 10453">
            <a:extLst>
              <a:ext uri="{FF2B5EF4-FFF2-40B4-BE49-F238E27FC236}">
                <a16:creationId xmlns:a16="http://schemas.microsoft.com/office/drawing/2014/main" id="{3CED64F6-DF7E-2E3A-E4E8-01D1189936F7}"/>
              </a:ext>
            </a:extLst>
          </p:cNvPr>
          <p:cNvSpPr/>
          <p:nvPr/>
        </p:nvSpPr>
        <p:spPr>
          <a:xfrm>
            <a:off x="5768000" y="1950000"/>
            <a:ext cx="5150825" cy="4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00ACC4"/>
                </a:solidFill>
                <a:effectLst/>
                <a:latin typeface="Barlow Condensed Medium" panose="00000606000000000000" pitchFamily="2" charset="0"/>
              </a:rPr>
              <a:t>Der Agent sieht</a:t>
            </a:r>
          </a:p>
          <a:p>
            <a:pPr algn="l">
              <a:buNone/>
            </a:pPr>
            <a:r>
              <a:rPr lang="en-US" sz="100">
                <a:effectLst/>
              </a:rPr>
              <a:t> </a:t>
            </a:r>
            <a:endParaRPr lang="en-US">
              <a:latin typeface="Barlow Condensed Light" panose="00000406000000000000" pitchFamily="2" charset="0"/>
            </a:endParaRPr>
          </a:p>
        </p:txBody>
      </p:sp>
      <p:sp>
        <p:nvSpPr>
          <p:cNvPr id="10459" name="Oval 10458">
            <a:extLst>
              <a:ext uri="{FF2B5EF4-FFF2-40B4-BE49-F238E27FC236}">
                <a16:creationId xmlns:a16="http://schemas.microsoft.com/office/drawing/2014/main" id="{5BB39771-F613-9D47-C0DB-92653C1D7896}"/>
              </a:ext>
            </a:extLst>
          </p:cNvPr>
          <p:cNvSpPr/>
          <p:nvPr/>
        </p:nvSpPr>
        <p:spPr>
          <a:xfrm>
            <a:off x="5768000" y="2420000"/>
            <a:ext cx="360000" cy="360000"/>
          </a:xfrm>
          <a:prstGeom prst="ellipse">
            <a:avLst/>
          </a:prstGeom>
          <a:solidFill>
            <a:srgbClr val="00ACC4"/>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000000"/>
                </a:solidFill>
                <a:effectLst/>
              </a:rPr>
              <a:t>✓</a:t>
            </a:r>
          </a:p>
          <a:p>
            <a:pPr algn="ctr">
              <a:buNone/>
            </a:pPr>
            <a:r>
              <a:rPr lang="en-US" sz="100">
                <a:effectLst/>
              </a:rPr>
              <a:t> </a:t>
            </a:r>
            <a:endParaRPr lang="en-US">
              <a:latin typeface="Barlow Condensed Light" panose="00000406000000000000" pitchFamily="2" charset="0"/>
            </a:endParaRPr>
          </a:p>
        </p:txBody>
      </p:sp>
      <p:sp>
        <p:nvSpPr>
          <p:cNvPr id="10465" name="Rectangle 10464">
            <a:extLst>
              <a:ext uri="{FF2B5EF4-FFF2-40B4-BE49-F238E27FC236}">
                <a16:creationId xmlns:a16="http://schemas.microsoft.com/office/drawing/2014/main" id="{BB740E7A-1D4A-D66B-CD71-67EEC69A07A8}"/>
              </a:ext>
            </a:extLst>
          </p:cNvPr>
          <p:cNvSpPr/>
          <p:nvPr/>
        </p:nvSpPr>
        <p:spPr>
          <a:xfrm>
            <a:off x="6238000" y="2400000"/>
            <a:ext cx="4680825" cy="4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3C3D3E"/>
                </a:solidFill>
                <a:effectLst/>
              </a:rPr>
              <a:t>Name und Beschreibung des Tools</a:t>
            </a:r>
          </a:p>
          <a:p>
            <a:pPr algn="l">
              <a:buNone/>
            </a:pPr>
            <a:r>
              <a:rPr lang="en-US" sz="100">
                <a:effectLst/>
              </a:rPr>
              <a:t> </a:t>
            </a:r>
            <a:endParaRPr lang="en-US">
              <a:latin typeface="Barlow Condensed Light" panose="00000406000000000000" pitchFamily="2" charset="0"/>
            </a:endParaRPr>
          </a:p>
        </p:txBody>
      </p:sp>
      <p:sp>
        <p:nvSpPr>
          <p:cNvPr id="10472" name="Oval 10471">
            <a:extLst>
              <a:ext uri="{FF2B5EF4-FFF2-40B4-BE49-F238E27FC236}">
                <a16:creationId xmlns:a16="http://schemas.microsoft.com/office/drawing/2014/main" id="{FDD1C5BD-01D8-B144-DC6D-D76FB9827FA3}"/>
              </a:ext>
            </a:extLst>
          </p:cNvPr>
          <p:cNvSpPr/>
          <p:nvPr/>
        </p:nvSpPr>
        <p:spPr>
          <a:xfrm>
            <a:off x="5768000" y="2850000"/>
            <a:ext cx="360000" cy="360000"/>
          </a:xfrm>
          <a:prstGeom prst="ellipse">
            <a:avLst/>
          </a:prstGeom>
          <a:solidFill>
            <a:srgbClr val="00ACC4"/>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000000"/>
                </a:solidFill>
                <a:effectLst/>
              </a:rPr>
              <a:t>✓</a:t>
            </a:r>
          </a:p>
          <a:p>
            <a:pPr algn="ctr">
              <a:buNone/>
            </a:pPr>
            <a:r>
              <a:rPr lang="en-US" sz="100">
                <a:effectLst/>
              </a:rPr>
              <a:t> </a:t>
            </a:r>
            <a:endParaRPr lang="en-US">
              <a:latin typeface="Barlow Condensed Light" panose="00000406000000000000" pitchFamily="2" charset="0"/>
            </a:endParaRPr>
          </a:p>
        </p:txBody>
      </p:sp>
      <p:sp>
        <p:nvSpPr>
          <p:cNvPr id="10480" name="Rectangle 10479">
            <a:extLst>
              <a:ext uri="{FF2B5EF4-FFF2-40B4-BE49-F238E27FC236}">
                <a16:creationId xmlns:a16="http://schemas.microsoft.com/office/drawing/2014/main" id="{F1956028-E583-DD0A-D0BA-4F45F2A78974}"/>
              </a:ext>
            </a:extLst>
          </p:cNvPr>
          <p:cNvSpPr/>
          <p:nvPr/>
        </p:nvSpPr>
        <p:spPr>
          <a:xfrm>
            <a:off x="6238000" y="2830000"/>
            <a:ext cx="4680825" cy="4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3C3D3E"/>
                </a:solidFill>
                <a:effectLst/>
              </a:rPr>
              <a:t>Erwartete Eingaben und Rückgabefelder</a:t>
            </a:r>
          </a:p>
          <a:p>
            <a:pPr algn="l">
              <a:buNone/>
            </a:pPr>
            <a:r>
              <a:rPr lang="en-US" sz="100">
                <a:effectLst/>
              </a:rPr>
              <a:t> </a:t>
            </a:r>
            <a:endParaRPr lang="en-US">
              <a:latin typeface="Barlow Condensed Light" panose="00000406000000000000" pitchFamily="2" charset="0"/>
            </a:endParaRPr>
          </a:p>
        </p:txBody>
      </p:sp>
      <p:sp>
        <p:nvSpPr>
          <p:cNvPr id="10489" name="Oval 10488">
            <a:extLst>
              <a:ext uri="{FF2B5EF4-FFF2-40B4-BE49-F238E27FC236}">
                <a16:creationId xmlns:a16="http://schemas.microsoft.com/office/drawing/2014/main" id="{62D3EF72-879C-4530-8948-D5E2F6F0A259}"/>
              </a:ext>
            </a:extLst>
          </p:cNvPr>
          <p:cNvSpPr/>
          <p:nvPr/>
        </p:nvSpPr>
        <p:spPr>
          <a:xfrm>
            <a:off x="5768000" y="3280000"/>
            <a:ext cx="360000" cy="360000"/>
          </a:xfrm>
          <a:prstGeom prst="ellipse">
            <a:avLst/>
          </a:prstGeom>
          <a:solidFill>
            <a:srgbClr val="00ACC4"/>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000000"/>
                </a:solidFill>
                <a:effectLst/>
              </a:rPr>
              <a:t>✓</a:t>
            </a:r>
          </a:p>
          <a:p>
            <a:pPr algn="ctr">
              <a:buNone/>
            </a:pPr>
            <a:r>
              <a:rPr lang="en-US" sz="100">
                <a:effectLst/>
              </a:rPr>
              <a:t> </a:t>
            </a:r>
            <a:endParaRPr lang="en-US">
              <a:latin typeface="Barlow Condensed Light" panose="00000406000000000000" pitchFamily="2" charset="0"/>
            </a:endParaRPr>
          </a:p>
        </p:txBody>
      </p:sp>
      <p:sp>
        <p:nvSpPr>
          <p:cNvPr id="10499" name="Rectangle 10498">
            <a:extLst>
              <a:ext uri="{FF2B5EF4-FFF2-40B4-BE49-F238E27FC236}">
                <a16:creationId xmlns:a16="http://schemas.microsoft.com/office/drawing/2014/main" id="{E48E650A-EBFA-3D30-C732-3A061FD6A634}"/>
              </a:ext>
            </a:extLst>
          </p:cNvPr>
          <p:cNvSpPr/>
          <p:nvPr/>
        </p:nvSpPr>
        <p:spPr>
          <a:xfrm>
            <a:off x="6238000" y="3260000"/>
            <a:ext cx="4680825" cy="4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3C3D3E"/>
                </a:solidFill>
                <a:effectLst/>
              </a:rPr>
              <a:t>Strukturierte Ergebnisse als Daten</a:t>
            </a:r>
          </a:p>
          <a:p>
            <a:pPr algn="l">
              <a:buNone/>
            </a:pPr>
            <a:r>
              <a:rPr lang="en-US" sz="100">
                <a:effectLst/>
              </a:rPr>
              <a:t> </a:t>
            </a:r>
            <a:endParaRPr lang="en-US">
              <a:latin typeface="Barlow Condensed Light" panose="00000406000000000000" pitchFamily="2" charset="0"/>
            </a:endParaRPr>
          </a:p>
        </p:txBody>
      </p:sp>
      <p:sp>
        <p:nvSpPr>
          <p:cNvPr id="10510" name="Rectangle 10509">
            <a:extLst>
              <a:ext uri="{FF2B5EF4-FFF2-40B4-BE49-F238E27FC236}">
                <a16:creationId xmlns:a16="http://schemas.microsoft.com/office/drawing/2014/main" id="{F21671A6-0EFB-44BE-D8ED-993121EB2D32}"/>
              </a:ext>
            </a:extLst>
          </p:cNvPr>
          <p:cNvSpPr/>
          <p:nvPr/>
        </p:nvSpPr>
        <p:spPr>
          <a:xfrm>
            <a:off x="5768000" y="3800000"/>
            <a:ext cx="5150825" cy="4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004068"/>
                </a:solidFill>
                <a:effectLst/>
                <a:latin typeface="Barlow Condensed Medium" panose="00000606000000000000" pitchFamily="2" charset="0"/>
              </a:rPr>
              <a:t>Der Agent sieht nicht</a:t>
            </a:r>
          </a:p>
          <a:p>
            <a:pPr algn="l">
              <a:buNone/>
            </a:pPr>
            <a:r>
              <a:rPr lang="en-US" sz="100">
                <a:effectLst/>
              </a:rPr>
              <a:t> </a:t>
            </a:r>
            <a:endParaRPr lang="en-US">
              <a:latin typeface="Barlow Condensed Light" panose="00000406000000000000" pitchFamily="2" charset="0"/>
            </a:endParaRPr>
          </a:p>
        </p:txBody>
      </p:sp>
      <p:sp>
        <p:nvSpPr>
          <p:cNvPr id="10522" name="Oval 10521">
            <a:extLst>
              <a:ext uri="{FF2B5EF4-FFF2-40B4-BE49-F238E27FC236}">
                <a16:creationId xmlns:a16="http://schemas.microsoft.com/office/drawing/2014/main" id="{D5EA4BD7-8196-CD27-612D-01CACB7C84BB}"/>
              </a:ext>
            </a:extLst>
          </p:cNvPr>
          <p:cNvSpPr/>
          <p:nvPr/>
        </p:nvSpPr>
        <p:spPr>
          <a:xfrm>
            <a:off x="5768000" y="4270000"/>
            <a:ext cx="360000" cy="360000"/>
          </a:xfrm>
          <a:prstGeom prst="ellipse">
            <a:avLst/>
          </a:prstGeom>
          <a:solidFill>
            <a:srgbClr val="004068"/>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FFFFFF"/>
                </a:solidFill>
                <a:effectLst/>
              </a:rPr>
              <a:t>✕</a:t>
            </a:r>
          </a:p>
          <a:p>
            <a:pPr algn="ctr">
              <a:buNone/>
            </a:pPr>
            <a:r>
              <a:rPr lang="en-US" sz="100">
                <a:effectLst/>
              </a:rPr>
              <a:t> </a:t>
            </a:r>
            <a:endParaRPr lang="en-US">
              <a:latin typeface="Barlow Condensed Light" panose="00000406000000000000" pitchFamily="2" charset="0"/>
            </a:endParaRPr>
          </a:p>
        </p:txBody>
      </p:sp>
      <p:sp>
        <p:nvSpPr>
          <p:cNvPr id="10535" name="Rectangle 10534">
            <a:extLst>
              <a:ext uri="{FF2B5EF4-FFF2-40B4-BE49-F238E27FC236}">
                <a16:creationId xmlns:a16="http://schemas.microsoft.com/office/drawing/2014/main" id="{B271E74F-D733-D7F7-6AAD-1A81A51D70DF}"/>
              </a:ext>
            </a:extLst>
          </p:cNvPr>
          <p:cNvSpPr/>
          <p:nvPr/>
        </p:nvSpPr>
        <p:spPr>
          <a:xfrm>
            <a:off x="6238000" y="4250000"/>
            <a:ext cx="4680825" cy="4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3C3D3E"/>
                </a:solidFill>
                <a:effectLst/>
              </a:rPr>
              <a:t>Passwörter, Zertifikate, Verbindungsdaten</a:t>
            </a:r>
          </a:p>
          <a:p>
            <a:pPr algn="l">
              <a:buNone/>
            </a:pPr>
            <a:r>
              <a:rPr lang="en-US" sz="100">
                <a:effectLst/>
              </a:rPr>
              <a:t> </a:t>
            </a:r>
            <a:endParaRPr lang="en-US">
              <a:latin typeface="Barlow Condensed Light" panose="00000406000000000000" pitchFamily="2" charset="0"/>
            </a:endParaRPr>
          </a:p>
        </p:txBody>
      </p:sp>
      <p:sp>
        <p:nvSpPr>
          <p:cNvPr id="10549" name="Oval 10548">
            <a:extLst>
              <a:ext uri="{FF2B5EF4-FFF2-40B4-BE49-F238E27FC236}">
                <a16:creationId xmlns:a16="http://schemas.microsoft.com/office/drawing/2014/main" id="{BFAE1020-F0DF-6176-3076-001B7C2E20FD}"/>
              </a:ext>
            </a:extLst>
          </p:cNvPr>
          <p:cNvSpPr/>
          <p:nvPr/>
        </p:nvSpPr>
        <p:spPr>
          <a:xfrm>
            <a:off x="5768000" y="4700000"/>
            <a:ext cx="360000" cy="360000"/>
          </a:xfrm>
          <a:prstGeom prst="ellipse">
            <a:avLst/>
          </a:prstGeom>
          <a:solidFill>
            <a:srgbClr val="004068"/>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FFFFFF"/>
                </a:solidFill>
                <a:effectLst/>
              </a:rPr>
              <a:t>✕</a:t>
            </a:r>
          </a:p>
          <a:p>
            <a:pPr algn="ctr">
              <a:buNone/>
            </a:pPr>
            <a:r>
              <a:rPr lang="en-US" sz="100">
                <a:effectLst/>
              </a:rPr>
              <a:t> </a:t>
            </a:r>
            <a:endParaRPr lang="en-US">
              <a:latin typeface="Barlow Condensed Light" panose="00000406000000000000" pitchFamily="2" charset="0"/>
            </a:endParaRPr>
          </a:p>
        </p:txBody>
      </p:sp>
      <p:sp>
        <p:nvSpPr>
          <p:cNvPr id="10564" name="Rectangle 10563">
            <a:extLst>
              <a:ext uri="{FF2B5EF4-FFF2-40B4-BE49-F238E27FC236}">
                <a16:creationId xmlns:a16="http://schemas.microsoft.com/office/drawing/2014/main" id="{3D2CDA2E-DDF6-463A-A6F2-7DF5E24E2C18}"/>
              </a:ext>
            </a:extLst>
          </p:cNvPr>
          <p:cNvSpPr/>
          <p:nvPr/>
        </p:nvSpPr>
        <p:spPr>
          <a:xfrm>
            <a:off x="6238000" y="4680000"/>
            <a:ext cx="4680825" cy="4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3C3D3E"/>
                </a:solidFill>
                <a:effectLst/>
              </a:rPr>
              <a:t>Den Domain Controller oder LDAP direkt</a:t>
            </a:r>
          </a:p>
          <a:p>
            <a:pPr algn="l">
              <a:buNone/>
            </a:pPr>
            <a:r>
              <a:rPr lang="en-US" sz="100">
                <a:effectLst/>
              </a:rPr>
              <a:t> </a:t>
            </a:r>
            <a:endParaRPr lang="en-US">
              <a:latin typeface="Barlow Condensed Light" panose="00000406000000000000" pitchFamily="2" charset="0"/>
            </a:endParaRPr>
          </a:p>
        </p:txBody>
      </p:sp>
      <p:sp>
        <p:nvSpPr>
          <p:cNvPr id="10580" name="Oval 10579">
            <a:extLst>
              <a:ext uri="{FF2B5EF4-FFF2-40B4-BE49-F238E27FC236}">
                <a16:creationId xmlns:a16="http://schemas.microsoft.com/office/drawing/2014/main" id="{6B34630E-1201-86CE-A00F-F737DC239E9A}"/>
              </a:ext>
            </a:extLst>
          </p:cNvPr>
          <p:cNvSpPr/>
          <p:nvPr/>
        </p:nvSpPr>
        <p:spPr>
          <a:xfrm>
            <a:off x="5768000" y="5130000"/>
            <a:ext cx="360000" cy="360000"/>
          </a:xfrm>
          <a:prstGeom prst="ellipse">
            <a:avLst/>
          </a:prstGeom>
          <a:solidFill>
            <a:srgbClr val="004068"/>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FFFFFF"/>
                </a:solidFill>
                <a:effectLst/>
              </a:rPr>
              <a:t>✕</a:t>
            </a:r>
          </a:p>
          <a:p>
            <a:pPr algn="ctr">
              <a:buNone/>
            </a:pPr>
            <a:r>
              <a:rPr lang="en-US" sz="100">
                <a:effectLst/>
              </a:rPr>
              <a:t> </a:t>
            </a:r>
            <a:endParaRPr lang="en-US">
              <a:latin typeface="Barlow Condensed Light" panose="00000406000000000000" pitchFamily="2" charset="0"/>
            </a:endParaRPr>
          </a:p>
        </p:txBody>
      </p:sp>
      <p:sp>
        <p:nvSpPr>
          <p:cNvPr id="10597" name="Rectangle 10596">
            <a:extLst>
              <a:ext uri="{FF2B5EF4-FFF2-40B4-BE49-F238E27FC236}">
                <a16:creationId xmlns:a16="http://schemas.microsoft.com/office/drawing/2014/main" id="{EE00A091-B275-E7E0-E45F-F521FE9A174B}"/>
              </a:ext>
            </a:extLst>
          </p:cNvPr>
          <p:cNvSpPr/>
          <p:nvPr/>
        </p:nvSpPr>
        <p:spPr>
          <a:xfrm>
            <a:off x="6238000" y="5110000"/>
            <a:ext cx="4680825" cy="4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3C3D3E"/>
                </a:solidFill>
                <a:effectLst/>
              </a:rPr>
              <a:t>Nicht angebotene Tools – z. B. delete_user</a:t>
            </a:r>
          </a:p>
          <a:p>
            <a:pPr algn="l">
              <a:buNone/>
            </a:pPr>
            <a:r>
              <a:rPr lang="en-US" sz="100">
                <a:effectLst/>
              </a:rPr>
              <a:t> </a:t>
            </a:r>
            <a:endParaRPr lang="en-US">
              <a:latin typeface="Barlow Condensed Light" panose="00000406000000000000" pitchFamily="2" charset="0"/>
            </a:endParaRPr>
          </a:p>
        </p:txBody>
      </p:sp>
      <p:sp>
        <p:nvSpPr>
          <p:cNvPr id="10615" name="Rectangle 10614">
            <a:extLst>
              <a:ext uri="{FF2B5EF4-FFF2-40B4-BE49-F238E27FC236}">
                <a16:creationId xmlns:a16="http://schemas.microsoft.com/office/drawing/2014/main" id="{76866558-4EE9-7D94-7250-D40431E98A68}"/>
              </a:ext>
            </a:extLst>
          </p:cNvPr>
          <p:cNvSpPr/>
          <p:nvPr/>
        </p:nvSpPr>
        <p:spPr>
          <a:xfrm>
            <a:off x="468000" y="5550000"/>
            <a:ext cx="10450825" cy="6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600" b="1" dirty="0">
                <a:solidFill>
                  <a:srgbClr val="004068"/>
                </a:solidFill>
                <a:effectLst/>
                <a:latin typeface="Barlow Condensed Medium" panose="00000606000000000000" pitchFamily="2" charset="0"/>
              </a:rPr>
              <a:t>Was nicht </a:t>
            </a:r>
            <a:r>
              <a:rPr lang="en-US" sz="1600" b="1" dirty="0" err="1">
                <a:solidFill>
                  <a:srgbClr val="004068"/>
                </a:solidFill>
                <a:effectLst/>
                <a:latin typeface="Barlow Condensed Medium" panose="00000606000000000000" pitchFamily="2" charset="0"/>
              </a:rPr>
              <a:t>als</a:t>
            </a:r>
            <a:r>
              <a:rPr lang="en-US" sz="1600" b="1" dirty="0">
                <a:solidFill>
                  <a:srgbClr val="004068"/>
                </a:solidFill>
                <a:effectLst/>
                <a:latin typeface="Barlow Condensed Medium" panose="00000606000000000000" pitchFamily="2" charset="0"/>
              </a:rPr>
              <a:t> Tool </a:t>
            </a:r>
            <a:r>
              <a:rPr lang="en-US" sz="1600" b="1" dirty="0" err="1">
                <a:solidFill>
                  <a:srgbClr val="004068"/>
                </a:solidFill>
                <a:effectLst/>
                <a:latin typeface="Barlow Condensed Medium" panose="00000606000000000000" pitchFamily="2" charset="0"/>
              </a:rPr>
              <a:t>existiert</a:t>
            </a:r>
            <a:r>
              <a:rPr lang="en-US" sz="1600" b="1" dirty="0">
                <a:solidFill>
                  <a:srgbClr val="004068"/>
                </a:solidFill>
                <a:effectLst/>
                <a:latin typeface="Barlow Condensed Medium" panose="00000606000000000000" pitchFamily="2" charset="0"/>
              </a:rPr>
              <a:t>, </a:t>
            </a:r>
            <a:r>
              <a:rPr lang="en-US" sz="1600" b="1" dirty="0" err="1">
                <a:solidFill>
                  <a:srgbClr val="004068"/>
                </a:solidFill>
                <a:effectLst/>
                <a:latin typeface="Barlow Condensed Medium" panose="00000606000000000000" pitchFamily="2" charset="0"/>
              </a:rPr>
              <a:t>kann</a:t>
            </a:r>
            <a:r>
              <a:rPr lang="en-US" sz="1600" b="1" dirty="0">
                <a:solidFill>
                  <a:srgbClr val="004068"/>
                </a:solidFill>
                <a:effectLst/>
                <a:latin typeface="Barlow Condensed Medium" panose="00000606000000000000" pitchFamily="2" charset="0"/>
              </a:rPr>
              <a:t> der Agent nicht tun – egal, was </a:t>
            </a:r>
            <a:r>
              <a:rPr lang="en-US" sz="1600" b="1" dirty="0" err="1">
                <a:solidFill>
                  <a:srgbClr val="004068"/>
                </a:solidFill>
                <a:effectLst/>
                <a:latin typeface="Barlow Condensed Medium" panose="00000606000000000000" pitchFamily="2" charset="0"/>
              </a:rPr>
              <a:t>im</a:t>
            </a:r>
            <a:r>
              <a:rPr lang="en-US" sz="1600" b="1" dirty="0">
                <a:solidFill>
                  <a:srgbClr val="004068"/>
                </a:solidFill>
                <a:effectLst/>
                <a:latin typeface="Barlow Condensed Medium" panose="00000606000000000000" pitchFamily="2" charset="0"/>
              </a:rPr>
              <a:t> Prompt </a:t>
            </a:r>
            <a:r>
              <a:rPr lang="en-US" sz="1600" b="1" dirty="0" err="1">
                <a:solidFill>
                  <a:srgbClr val="004068"/>
                </a:solidFill>
                <a:effectLst/>
                <a:latin typeface="Barlow Condensed Medium" panose="00000606000000000000" pitchFamily="2" charset="0"/>
              </a:rPr>
              <a:t>steht</a:t>
            </a:r>
            <a:r>
              <a:rPr lang="en-US" sz="1600" b="1" dirty="0">
                <a:solidFill>
                  <a:srgbClr val="004068"/>
                </a:solidFill>
                <a:effectLst/>
                <a:latin typeface="Barlow Condensed Medium" panose="00000606000000000000" pitchFamily="2" charset="0"/>
              </a:rPr>
              <a:t>.</a:t>
            </a:r>
            <a:r>
              <a:rPr lang="en-US" sz="100" dirty="0">
                <a:effectLst/>
              </a:rPr>
              <a:t> </a:t>
            </a:r>
            <a:endParaRPr lang="en-US" dirty="0">
              <a:latin typeface="Barlow Condensed Light" panose="00000406000000000000" pitchFamily="2" charset="0"/>
            </a:endParaRPr>
          </a:p>
        </p:txBody>
      </p:sp>
    </p:spTree>
    <p:extLst>
      <p:ext uri="{BB962C8B-B14F-4D97-AF65-F5344CB8AC3E}">
        <p14:creationId xmlns:p14="http://schemas.microsoft.com/office/powerpoint/2010/main" val="41533451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Untertitel 6">
            <a:extLst>
              <a:ext uri="{FF2B5EF4-FFF2-40B4-BE49-F238E27FC236}">
                <a16:creationId xmlns:a16="http://schemas.microsoft.com/office/drawing/2014/main" id="{C255CA80-702A-2F18-1DAA-D490892E5A65}"/>
              </a:ext>
            </a:extLst>
          </p:cNvPr>
          <p:cNvSpPr>
            <a:spLocks noGrp="1"/>
          </p:cNvSpPr>
          <p:nvPr>
            <p:ph type="subTitle" idx="1"/>
          </p:nvPr>
        </p:nvSpPr>
        <p:spPr/>
        <p:txBody>
          <a:bodyPr/>
          <a:lstStyle/>
          <a:p>
            <a:r>
              <a:rPr lang="de-DE"/>
              <a:t>Microsoft Foundry, Azure API Management, Container Apps, LDAPS – was wofür</a:t>
            </a:r>
          </a:p>
        </p:txBody>
      </p:sp>
      <p:sp>
        <p:nvSpPr>
          <p:cNvPr id="2" name="Slide Number Placeholder 1">
            <a:extLst>
              <a:ext uri="{FF2B5EF4-FFF2-40B4-BE49-F238E27FC236}">
                <a16:creationId xmlns:a16="http://schemas.microsoft.com/office/drawing/2014/main" id="{822DBF39-C400-6D47-46AA-452876941AD0}"/>
              </a:ext>
            </a:extLst>
          </p:cNvPr>
          <p:cNvSpPr>
            <a:spLocks noGrp="1"/>
          </p:cNvSpPr>
          <p:nvPr>
            <p:ph type="sldNum" sz="quarter" idx="11"/>
          </p:nvPr>
        </p:nvSpPr>
        <p:spPr>
          <a:xfrm>
            <a:off x="11277376" y="417380"/>
            <a:ext cx="914622" cy="365125"/>
          </a:xfrm>
        </p:spPr>
        <p:txBody>
          <a:bodyPr/>
          <a:lstStyle/>
          <a:p>
            <a:fld id="{9678312F-8BDE-4502-9E53-473B40D118CD}" type="slidenum">
              <a:rPr lang="de-DE" smtClean="0"/>
              <a:pPr/>
              <a:t>10</a:t>
            </a:fld>
            <a:endParaRPr lang="de-DE"/>
          </a:p>
        </p:txBody>
      </p:sp>
      <p:sp>
        <p:nvSpPr>
          <p:cNvPr id="6" name="Titel 5">
            <a:extLst>
              <a:ext uri="{FF2B5EF4-FFF2-40B4-BE49-F238E27FC236}">
                <a16:creationId xmlns:a16="http://schemas.microsoft.com/office/drawing/2014/main" id="{C7CE2544-7F8C-4E83-64ED-8CD236C4365B}"/>
              </a:ext>
            </a:extLst>
          </p:cNvPr>
          <p:cNvSpPr>
            <a:spLocks noGrp="1"/>
          </p:cNvSpPr>
          <p:nvPr>
            <p:ph type="title"/>
          </p:nvPr>
        </p:nvSpPr>
        <p:spPr/>
        <p:txBody>
          <a:bodyPr/>
          <a:lstStyle/>
          <a:p>
            <a:r>
              <a:rPr lang="de-DE"/>
              <a:t>Die Plattform-Bausteine</a:t>
            </a:r>
          </a:p>
        </p:txBody>
      </p:sp>
      <p:sp>
        <p:nvSpPr>
          <p:cNvPr id="10616" name="Rectangle 10615">
            <a:extLst>
              <a:ext uri="{FF2B5EF4-FFF2-40B4-BE49-F238E27FC236}">
                <a16:creationId xmlns:a16="http://schemas.microsoft.com/office/drawing/2014/main" id="{C77ECF2B-5FE8-5097-A216-29F58CC74556}"/>
              </a:ext>
            </a:extLst>
          </p:cNvPr>
          <p:cNvSpPr/>
          <p:nvPr/>
        </p:nvSpPr>
        <p:spPr>
          <a:xfrm>
            <a:off x="468000" y="1900000"/>
            <a:ext cx="2500206" cy="760000"/>
          </a:xfrm>
          <a:prstGeom prst="rect">
            <a:avLst/>
          </a:prstGeom>
          <a:solidFill>
            <a:srgbClr val="004068"/>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FFFFFF"/>
                </a:solidFill>
                <a:effectLst/>
                <a:latin typeface="Barlow Condensed Medium" panose="00000606000000000000" pitchFamily="2" charset="0"/>
              </a:rPr>
              <a:t>Microsoft Foundry</a:t>
            </a:r>
          </a:p>
          <a:p>
            <a:pPr algn="ctr">
              <a:buNone/>
            </a:pPr>
            <a:r>
              <a:rPr lang="en-US" sz="1200">
                <a:solidFill>
                  <a:srgbClr val="FFFFFF"/>
                </a:solidFill>
                <a:effectLst/>
                <a:latin typeface="Barlow Condensed Medium" panose="00000606000000000000" pitchFamily="2" charset="0"/>
              </a:rPr>
              <a:t>Agent-Plattform</a:t>
            </a:r>
            <a:endParaRPr lang="en-US">
              <a:latin typeface="Barlow Condensed Light" panose="00000406000000000000" pitchFamily="2" charset="0"/>
            </a:endParaRPr>
          </a:p>
        </p:txBody>
      </p:sp>
      <p:sp>
        <p:nvSpPr>
          <p:cNvPr id="10618" name="Rectangle 10617">
            <a:extLst>
              <a:ext uri="{FF2B5EF4-FFF2-40B4-BE49-F238E27FC236}">
                <a16:creationId xmlns:a16="http://schemas.microsoft.com/office/drawing/2014/main" id="{DDF54FDC-90A4-6CBB-58DC-88CB1F1F3CBE}"/>
              </a:ext>
            </a:extLst>
          </p:cNvPr>
          <p:cNvSpPr/>
          <p:nvPr/>
        </p:nvSpPr>
        <p:spPr>
          <a:xfrm>
            <a:off x="468000" y="2660000"/>
            <a:ext cx="2500206" cy="2540000"/>
          </a:xfrm>
          <a:prstGeom prst="rect">
            <a:avLst/>
          </a:prstGeom>
          <a:solidFill>
            <a:srgbClr val="F2F4F6"/>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a:solidFill>
                  <a:srgbClr val="3C3D3E"/>
                </a:solidFill>
                <a:effectLst/>
              </a:rPr>
              <a:t> </a:t>
            </a:r>
            <a:endParaRPr lang="en-US">
              <a:latin typeface="Barlow Condensed Light" panose="00000406000000000000" pitchFamily="2" charset="0"/>
            </a:endParaRPr>
          </a:p>
        </p:txBody>
      </p:sp>
      <p:sp>
        <p:nvSpPr>
          <p:cNvPr id="10621" name="Oval 10620">
            <a:extLst>
              <a:ext uri="{FF2B5EF4-FFF2-40B4-BE49-F238E27FC236}">
                <a16:creationId xmlns:a16="http://schemas.microsoft.com/office/drawing/2014/main" id="{B83AFC6C-A76E-7B18-D099-2B142D5369F8}"/>
              </a:ext>
            </a:extLst>
          </p:cNvPr>
          <p:cNvSpPr/>
          <p:nvPr/>
        </p:nvSpPr>
        <p:spPr>
          <a:xfrm>
            <a:off x="618000" y="2920000"/>
            <a:ext cx="160000" cy="160000"/>
          </a:xfrm>
          <a:prstGeom prst="ellipse">
            <a:avLst/>
          </a:prstGeom>
          <a:solidFill>
            <a:srgbClr val="004068"/>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10625" name="Rectangle 10624">
            <a:extLst>
              <a:ext uri="{FF2B5EF4-FFF2-40B4-BE49-F238E27FC236}">
                <a16:creationId xmlns:a16="http://schemas.microsoft.com/office/drawing/2014/main" id="{499ECD91-E533-7CD3-9D71-A7C615BFB0A2}"/>
              </a:ext>
            </a:extLst>
          </p:cNvPr>
          <p:cNvSpPr/>
          <p:nvPr/>
        </p:nvSpPr>
        <p:spPr>
          <a:xfrm>
            <a:off x="868000" y="2810000"/>
            <a:ext cx="1980206" cy="7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300">
                <a:solidFill>
                  <a:srgbClr val="3C3D3E"/>
                </a:solidFill>
                <a:effectLst/>
              </a:rPr>
              <a:t>Hostet den Agenten mit Modell und Instruktionen</a:t>
            </a:r>
          </a:p>
          <a:p>
            <a:pPr algn="l">
              <a:buNone/>
            </a:pPr>
            <a:r>
              <a:rPr lang="en-US" sz="100">
                <a:effectLst/>
              </a:rPr>
              <a:t> </a:t>
            </a:r>
            <a:endParaRPr lang="en-US">
              <a:latin typeface="Barlow Condensed Light" panose="00000406000000000000" pitchFamily="2" charset="0"/>
            </a:endParaRPr>
          </a:p>
        </p:txBody>
      </p:sp>
      <p:sp>
        <p:nvSpPr>
          <p:cNvPr id="10630" name="Oval 10629">
            <a:extLst>
              <a:ext uri="{FF2B5EF4-FFF2-40B4-BE49-F238E27FC236}">
                <a16:creationId xmlns:a16="http://schemas.microsoft.com/office/drawing/2014/main" id="{5F89900F-B5B1-6A82-C339-209D6FA1AAD3}"/>
              </a:ext>
            </a:extLst>
          </p:cNvPr>
          <p:cNvSpPr/>
          <p:nvPr/>
        </p:nvSpPr>
        <p:spPr>
          <a:xfrm>
            <a:off x="618000" y="3700000"/>
            <a:ext cx="160000" cy="160000"/>
          </a:xfrm>
          <a:prstGeom prst="ellipse">
            <a:avLst/>
          </a:prstGeom>
          <a:solidFill>
            <a:srgbClr val="004068"/>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10636" name="Rectangle 10635">
            <a:extLst>
              <a:ext uri="{FF2B5EF4-FFF2-40B4-BE49-F238E27FC236}">
                <a16:creationId xmlns:a16="http://schemas.microsoft.com/office/drawing/2014/main" id="{7C08BFC4-9371-6840-9ED8-598ADFA3A98A}"/>
              </a:ext>
            </a:extLst>
          </p:cNvPr>
          <p:cNvSpPr/>
          <p:nvPr/>
        </p:nvSpPr>
        <p:spPr>
          <a:xfrm>
            <a:off x="868000" y="3501288"/>
            <a:ext cx="1980206" cy="7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300" dirty="0" err="1">
                <a:solidFill>
                  <a:srgbClr val="3C3D3E"/>
                </a:solidFill>
                <a:effectLst/>
              </a:rPr>
              <a:t>Bindet</a:t>
            </a:r>
            <a:r>
              <a:rPr lang="en-US" sz="1300" dirty="0">
                <a:solidFill>
                  <a:srgbClr val="3C3D3E"/>
                </a:solidFill>
                <a:effectLst/>
              </a:rPr>
              <a:t> MCP-Server </a:t>
            </a:r>
            <a:r>
              <a:rPr lang="en-US" sz="1300" dirty="0" err="1">
                <a:solidFill>
                  <a:srgbClr val="3C3D3E"/>
                </a:solidFill>
                <a:effectLst/>
              </a:rPr>
              <a:t>als</a:t>
            </a:r>
            <a:r>
              <a:rPr lang="en-US" sz="1300" dirty="0">
                <a:solidFill>
                  <a:srgbClr val="3C3D3E"/>
                </a:solidFill>
                <a:effectLst/>
              </a:rPr>
              <a:t> Tools </a:t>
            </a:r>
            <a:r>
              <a:rPr lang="en-US" sz="1300" dirty="0" err="1">
                <a:solidFill>
                  <a:srgbClr val="3C3D3E"/>
                </a:solidFill>
                <a:effectLst/>
              </a:rPr>
              <a:t>ein</a:t>
            </a:r>
            <a:endParaRPr lang="en-US" sz="1300" dirty="0">
              <a:solidFill>
                <a:srgbClr val="3C3D3E"/>
              </a:solidFill>
              <a:effectLst/>
            </a:endParaRPr>
          </a:p>
          <a:p>
            <a:pPr algn="l">
              <a:buNone/>
            </a:pPr>
            <a:r>
              <a:rPr lang="en-US" sz="100" dirty="0">
                <a:effectLst/>
              </a:rPr>
              <a:t> </a:t>
            </a:r>
            <a:endParaRPr lang="en-US" dirty="0">
              <a:latin typeface="Barlow Condensed Light" panose="00000406000000000000" pitchFamily="2" charset="0"/>
            </a:endParaRPr>
          </a:p>
        </p:txBody>
      </p:sp>
      <p:sp>
        <p:nvSpPr>
          <p:cNvPr id="10643" name="Oval 10642">
            <a:extLst>
              <a:ext uri="{FF2B5EF4-FFF2-40B4-BE49-F238E27FC236}">
                <a16:creationId xmlns:a16="http://schemas.microsoft.com/office/drawing/2014/main" id="{03D91333-6CD3-EF86-70E7-353537833EDF}"/>
              </a:ext>
            </a:extLst>
          </p:cNvPr>
          <p:cNvSpPr/>
          <p:nvPr/>
        </p:nvSpPr>
        <p:spPr>
          <a:xfrm>
            <a:off x="618000" y="4480000"/>
            <a:ext cx="160000" cy="160000"/>
          </a:xfrm>
          <a:prstGeom prst="ellipse">
            <a:avLst/>
          </a:prstGeom>
          <a:solidFill>
            <a:srgbClr val="004068"/>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10651" name="Rectangle 10650">
            <a:extLst>
              <a:ext uri="{FF2B5EF4-FFF2-40B4-BE49-F238E27FC236}">
                <a16:creationId xmlns:a16="http://schemas.microsoft.com/office/drawing/2014/main" id="{68A06DD9-C953-9378-0288-5EA138C97E82}"/>
              </a:ext>
            </a:extLst>
          </p:cNvPr>
          <p:cNvSpPr/>
          <p:nvPr/>
        </p:nvSpPr>
        <p:spPr>
          <a:xfrm>
            <a:off x="868000" y="4370000"/>
            <a:ext cx="1980206" cy="7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300">
                <a:solidFill>
                  <a:srgbClr val="3C3D3E"/>
                </a:solidFill>
                <a:effectLst/>
              </a:rPr>
              <a:t>Steuert Human Approval für sensible Tools</a:t>
            </a:r>
          </a:p>
          <a:p>
            <a:pPr algn="l">
              <a:buNone/>
            </a:pPr>
            <a:r>
              <a:rPr lang="en-US" sz="100">
                <a:effectLst/>
              </a:rPr>
              <a:t> </a:t>
            </a:r>
            <a:endParaRPr lang="en-US">
              <a:latin typeface="Barlow Condensed Light" panose="00000406000000000000" pitchFamily="2" charset="0"/>
            </a:endParaRPr>
          </a:p>
        </p:txBody>
      </p:sp>
      <p:sp>
        <p:nvSpPr>
          <p:cNvPr id="10660" name="Rectangle 10659">
            <a:extLst>
              <a:ext uri="{FF2B5EF4-FFF2-40B4-BE49-F238E27FC236}">
                <a16:creationId xmlns:a16="http://schemas.microsoft.com/office/drawing/2014/main" id="{B037E109-B480-5B7F-58DB-DCE5D582B0F9}"/>
              </a:ext>
            </a:extLst>
          </p:cNvPr>
          <p:cNvSpPr/>
          <p:nvPr/>
        </p:nvSpPr>
        <p:spPr>
          <a:xfrm>
            <a:off x="3118206" y="1900000"/>
            <a:ext cx="2500206" cy="760000"/>
          </a:xfrm>
          <a:prstGeom prst="rect">
            <a:avLst/>
          </a:prstGeom>
          <a:solidFill>
            <a:srgbClr val="5D7B9A"/>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FFFFFF"/>
                </a:solidFill>
                <a:effectLst/>
                <a:latin typeface="Barlow Condensed Medium" panose="00000606000000000000" pitchFamily="2" charset="0"/>
              </a:rPr>
              <a:t>Azure API Management</a:t>
            </a:r>
          </a:p>
          <a:p>
            <a:pPr algn="ctr">
              <a:buNone/>
            </a:pPr>
            <a:r>
              <a:rPr lang="en-US" sz="1200">
                <a:solidFill>
                  <a:srgbClr val="FFFFFF"/>
                </a:solidFill>
                <a:effectLst/>
                <a:latin typeface="Barlow Condensed Medium" panose="00000606000000000000" pitchFamily="2" charset="0"/>
              </a:rPr>
              <a:t>Kontrollierter Zugang</a:t>
            </a:r>
            <a:endParaRPr lang="en-US">
              <a:latin typeface="Barlow Condensed Light" panose="00000406000000000000" pitchFamily="2" charset="0"/>
            </a:endParaRPr>
          </a:p>
        </p:txBody>
      </p:sp>
      <p:sp>
        <p:nvSpPr>
          <p:cNvPr id="10670" name="Rectangle 10669">
            <a:extLst>
              <a:ext uri="{FF2B5EF4-FFF2-40B4-BE49-F238E27FC236}">
                <a16:creationId xmlns:a16="http://schemas.microsoft.com/office/drawing/2014/main" id="{66314EF8-0423-915F-6A8B-1072838A512D}"/>
              </a:ext>
            </a:extLst>
          </p:cNvPr>
          <p:cNvSpPr/>
          <p:nvPr/>
        </p:nvSpPr>
        <p:spPr>
          <a:xfrm>
            <a:off x="3118206" y="2660000"/>
            <a:ext cx="2500206" cy="2540000"/>
          </a:xfrm>
          <a:prstGeom prst="rect">
            <a:avLst/>
          </a:prstGeom>
          <a:solidFill>
            <a:srgbClr val="F2F4F6"/>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a:solidFill>
                  <a:srgbClr val="3C3D3E"/>
                </a:solidFill>
                <a:effectLst/>
              </a:rPr>
              <a:t> </a:t>
            </a:r>
            <a:endParaRPr lang="en-US">
              <a:latin typeface="Barlow Condensed Light" panose="00000406000000000000" pitchFamily="2" charset="0"/>
            </a:endParaRPr>
          </a:p>
        </p:txBody>
      </p:sp>
      <p:sp>
        <p:nvSpPr>
          <p:cNvPr id="10681" name="Oval 10680">
            <a:extLst>
              <a:ext uri="{FF2B5EF4-FFF2-40B4-BE49-F238E27FC236}">
                <a16:creationId xmlns:a16="http://schemas.microsoft.com/office/drawing/2014/main" id="{EF43E4C1-CF27-96FF-8D61-022F75AFF267}"/>
              </a:ext>
            </a:extLst>
          </p:cNvPr>
          <p:cNvSpPr/>
          <p:nvPr/>
        </p:nvSpPr>
        <p:spPr>
          <a:xfrm>
            <a:off x="3268206" y="2920000"/>
            <a:ext cx="160000" cy="160000"/>
          </a:xfrm>
          <a:prstGeom prst="ellipse">
            <a:avLst/>
          </a:prstGeom>
          <a:solidFill>
            <a:srgbClr val="5D7B9A"/>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10693" name="Rectangle 10692">
            <a:extLst>
              <a:ext uri="{FF2B5EF4-FFF2-40B4-BE49-F238E27FC236}">
                <a16:creationId xmlns:a16="http://schemas.microsoft.com/office/drawing/2014/main" id="{525AB7B0-B760-A8CE-ADDE-2361E60DC6DE}"/>
              </a:ext>
            </a:extLst>
          </p:cNvPr>
          <p:cNvSpPr/>
          <p:nvPr/>
        </p:nvSpPr>
        <p:spPr>
          <a:xfrm>
            <a:off x="3518206" y="2734936"/>
            <a:ext cx="1980206" cy="7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300" dirty="0">
                <a:solidFill>
                  <a:srgbClr val="3C3D3E"/>
                </a:solidFill>
                <a:effectLst/>
              </a:rPr>
              <a:t>Ein </a:t>
            </a:r>
            <a:r>
              <a:rPr lang="en-US" sz="1300" dirty="0" err="1">
                <a:solidFill>
                  <a:srgbClr val="3C3D3E"/>
                </a:solidFill>
                <a:effectLst/>
              </a:rPr>
              <a:t>Zugangspunkt</a:t>
            </a:r>
            <a:r>
              <a:rPr lang="en-US" sz="1300" dirty="0">
                <a:solidFill>
                  <a:srgbClr val="3C3D3E"/>
                </a:solidFill>
                <a:effectLst/>
              </a:rPr>
              <a:t> für alle MCP-</a:t>
            </a:r>
            <a:r>
              <a:rPr lang="en-US" sz="1300" dirty="0" err="1">
                <a:solidFill>
                  <a:srgbClr val="3C3D3E"/>
                </a:solidFill>
                <a:effectLst/>
              </a:rPr>
              <a:t>Aufrufe</a:t>
            </a:r>
            <a:endParaRPr lang="en-US" sz="1300" dirty="0">
              <a:solidFill>
                <a:srgbClr val="3C3D3E"/>
              </a:solidFill>
              <a:effectLst/>
            </a:endParaRPr>
          </a:p>
          <a:p>
            <a:pPr algn="l">
              <a:buNone/>
            </a:pPr>
            <a:r>
              <a:rPr lang="en-US" sz="100" dirty="0">
                <a:effectLst/>
              </a:rPr>
              <a:t> </a:t>
            </a:r>
            <a:endParaRPr lang="en-US" dirty="0">
              <a:latin typeface="Barlow Condensed Light" panose="00000406000000000000" pitchFamily="2" charset="0"/>
            </a:endParaRPr>
          </a:p>
        </p:txBody>
      </p:sp>
      <p:sp>
        <p:nvSpPr>
          <p:cNvPr id="10706" name="Oval 10705">
            <a:extLst>
              <a:ext uri="{FF2B5EF4-FFF2-40B4-BE49-F238E27FC236}">
                <a16:creationId xmlns:a16="http://schemas.microsoft.com/office/drawing/2014/main" id="{34610724-D11D-4F15-C7FB-C648767E8DBC}"/>
              </a:ext>
            </a:extLst>
          </p:cNvPr>
          <p:cNvSpPr/>
          <p:nvPr/>
        </p:nvSpPr>
        <p:spPr>
          <a:xfrm>
            <a:off x="3268206" y="3700000"/>
            <a:ext cx="160000" cy="160000"/>
          </a:xfrm>
          <a:prstGeom prst="ellipse">
            <a:avLst/>
          </a:prstGeom>
          <a:solidFill>
            <a:srgbClr val="5D7B9A"/>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10720" name="Rectangle 10719">
            <a:extLst>
              <a:ext uri="{FF2B5EF4-FFF2-40B4-BE49-F238E27FC236}">
                <a16:creationId xmlns:a16="http://schemas.microsoft.com/office/drawing/2014/main" id="{BF974655-E880-48AC-79D2-4EFA094B7EB8}"/>
              </a:ext>
            </a:extLst>
          </p:cNvPr>
          <p:cNvSpPr/>
          <p:nvPr/>
        </p:nvSpPr>
        <p:spPr>
          <a:xfrm>
            <a:off x="3518206" y="3508112"/>
            <a:ext cx="1980206" cy="7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300" dirty="0" err="1">
                <a:solidFill>
                  <a:srgbClr val="3C3D3E"/>
                </a:solidFill>
                <a:effectLst/>
              </a:rPr>
              <a:t>Authentifizierung</a:t>
            </a:r>
            <a:r>
              <a:rPr lang="en-US" sz="1300" dirty="0">
                <a:solidFill>
                  <a:srgbClr val="3C3D3E"/>
                </a:solidFill>
                <a:effectLst/>
              </a:rPr>
              <a:t>, Policies, Rate Limits</a:t>
            </a:r>
          </a:p>
          <a:p>
            <a:pPr algn="l">
              <a:buNone/>
            </a:pPr>
            <a:r>
              <a:rPr lang="en-US" sz="100" dirty="0">
                <a:effectLst/>
              </a:rPr>
              <a:t> </a:t>
            </a:r>
            <a:endParaRPr lang="en-US" dirty="0">
              <a:latin typeface="Barlow Condensed Light" panose="00000406000000000000" pitchFamily="2" charset="0"/>
            </a:endParaRPr>
          </a:p>
        </p:txBody>
      </p:sp>
      <p:sp>
        <p:nvSpPr>
          <p:cNvPr id="10735" name="Oval 10734">
            <a:extLst>
              <a:ext uri="{FF2B5EF4-FFF2-40B4-BE49-F238E27FC236}">
                <a16:creationId xmlns:a16="http://schemas.microsoft.com/office/drawing/2014/main" id="{6D658E1C-05D5-00AB-7BE4-4B27F673E798}"/>
              </a:ext>
            </a:extLst>
          </p:cNvPr>
          <p:cNvSpPr/>
          <p:nvPr/>
        </p:nvSpPr>
        <p:spPr>
          <a:xfrm>
            <a:off x="3268206" y="4480000"/>
            <a:ext cx="160000" cy="160000"/>
          </a:xfrm>
          <a:prstGeom prst="ellipse">
            <a:avLst/>
          </a:prstGeom>
          <a:solidFill>
            <a:srgbClr val="5D7B9A"/>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10751" name="Rectangle 10750">
            <a:extLst>
              <a:ext uri="{FF2B5EF4-FFF2-40B4-BE49-F238E27FC236}">
                <a16:creationId xmlns:a16="http://schemas.microsoft.com/office/drawing/2014/main" id="{14EFF73E-3F5D-309A-D750-D8F216766995}"/>
              </a:ext>
            </a:extLst>
          </p:cNvPr>
          <p:cNvSpPr/>
          <p:nvPr/>
        </p:nvSpPr>
        <p:spPr>
          <a:xfrm>
            <a:off x="3518206" y="4308584"/>
            <a:ext cx="1980206" cy="7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300">
                <a:solidFill>
                  <a:srgbClr val="3C3D3E"/>
                </a:solidFill>
                <a:effectLst/>
              </a:rPr>
              <a:t>Vollständiges Logging für Audit</a:t>
            </a:r>
          </a:p>
          <a:p>
            <a:pPr algn="l">
              <a:buNone/>
            </a:pPr>
            <a:r>
              <a:rPr lang="en-US" sz="100">
                <a:effectLst/>
              </a:rPr>
              <a:t> </a:t>
            </a:r>
            <a:endParaRPr lang="en-US">
              <a:latin typeface="Barlow Condensed Light" panose="00000406000000000000" pitchFamily="2" charset="0"/>
            </a:endParaRPr>
          </a:p>
        </p:txBody>
      </p:sp>
      <p:sp>
        <p:nvSpPr>
          <p:cNvPr id="10768" name="Rectangle 10767">
            <a:extLst>
              <a:ext uri="{FF2B5EF4-FFF2-40B4-BE49-F238E27FC236}">
                <a16:creationId xmlns:a16="http://schemas.microsoft.com/office/drawing/2014/main" id="{80A0AB17-51EC-C5CF-F4DC-1168ACE1D427}"/>
              </a:ext>
            </a:extLst>
          </p:cNvPr>
          <p:cNvSpPr/>
          <p:nvPr/>
        </p:nvSpPr>
        <p:spPr>
          <a:xfrm>
            <a:off x="5768412" y="1900000"/>
            <a:ext cx="2500206" cy="760000"/>
          </a:xfrm>
          <a:prstGeom prst="rect">
            <a:avLst/>
          </a:prstGeom>
          <a:solidFill>
            <a:srgbClr val="00ACC4"/>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000000"/>
                </a:solidFill>
                <a:effectLst/>
                <a:latin typeface="Barlow Condensed Medium" panose="00000606000000000000" pitchFamily="2" charset="0"/>
              </a:rPr>
              <a:t>Azure Container Apps</a:t>
            </a:r>
          </a:p>
          <a:p>
            <a:pPr algn="ctr">
              <a:buNone/>
            </a:pPr>
            <a:r>
              <a:rPr lang="en-US" sz="1200">
                <a:solidFill>
                  <a:srgbClr val="000000"/>
                </a:solidFill>
                <a:effectLst/>
                <a:latin typeface="Barlow Condensed Medium" panose="00000606000000000000" pitchFamily="2" charset="0"/>
              </a:rPr>
              <a:t>Laufzeit der MCP-Server</a:t>
            </a:r>
            <a:endParaRPr lang="en-US">
              <a:latin typeface="Barlow Condensed Light" panose="00000406000000000000" pitchFamily="2" charset="0"/>
            </a:endParaRPr>
          </a:p>
        </p:txBody>
      </p:sp>
      <p:sp>
        <p:nvSpPr>
          <p:cNvPr id="10786" name="Rectangle 10785">
            <a:extLst>
              <a:ext uri="{FF2B5EF4-FFF2-40B4-BE49-F238E27FC236}">
                <a16:creationId xmlns:a16="http://schemas.microsoft.com/office/drawing/2014/main" id="{9B593067-7A96-31F5-74FD-B0D76D57727E}"/>
              </a:ext>
            </a:extLst>
          </p:cNvPr>
          <p:cNvSpPr/>
          <p:nvPr/>
        </p:nvSpPr>
        <p:spPr>
          <a:xfrm>
            <a:off x="5768412" y="2660000"/>
            <a:ext cx="2500206" cy="2540000"/>
          </a:xfrm>
          <a:prstGeom prst="rect">
            <a:avLst/>
          </a:prstGeom>
          <a:solidFill>
            <a:srgbClr val="F2F4F6"/>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a:solidFill>
                  <a:srgbClr val="3C3D3E"/>
                </a:solidFill>
                <a:effectLst/>
              </a:rPr>
              <a:t> </a:t>
            </a:r>
            <a:endParaRPr lang="en-US">
              <a:latin typeface="Barlow Condensed Light" panose="00000406000000000000" pitchFamily="2" charset="0"/>
            </a:endParaRPr>
          </a:p>
        </p:txBody>
      </p:sp>
      <p:sp>
        <p:nvSpPr>
          <p:cNvPr id="10805" name="Oval 10804">
            <a:extLst>
              <a:ext uri="{FF2B5EF4-FFF2-40B4-BE49-F238E27FC236}">
                <a16:creationId xmlns:a16="http://schemas.microsoft.com/office/drawing/2014/main" id="{A2D93008-1F07-E403-66A8-A3B585D2EECC}"/>
              </a:ext>
            </a:extLst>
          </p:cNvPr>
          <p:cNvSpPr/>
          <p:nvPr/>
        </p:nvSpPr>
        <p:spPr>
          <a:xfrm>
            <a:off x="5918412" y="2920000"/>
            <a:ext cx="160000" cy="160000"/>
          </a:xfrm>
          <a:prstGeom prst="ellipse">
            <a:avLst/>
          </a:prstGeom>
          <a:solidFill>
            <a:srgbClr val="00ACC4"/>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10825" name="Rectangle 10824">
            <a:extLst>
              <a:ext uri="{FF2B5EF4-FFF2-40B4-BE49-F238E27FC236}">
                <a16:creationId xmlns:a16="http://schemas.microsoft.com/office/drawing/2014/main" id="{ED19C637-A6EA-05FA-42B2-53F903C997F0}"/>
              </a:ext>
            </a:extLst>
          </p:cNvPr>
          <p:cNvSpPr/>
          <p:nvPr/>
        </p:nvSpPr>
        <p:spPr>
          <a:xfrm>
            <a:off x="6168412" y="2810000"/>
            <a:ext cx="1980206" cy="7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300">
                <a:solidFill>
                  <a:srgbClr val="3C3D3E"/>
                </a:solidFill>
                <a:effectLst/>
              </a:rPr>
              <a:t>Zwei getrennte Container: Read-only und Remediation</a:t>
            </a:r>
          </a:p>
          <a:p>
            <a:pPr algn="l">
              <a:buNone/>
            </a:pPr>
            <a:r>
              <a:rPr lang="en-US" sz="100">
                <a:effectLst/>
              </a:rPr>
              <a:t> </a:t>
            </a:r>
            <a:endParaRPr lang="en-US">
              <a:latin typeface="Barlow Condensed Light" panose="00000406000000000000" pitchFamily="2" charset="0"/>
            </a:endParaRPr>
          </a:p>
        </p:txBody>
      </p:sp>
      <p:sp>
        <p:nvSpPr>
          <p:cNvPr id="10846" name="Oval 10845">
            <a:extLst>
              <a:ext uri="{FF2B5EF4-FFF2-40B4-BE49-F238E27FC236}">
                <a16:creationId xmlns:a16="http://schemas.microsoft.com/office/drawing/2014/main" id="{90D10A5E-57D8-B3DF-F339-3C0E87A3BA93}"/>
              </a:ext>
            </a:extLst>
          </p:cNvPr>
          <p:cNvSpPr/>
          <p:nvPr/>
        </p:nvSpPr>
        <p:spPr>
          <a:xfrm>
            <a:off x="5918412" y="3700000"/>
            <a:ext cx="160000" cy="160000"/>
          </a:xfrm>
          <a:prstGeom prst="ellipse">
            <a:avLst/>
          </a:prstGeom>
          <a:solidFill>
            <a:srgbClr val="00ACC4"/>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10868" name="Rectangle 10867">
            <a:extLst>
              <a:ext uri="{FF2B5EF4-FFF2-40B4-BE49-F238E27FC236}">
                <a16:creationId xmlns:a16="http://schemas.microsoft.com/office/drawing/2014/main" id="{431C0BA5-BBBE-A5E2-03B7-7E15BB2B1150}"/>
              </a:ext>
            </a:extLst>
          </p:cNvPr>
          <p:cNvSpPr/>
          <p:nvPr/>
        </p:nvSpPr>
        <p:spPr>
          <a:xfrm>
            <a:off x="6168412" y="3501288"/>
            <a:ext cx="1980206" cy="7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300" dirty="0" err="1">
                <a:solidFill>
                  <a:srgbClr val="3C3D3E"/>
                </a:solidFill>
                <a:effectLst/>
              </a:rPr>
              <a:t>Eigener</a:t>
            </a:r>
            <a:r>
              <a:rPr lang="en-US" sz="1300" dirty="0">
                <a:solidFill>
                  <a:srgbClr val="3C3D3E"/>
                </a:solidFill>
                <a:effectLst/>
              </a:rPr>
              <a:t> Service Account je Container</a:t>
            </a:r>
          </a:p>
          <a:p>
            <a:pPr algn="l">
              <a:buNone/>
            </a:pPr>
            <a:r>
              <a:rPr lang="en-US" sz="100" dirty="0">
                <a:effectLst/>
              </a:rPr>
              <a:t> </a:t>
            </a:r>
            <a:endParaRPr lang="en-US" dirty="0">
              <a:latin typeface="Barlow Condensed Light" panose="00000406000000000000" pitchFamily="2" charset="0"/>
            </a:endParaRPr>
          </a:p>
        </p:txBody>
      </p:sp>
      <p:sp>
        <p:nvSpPr>
          <p:cNvPr id="10891" name="Oval 10890">
            <a:extLst>
              <a:ext uri="{FF2B5EF4-FFF2-40B4-BE49-F238E27FC236}">
                <a16:creationId xmlns:a16="http://schemas.microsoft.com/office/drawing/2014/main" id="{2ECDCD92-75E6-E586-36D2-E7AD23F825B4}"/>
              </a:ext>
            </a:extLst>
          </p:cNvPr>
          <p:cNvSpPr/>
          <p:nvPr/>
        </p:nvSpPr>
        <p:spPr>
          <a:xfrm>
            <a:off x="5918412" y="4480000"/>
            <a:ext cx="160000" cy="160000"/>
          </a:xfrm>
          <a:prstGeom prst="ellipse">
            <a:avLst/>
          </a:prstGeom>
          <a:solidFill>
            <a:srgbClr val="00ACC4"/>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10915" name="Rectangle 10914">
            <a:extLst>
              <a:ext uri="{FF2B5EF4-FFF2-40B4-BE49-F238E27FC236}">
                <a16:creationId xmlns:a16="http://schemas.microsoft.com/office/drawing/2014/main" id="{530C4B49-5E8F-245F-A270-CD08038D72B3}"/>
              </a:ext>
            </a:extLst>
          </p:cNvPr>
          <p:cNvSpPr/>
          <p:nvPr/>
        </p:nvSpPr>
        <p:spPr>
          <a:xfrm>
            <a:off x="6168412" y="4298560"/>
            <a:ext cx="1980206" cy="7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300" dirty="0" err="1">
                <a:solidFill>
                  <a:srgbClr val="3C3D3E"/>
                </a:solidFill>
                <a:effectLst/>
              </a:rPr>
              <a:t>Skalierbar</a:t>
            </a:r>
            <a:r>
              <a:rPr lang="en-US" sz="1300" dirty="0">
                <a:solidFill>
                  <a:srgbClr val="3C3D3E"/>
                </a:solidFill>
                <a:effectLst/>
              </a:rPr>
              <a:t>, </a:t>
            </a:r>
            <a:r>
              <a:rPr lang="en-US" sz="1300" dirty="0" err="1">
                <a:solidFill>
                  <a:srgbClr val="3C3D3E"/>
                </a:solidFill>
                <a:effectLst/>
              </a:rPr>
              <a:t>isoliert</a:t>
            </a:r>
            <a:r>
              <a:rPr lang="en-US" sz="1300" dirty="0">
                <a:solidFill>
                  <a:srgbClr val="3C3D3E"/>
                </a:solidFill>
                <a:effectLst/>
              </a:rPr>
              <a:t>, </a:t>
            </a:r>
            <a:r>
              <a:rPr lang="en-US" sz="1300" dirty="0" err="1">
                <a:solidFill>
                  <a:srgbClr val="3C3D3E"/>
                </a:solidFill>
                <a:effectLst/>
              </a:rPr>
              <a:t>versionierbar</a:t>
            </a:r>
            <a:endParaRPr lang="en-US" sz="1300" dirty="0">
              <a:solidFill>
                <a:srgbClr val="3C3D3E"/>
              </a:solidFill>
              <a:effectLst/>
            </a:endParaRPr>
          </a:p>
          <a:p>
            <a:pPr algn="l">
              <a:buNone/>
            </a:pPr>
            <a:r>
              <a:rPr lang="en-US" sz="100" dirty="0">
                <a:effectLst/>
              </a:rPr>
              <a:t> </a:t>
            </a:r>
            <a:endParaRPr lang="en-US" dirty="0">
              <a:latin typeface="Barlow Condensed Light" panose="00000406000000000000" pitchFamily="2" charset="0"/>
            </a:endParaRPr>
          </a:p>
        </p:txBody>
      </p:sp>
      <p:sp>
        <p:nvSpPr>
          <p:cNvPr id="10940" name="Rectangle 10939">
            <a:extLst>
              <a:ext uri="{FF2B5EF4-FFF2-40B4-BE49-F238E27FC236}">
                <a16:creationId xmlns:a16="http://schemas.microsoft.com/office/drawing/2014/main" id="{3C3BB655-B563-9BB1-00CB-B19CA3257518}"/>
              </a:ext>
            </a:extLst>
          </p:cNvPr>
          <p:cNvSpPr/>
          <p:nvPr/>
        </p:nvSpPr>
        <p:spPr>
          <a:xfrm>
            <a:off x="8418618" y="1900000"/>
            <a:ext cx="2500206" cy="760000"/>
          </a:xfrm>
          <a:prstGeom prst="rect">
            <a:avLst/>
          </a:prstGeom>
          <a:solidFill>
            <a:srgbClr val="004068"/>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FFFFFF"/>
                </a:solidFill>
                <a:effectLst/>
                <a:latin typeface="Barlow Condensed Medium" panose="00000606000000000000" pitchFamily="2" charset="0"/>
              </a:rPr>
              <a:t>LDAPS</a:t>
            </a:r>
          </a:p>
          <a:p>
            <a:pPr algn="ctr">
              <a:buNone/>
            </a:pPr>
            <a:r>
              <a:rPr lang="en-US" sz="1200">
                <a:solidFill>
                  <a:srgbClr val="FFFFFF"/>
                </a:solidFill>
                <a:effectLst/>
                <a:latin typeface="Barlow Condensed Medium" panose="00000606000000000000" pitchFamily="2" charset="0"/>
              </a:rPr>
              <a:t>Sichere Verbindung zu AD</a:t>
            </a:r>
            <a:endParaRPr lang="en-US">
              <a:latin typeface="Barlow Condensed Light" panose="00000406000000000000" pitchFamily="2" charset="0"/>
            </a:endParaRPr>
          </a:p>
        </p:txBody>
      </p:sp>
      <p:sp>
        <p:nvSpPr>
          <p:cNvPr id="10966" name="Rectangle 10965">
            <a:extLst>
              <a:ext uri="{FF2B5EF4-FFF2-40B4-BE49-F238E27FC236}">
                <a16:creationId xmlns:a16="http://schemas.microsoft.com/office/drawing/2014/main" id="{ABA009FB-6B5B-D061-D181-940085A7F623}"/>
              </a:ext>
            </a:extLst>
          </p:cNvPr>
          <p:cNvSpPr/>
          <p:nvPr/>
        </p:nvSpPr>
        <p:spPr>
          <a:xfrm>
            <a:off x="8418618" y="2660000"/>
            <a:ext cx="2500206" cy="2540000"/>
          </a:xfrm>
          <a:prstGeom prst="rect">
            <a:avLst/>
          </a:prstGeom>
          <a:solidFill>
            <a:srgbClr val="F2F4F6"/>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a:solidFill>
                  <a:srgbClr val="3C3D3E"/>
                </a:solidFill>
                <a:effectLst/>
              </a:rPr>
              <a:t> </a:t>
            </a:r>
            <a:endParaRPr lang="en-US">
              <a:latin typeface="Barlow Condensed Light" panose="00000406000000000000" pitchFamily="2" charset="0"/>
            </a:endParaRPr>
          </a:p>
        </p:txBody>
      </p:sp>
      <p:sp>
        <p:nvSpPr>
          <p:cNvPr id="10993" name="Oval 10992">
            <a:extLst>
              <a:ext uri="{FF2B5EF4-FFF2-40B4-BE49-F238E27FC236}">
                <a16:creationId xmlns:a16="http://schemas.microsoft.com/office/drawing/2014/main" id="{1742A3D4-562F-09E4-599E-6DD8257D2F5C}"/>
              </a:ext>
            </a:extLst>
          </p:cNvPr>
          <p:cNvSpPr/>
          <p:nvPr/>
        </p:nvSpPr>
        <p:spPr>
          <a:xfrm>
            <a:off x="8568618" y="2920000"/>
            <a:ext cx="160000" cy="160000"/>
          </a:xfrm>
          <a:prstGeom prst="ellipse">
            <a:avLst/>
          </a:prstGeom>
          <a:solidFill>
            <a:srgbClr val="004068"/>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11021" name="Rectangle 11020">
            <a:extLst>
              <a:ext uri="{FF2B5EF4-FFF2-40B4-BE49-F238E27FC236}">
                <a16:creationId xmlns:a16="http://schemas.microsoft.com/office/drawing/2014/main" id="{E10E3796-7012-26E1-7535-76D9BE99A8AD}"/>
              </a:ext>
            </a:extLst>
          </p:cNvPr>
          <p:cNvSpPr/>
          <p:nvPr/>
        </p:nvSpPr>
        <p:spPr>
          <a:xfrm>
            <a:off x="8818618" y="2721288"/>
            <a:ext cx="1980206" cy="7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300" dirty="0" err="1">
                <a:solidFill>
                  <a:srgbClr val="3C3D3E"/>
                </a:solidFill>
                <a:effectLst/>
              </a:rPr>
              <a:t>Verschlüsselter</a:t>
            </a:r>
            <a:r>
              <a:rPr lang="en-US" sz="1300" dirty="0">
                <a:solidFill>
                  <a:srgbClr val="3C3D3E"/>
                </a:solidFill>
                <a:effectLst/>
              </a:rPr>
              <a:t> LDAP </a:t>
            </a:r>
            <a:r>
              <a:rPr lang="en-US" sz="1300" dirty="0" err="1">
                <a:solidFill>
                  <a:srgbClr val="3C3D3E"/>
                </a:solidFill>
                <a:effectLst/>
              </a:rPr>
              <a:t>über</a:t>
            </a:r>
            <a:r>
              <a:rPr lang="en-US" sz="1300" dirty="0">
                <a:solidFill>
                  <a:srgbClr val="3C3D3E"/>
                </a:solidFill>
                <a:effectLst/>
              </a:rPr>
              <a:t> TCP 636</a:t>
            </a:r>
          </a:p>
          <a:p>
            <a:pPr algn="l">
              <a:buNone/>
            </a:pPr>
            <a:r>
              <a:rPr lang="en-US" sz="100" dirty="0">
                <a:effectLst/>
              </a:rPr>
              <a:t> </a:t>
            </a:r>
            <a:endParaRPr lang="en-US" dirty="0">
              <a:latin typeface="Barlow Condensed Light" panose="00000406000000000000" pitchFamily="2" charset="0"/>
            </a:endParaRPr>
          </a:p>
        </p:txBody>
      </p:sp>
      <p:sp>
        <p:nvSpPr>
          <p:cNvPr id="11050" name="Oval 11049">
            <a:extLst>
              <a:ext uri="{FF2B5EF4-FFF2-40B4-BE49-F238E27FC236}">
                <a16:creationId xmlns:a16="http://schemas.microsoft.com/office/drawing/2014/main" id="{BD7BB600-917E-A697-A1BE-8491BCC1E0BB}"/>
              </a:ext>
            </a:extLst>
          </p:cNvPr>
          <p:cNvSpPr/>
          <p:nvPr/>
        </p:nvSpPr>
        <p:spPr>
          <a:xfrm>
            <a:off x="8568618" y="3700000"/>
            <a:ext cx="160000" cy="160000"/>
          </a:xfrm>
          <a:prstGeom prst="ellipse">
            <a:avLst/>
          </a:prstGeom>
          <a:solidFill>
            <a:srgbClr val="004068"/>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11080" name="Rectangle 11079">
            <a:extLst>
              <a:ext uri="{FF2B5EF4-FFF2-40B4-BE49-F238E27FC236}">
                <a16:creationId xmlns:a16="http://schemas.microsoft.com/office/drawing/2014/main" id="{78A3832C-5C2E-513D-D1C8-4AB48A75FDF0}"/>
              </a:ext>
            </a:extLst>
          </p:cNvPr>
          <p:cNvSpPr/>
          <p:nvPr/>
        </p:nvSpPr>
        <p:spPr>
          <a:xfrm>
            <a:off x="8818618" y="3590000"/>
            <a:ext cx="1980206" cy="7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300">
                <a:solidFill>
                  <a:srgbClr val="3C3D3E"/>
                </a:solidFill>
                <a:effectLst/>
              </a:rPr>
              <a:t>Nur vom Container-Netz zum Domain Controller</a:t>
            </a:r>
          </a:p>
          <a:p>
            <a:pPr algn="l">
              <a:buNone/>
            </a:pPr>
            <a:r>
              <a:rPr lang="en-US" sz="100">
                <a:effectLst/>
              </a:rPr>
              <a:t> </a:t>
            </a:r>
            <a:endParaRPr lang="en-US">
              <a:latin typeface="Barlow Condensed Light" panose="00000406000000000000" pitchFamily="2" charset="0"/>
            </a:endParaRPr>
          </a:p>
        </p:txBody>
      </p:sp>
      <p:sp>
        <p:nvSpPr>
          <p:cNvPr id="11111" name="Oval 11110">
            <a:extLst>
              <a:ext uri="{FF2B5EF4-FFF2-40B4-BE49-F238E27FC236}">
                <a16:creationId xmlns:a16="http://schemas.microsoft.com/office/drawing/2014/main" id="{9346E828-BC2C-32B2-9AB9-A54903A3D97E}"/>
              </a:ext>
            </a:extLst>
          </p:cNvPr>
          <p:cNvSpPr/>
          <p:nvPr/>
        </p:nvSpPr>
        <p:spPr>
          <a:xfrm>
            <a:off x="8568618" y="4480000"/>
            <a:ext cx="160000" cy="160000"/>
          </a:xfrm>
          <a:prstGeom prst="ellipse">
            <a:avLst/>
          </a:prstGeom>
          <a:solidFill>
            <a:srgbClr val="004068"/>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11143" name="Rectangle 11142">
            <a:extLst>
              <a:ext uri="{FF2B5EF4-FFF2-40B4-BE49-F238E27FC236}">
                <a16:creationId xmlns:a16="http://schemas.microsoft.com/office/drawing/2014/main" id="{EACD2398-E3F6-67DF-9CC0-7B23292F5552}"/>
              </a:ext>
            </a:extLst>
          </p:cNvPr>
          <p:cNvSpPr/>
          <p:nvPr/>
        </p:nvSpPr>
        <p:spPr>
          <a:xfrm>
            <a:off x="8818618" y="4370000"/>
            <a:ext cx="1980206" cy="7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300">
                <a:solidFill>
                  <a:srgbClr val="3C3D3E"/>
                </a:solidFill>
                <a:effectLst/>
              </a:rPr>
              <a:t>Kein Klartext-LDAP, keine Passwörter im Transit</a:t>
            </a:r>
          </a:p>
          <a:p>
            <a:pPr algn="l">
              <a:buNone/>
            </a:pPr>
            <a:r>
              <a:rPr lang="en-US" sz="100">
                <a:effectLst/>
              </a:rPr>
              <a:t> </a:t>
            </a:r>
            <a:endParaRPr lang="en-US">
              <a:latin typeface="Barlow Condensed Light" panose="00000406000000000000" pitchFamily="2" charset="0"/>
            </a:endParaRPr>
          </a:p>
        </p:txBody>
      </p:sp>
      <p:sp>
        <p:nvSpPr>
          <p:cNvPr id="11176" name="Rectangle 11175">
            <a:extLst>
              <a:ext uri="{FF2B5EF4-FFF2-40B4-BE49-F238E27FC236}">
                <a16:creationId xmlns:a16="http://schemas.microsoft.com/office/drawing/2014/main" id="{7F61E6DE-C773-2CE3-96D7-A20AA0B21C8E}"/>
              </a:ext>
            </a:extLst>
          </p:cNvPr>
          <p:cNvSpPr/>
          <p:nvPr/>
        </p:nvSpPr>
        <p:spPr>
          <a:xfrm>
            <a:off x="468000" y="5400000"/>
            <a:ext cx="10450825" cy="6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004068"/>
                </a:solidFill>
                <a:effectLst/>
                <a:latin typeface="Barlow Condensed Medium" panose="00000606000000000000" pitchFamily="2" charset="0"/>
              </a:rPr>
              <a:t>Zusammen ergibt das eine Kette, in der jedes Glied eine Kontrollfunktion hat – kein Baustein vertraut blind dem anderen.</a:t>
            </a:r>
          </a:p>
          <a:p>
            <a:pPr algn="l">
              <a:buNone/>
            </a:pPr>
            <a:r>
              <a:rPr lang="en-US" sz="100">
                <a:effectLst/>
              </a:rPr>
              <a:t> </a:t>
            </a:r>
            <a:endParaRPr lang="en-US">
              <a:latin typeface="Barlow Condensed Light" panose="00000406000000000000" pitchFamily="2" charset="0"/>
            </a:endParaRPr>
          </a:p>
        </p:txBody>
      </p:sp>
    </p:spTree>
    <p:extLst>
      <p:ext uri="{BB962C8B-B14F-4D97-AF65-F5344CB8AC3E}">
        <p14:creationId xmlns:p14="http://schemas.microsoft.com/office/powerpoint/2010/main" val="7912081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Untertitel 6">
            <a:extLst>
              <a:ext uri="{FF2B5EF4-FFF2-40B4-BE49-F238E27FC236}">
                <a16:creationId xmlns:a16="http://schemas.microsoft.com/office/drawing/2014/main" id="{C255CA80-702A-2F18-1DAA-D490892E5A65}"/>
              </a:ext>
            </a:extLst>
          </p:cNvPr>
          <p:cNvSpPr>
            <a:spLocks noGrp="1"/>
          </p:cNvSpPr>
          <p:nvPr>
            <p:ph type="subTitle" idx="1"/>
          </p:nvPr>
        </p:nvSpPr>
        <p:spPr/>
        <p:txBody>
          <a:bodyPr/>
          <a:lstStyle/>
          <a:p>
            <a:r>
              <a:rPr lang="de-DE"/>
              <a:t>Zwei technisch getrennte Pfade: Assessment (Read-only) und Remediation (Human Approval)</a:t>
            </a:r>
          </a:p>
        </p:txBody>
      </p:sp>
      <p:sp>
        <p:nvSpPr>
          <p:cNvPr id="2" name="Slide Number Placeholder 1">
            <a:extLst>
              <a:ext uri="{FF2B5EF4-FFF2-40B4-BE49-F238E27FC236}">
                <a16:creationId xmlns:a16="http://schemas.microsoft.com/office/drawing/2014/main" id="{822DBF39-C400-6D47-46AA-452876941AD0}"/>
              </a:ext>
            </a:extLst>
          </p:cNvPr>
          <p:cNvSpPr>
            <a:spLocks noGrp="1"/>
          </p:cNvSpPr>
          <p:nvPr>
            <p:ph type="sldNum" sz="quarter" idx="11"/>
          </p:nvPr>
        </p:nvSpPr>
        <p:spPr>
          <a:xfrm>
            <a:off x="11277376" y="417380"/>
            <a:ext cx="914622" cy="365125"/>
          </a:xfrm>
        </p:spPr>
        <p:txBody>
          <a:bodyPr/>
          <a:lstStyle/>
          <a:p>
            <a:fld id="{9678312F-8BDE-4502-9E53-473B40D118CD}" type="slidenum">
              <a:rPr lang="de-DE" smtClean="0"/>
              <a:pPr/>
              <a:t>11</a:t>
            </a:fld>
            <a:endParaRPr lang="de-DE"/>
          </a:p>
        </p:txBody>
      </p:sp>
      <p:sp>
        <p:nvSpPr>
          <p:cNvPr id="6" name="Titel 5">
            <a:extLst>
              <a:ext uri="{FF2B5EF4-FFF2-40B4-BE49-F238E27FC236}">
                <a16:creationId xmlns:a16="http://schemas.microsoft.com/office/drawing/2014/main" id="{C7CE2544-7F8C-4E83-64ED-8CD236C4365B}"/>
              </a:ext>
            </a:extLst>
          </p:cNvPr>
          <p:cNvSpPr>
            <a:spLocks noGrp="1"/>
          </p:cNvSpPr>
          <p:nvPr>
            <p:ph type="title"/>
          </p:nvPr>
        </p:nvSpPr>
        <p:spPr/>
        <p:txBody>
          <a:bodyPr/>
          <a:lstStyle/>
          <a:p>
            <a:r>
              <a:rPr lang="de-DE"/>
              <a:t>Demo-Architektur</a:t>
            </a:r>
          </a:p>
        </p:txBody>
      </p:sp>
      <p:sp>
        <p:nvSpPr>
          <p:cNvPr id="2854" name="Rectangle 2853">
            <a:extLst>
              <a:ext uri="{FF2B5EF4-FFF2-40B4-BE49-F238E27FC236}">
                <a16:creationId xmlns:a16="http://schemas.microsoft.com/office/drawing/2014/main" id="{0412CA11-A243-DA0E-E2F4-81ABB66F9446}"/>
              </a:ext>
            </a:extLst>
          </p:cNvPr>
          <p:cNvSpPr/>
          <p:nvPr/>
        </p:nvSpPr>
        <p:spPr>
          <a:xfrm>
            <a:off x="468000" y="1950000"/>
            <a:ext cx="1300000" cy="3600000"/>
          </a:xfrm>
          <a:prstGeom prst="rect">
            <a:avLst/>
          </a:prstGeom>
          <a:solidFill>
            <a:srgbClr val="004068"/>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FFFFFF"/>
                </a:solidFill>
                <a:effectLst/>
                <a:latin typeface="Barlow Condensed Medium" panose="00000606000000000000" pitchFamily="2" charset="0"/>
              </a:rPr>
              <a:t>Microsoft Foundry</a:t>
            </a:r>
          </a:p>
          <a:p>
            <a:pPr algn="ctr">
              <a:buNone/>
            </a:pPr>
            <a:r>
              <a:rPr lang="en-US" sz="1200">
                <a:solidFill>
                  <a:srgbClr val="FFFFFF"/>
                </a:solidFill>
                <a:effectLst/>
                <a:latin typeface="Barlow Condensed Medium" panose="00000606000000000000" pitchFamily="2" charset="0"/>
              </a:rPr>
              <a:t>AI Agent</a:t>
            </a:r>
            <a:endParaRPr lang="en-US">
              <a:latin typeface="Barlow Condensed Light" panose="00000406000000000000" pitchFamily="2" charset="0"/>
            </a:endParaRPr>
          </a:p>
        </p:txBody>
      </p:sp>
      <p:sp>
        <p:nvSpPr>
          <p:cNvPr id="2856" name="Rectangle 2855">
            <a:extLst>
              <a:ext uri="{FF2B5EF4-FFF2-40B4-BE49-F238E27FC236}">
                <a16:creationId xmlns:a16="http://schemas.microsoft.com/office/drawing/2014/main" id="{4B426858-26AB-02AD-12FE-72915959DE2F}"/>
              </a:ext>
            </a:extLst>
          </p:cNvPr>
          <p:cNvSpPr/>
          <p:nvPr/>
        </p:nvSpPr>
        <p:spPr>
          <a:xfrm>
            <a:off x="1968000" y="1950000"/>
            <a:ext cx="1100000" cy="3600000"/>
          </a:xfrm>
          <a:prstGeom prst="rect">
            <a:avLst/>
          </a:prstGeom>
          <a:solidFill>
            <a:srgbClr val="5D7B9A"/>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FFFFFF"/>
                </a:solidFill>
                <a:effectLst/>
                <a:latin typeface="Barlow Condensed Medium" panose="00000606000000000000" pitchFamily="2" charset="0"/>
              </a:rPr>
              <a:t>Azure API Management</a:t>
            </a:r>
          </a:p>
          <a:p>
            <a:pPr algn="ctr">
              <a:buNone/>
            </a:pPr>
            <a:r>
              <a:rPr lang="en-US" sz="1200">
                <a:solidFill>
                  <a:srgbClr val="FFFFFF"/>
                </a:solidFill>
                <a:effectLst/>
                <a:latin typeface="Barlow Condensed Medium" panose="00000606000000000000" pitchFamily="2" charset="0"/>
              </a:rPr>
              <a:t>ein Zugangspunkt</a:t>
            </a:r>
            <a:endParaRPr lang="en-US">
              <a:latin typeface="Barlow Condensed Light" panose="00000406000000000000" pitchFamily="2" charset="0"/>
            </a:endParaRPr>
          </a:p>
        </p:txBody>
      </p:sp>
      <p:sp>
        <p:nvSpPr>
          <p:cNvPr id="2859" name="Rectangle 2858">
            <a:extLst>
              <a:ext uri="{FF2B5EF4-FFF2-40B4-BE49-F238E27FC236}">
                <a16:creationId xmlns:a16="http://schemas.microsoft.com/office/drawing/2014/main" id="{07CEC921-C313-5E93-4E27-3132E48D46B5}"/>
              </a:ext>
            </a:extLst>
          </p:cNvPr>
          <p:cNvSpPr/>
          <p:nvPr/>
        </p:nvSpPr>
        <p:spPr>
          <a:xfrm>
            <a:off x="9618825" y="1950000"/>
            <a:ext cx="1300000" cy="3600000"/>
          </a:xfrm>
          <a:prstGeom prst="rect">
            <a:avLst/>
          </a:prstGeom>
          <a:solidFill>
            <a:srgbClr val="004068"/>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FFFFFF"/>
                </a:solidFill>
                <a:effectLst/>
                <a:latin typeface="Barlow Condensed Medium" panose="00000606000000000000" pitchFamily="2" charset="0"/>
              </a:rPr>
              <a:t>Active Directory</a:t>
            </a:r>
          </a:p>
          <a:p>
            <a:pPr algn="ctr">
              <a:buNone/>
            </a:pPr>
            <a:r>
              <a:rPr lang="en-US" sz="1200">
                <a:solidFill>
                  <a:srgbClr val="FFFFFF"/>
                </a:solidFill>
                <a:effectLst/>
                <a:latin typeface="Barlow Condensed Medium" panose="00000606000000000000" pitchFamily="2" charset="0"/>
              </a:rPr>
              <a:t>vm-win2025-dc01</a:t>
            </a:r>
          </a:p>
          <a:p>
            <a:pPr algn="ctr">
              <a:buNone/>
            </a:pPr>
            <a:r>
              <a:rPr lang="en-US" sz="1200">
                <a:solidFill>
                  <a:srgbClr val="FFFFFF"/>
                </a:solidFill>
                <a:effectLst/>
                <a:latin typeface="Barlow Condensed Medium" panose="00000606000000000000" pitchFamily="2" charset="0"/>
              </a:rPr>
              <a:t>.mcpdemo.local</a:t>
            </a:r>
            <a:endParaRPr lang="en-US">
              <a:latin typeface="Barlow Condensed Light" panose="00000406000000000000" pitchFamily="2" charset="0"/>
            </a:endParaRPr>
          </a:p>
        </p:txBody>
      </p:sp>
      <p:sp>
        <p:nvSpPr>
          <p:cNvPr id="2863" name="Arrow: Right 2862">
            <a:extLst>
              <a:ext uri="{FF2B5EF4-FFF2-40B4-BE49-F238E27FC236}">
                <a16:creationId xmlns:a16="http://schemas.microsoft.com/office/drawing/2014/main" id="{433DA30F-7D5C-B726-3EFB-69D5D26EC478}"/>
              </a:ext>
            </a:extLst>
          </p:cNvPr>
          <p:cNvSpPr/>
          <p:nvPr/>
        </p:nvSpPr>
        <p:spPr>
          <a:xfrm>
            <a:off x="1778000" y="3590000"/>
            <a:ext cx="180000" cy="320000"/>
          </a:xfrm>
          <a:prstGeom prst="rightArrow">
            <a:avLst/>
          </a:prstGeom>
          <a:solidFill>
            <a:srgbClr val="CAC9C7"/>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2868" name="Rectangle 2867">
            <a:extLst>
              <a:ext uri="{FF2B5EF4-FFF2-40B4-BE49-F238E27FC236}">
                <a16:creationId xmlns:a16="http://schemas.microsoft.com/office/drawing/2014/main" id="{DA4B50B1-9F7E-24DF-562A-C2824A2981E6}"/>
              </a:ext>
            </a:extLst>
          </p:cNvPr>
          <p:cNvSpPr/>
          <p:nvPr/>
        </p:nvSpPr>
        <p:spPr>
          <a:xfrm>
            <a:off x="3268000" y="1950000"/>
            <a:ext cx="6150825" cy="1550000"/>
          </a:xfrm>
          <a:prstGeom prst="rect">
            <a:avLst/>
          </a:prstGeom>
          <a:solidFill>
            <a:srgbClr val="E3F5F8"/>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2874" name="Rectangle 2873">
            <a:extLst>
              <a:ext uri="{FF2B5EF4-FFF2-40B4-BE49-F238E27FC236}">
                <a16:creationId xmlns:a16="http://schemas.microsoft.com/office/drawing/2014/main" id="{04DD9193-3892-9EA4-AB2A-490C0A4D9253}"/>
              </a:ext>
            </a:extLst>
          </p:cNvPr>
          <p:cNvSpPr/>
          <p:nvPr/>
        </p:nvSpPr>
        <p:spPr>
          <a:xfrm>
            <a:off x="3388000" y="2040000"/>
            <a:ext cx="1800000" cy="468477"/>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007A8A"/>
                </a:solidFill>
                <a:effectLst/>
                <a:latin typeface="Barlow Condensed Medium" panose="00000606000000000000" pitchFamily="2" charset="0"/>
              </a:rPr>
              <a:t>ASSESSMENT</a:t>
            </a:r>
          </a:p>
          <a:p>
            <a:pPr algn="l">
              <a:buNone/>
            </a:pPr>
            <a:r>
              <a:rPr lang="en-US" sz="100">
                <a:effectLst/>
              </a:rPr>
              <a:t> </a:t>
            </a:r>
            <a:endParaRPr lang="en-US">
              <a:latin typeface="Barlow Condensed Light" panose="00000406000000000000" pitchFamily="2" charset="0"/>
            </a:endParaRPr>
          </a:p>
        </p:txBody>
      </p:sp>
      <p:sp>
        <p:nvSpPr>
          <p:cNvPr id="2881" name="Rectangle: Rounded Corners 2880">
            <a:extLst>
              <a:ext uri="{FF2B5EF4-FFF2-40B4-BE49-F238E27FC236}">
                <a16:creationId xmlns:a16="http://schemas.microsoft.com/office/drawing/2014/main" id="{F842C133-C441-D2D4-CD00-35239DCE38C9}"/>
              </a:ext>
            </a:extLst>
          </p:cNvPr>
          <p:cNvSpPr/>
          <p:nvPr/>
        </p:nvSpPr>
        <p:spPr>
          <a:xfrm>
            <a:off x="6918825" y="2040000"/>
            <a:ext cx="2380000" cy="320000"/>
          </a:xfrm>
          <a:prstGeom prst="roundRect">
            <a:avLst/>
          </a:prstGeom>
          <a:solidFill>
            <a:srgbClr val="CAC9C7"/>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3C3D3E"/>
                </a:solidFill>
                <a:effectLst/>
              </a:rPr>
              <a:t>Read-only · keine Approval</a:t>
            </a:r>
          </a:p>
          <a:p>
            <a:pPr algn="ctr">
              <a:buNone/>
            </a:pPr>
            <a:r>
              <a:rPr lang="en-US" sz="100">
                <a:effectLst/>
              </a:rPr>
              <a:t> </a:t>
            </a:r>
            <a:endParaRPr lang="en-US">
              <a:latin typeface="Barlow Condensed Light" panose="00000406000000000000" pitchFamily="2" charset="0"/>
            </a:endParaRPr>
          </a:p>
        </p:txBody>
      </p:sp>
      <p:sp>
        <p:nvSpPr>
          <p:cNvPr id="2889" name="Arrow: Right 2888">
            <a:extLst>
              <a:ext uri="{FF2B5EF4-FFF2-40B4-BE49-F238E27FC236}">
                <a16:creationId xmlns:a16="http://schemas.microsoft.com/office/drawing/2014/main" id="{27CAFD3C-B288-0812-C038-91361BB5BF44}"/>
              </a:ext>
            </a:extLst>
          </p:cNvPr>
          <p:cNvSpPr/>
          <p:nvPr/>
        </p:nvSpPr>
        <p:spPr>
          <a:xfrm>
            <a:off x="3078000" y="2665000"/>
            <a:ext cx="180000" cy="320000"/>
          </a:xfrm>
          <a:prstGeom prst="rightArrow">
            <a:avLst/>
          </a:prstGeom>
          <a:solidFill>
            <a:srgbClr val="CAC9C7"/>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2898" name="Arrow: Right 2897">
            <a:extLst>
              <a:ext uri="{FF2B5EF4-FFF2-40B4-BE49-F238E27FC236}">
                <a16:creationId xmlns:a16="http://schemas.microsoft.com/office/drawing/2014/main" id="{590508CC-ED31-5EB4-F57B-4B9E3E5CAFE8}"/>
              </a:ext>
            </a:extLst>
          </p:cNvPr>
          <p:cNvSpPr/>
          <p:nvPr/>
        </p:nvSpPr>
        <p:spPr>
          <a:xfrm>
            <a:off x="9428825" y="2665000"/>
            <a:ext cx="180000" cy="320000"/>
          </a:xfrm>
          <a:prstGeom prst="rightArrow">
            <a:avLst/>
          </a:prstGeom>
          <a:solidFill>
            <a:srgbClr val="CAC9C7"/>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2908" name="Rectangle 2907">
            <a:extLst>
              <a:ext uri="{FF2B5EF4-FFF2-40B4-BE49-F238E27FC236}">
                <a16:creationId xmlns:a16="http://schemas.microsoft.com/office/drawing/2014/main" id="{296A187E-7581-7AF5-A4BC-0099ABB48603}"/>
              </a:ext>
            </a:extLst>
          </p:cNvPr>
          <p:cNvSpPr/>
          <p:nvPr/>
        </p:nvSpPr>
        <p:spPr>
          <a:xfrm>
            <a:off x="3268000" y="4000000"/>
            <a:ext cx="6150825" cy="1550000"/>
          </a:xfrm>
          <a:prstGeom prst="rect">
            <a:avLst/>
          </a:prstGeom>
          <a:solidFill>
            <a:srgbClr val="E4EAEF"/>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2919" name="Rectangle 2918">
            <a:extLst>
              <a:ext uri="{FF2B5EF4-FFF2-40B4-BE49-F238E27FC236}">
                <a16:creationId xmlns:a16="http://schemas.microsoft.com/office/drawing/2014/main" id="{3A3FE5A8-694B-BFD0-BA43-A3744C53DDDD}"/>
              </a:ext>
            </a:extLst>
          </p:cNvPr>
          <p:cNvSpPr/>
          <p:nvPr/>
        </p:nvSpPr>
        <p:spPr>
          <a:xfrm>
            <a:off x="3388000" y="4090000"/>
            <a:ext cx="1800000" cy="468477"/>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004068"/>
                </a:solidFill>
                <a:effectLst/>
                <a:latin typeface="Barlow Condensed Medium" panose="00000606000000000000" pitchFamily="2" charset="0"/>
              </a:rPr>
              <a:t>REMEDIATION</a:t>
            </a:r>
          </a:p>
          <a:p>
            <a:pPr algn="l">
              <a:buNone/>
            </a:pPr>
            <a:r>
              <a:rPr lang="en-US" sz="100">
                <a:effectLst/>
              </a:rPr>
              <a:t> </a:t>
            </a:r>
            <a:endParaRPr lang="en-US">
              <a:latin typeface="Barlow Condensed Light" panose="00000406000000000000" pitchFamily="2" charset="0"/>
            </a:endParaRPr>
          </a:p>
        </p:txBody>
      </p:sp>
      <p:sp>
        <p:nvSpPr>
          <p:cNvPr id="2931" name="Rectangle: Rounded Corners 2930">
            <a:extLst>
              <a:ext uri="{FF2B5EF4-FFF2-40B4-BE49-F238E27FC236}">
                <a16:creationId xmlns:a16="http://schemas.microsoft.com/office/drawing/2014/main" id="{0F34458E-F3C8-5CE5-EEB7-5BC60C0E78E3}"/>
              </a:ext>
            </a:extLst>
          </p:cNvPr>
          <p:cNvSpPr/>
          <p:nvPr/>
        </p:nvSpPr>
        <p:spPr>
          <a:xfrm>
            <a:off x="6358825" y="4090000"/>
            <a:ext cx="2940000" cy="320000"/>
          </a:xfrm>
          <a:prstGeom prst="roundRect">
            <a:avLst/>
          </a:prstGeom>
          <a:solidFill>
            <a:srgbClr val="F6871F"/>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100" b="1" dirty="0">
                <a:solidFill>
                  <a:srgbClr val="000000"/>
                </a:solidFill>
                <a:effectLst/>
              </a:rPr>
              <a:t>Human Approval </a:t>
            </a:r>
            <a:r>
              <a:rPr lang="en-US" sz="1100" b="1" dirty="0" err="1">
                <a:solidFill>
                  <a:srgbClr val="000000"/>
                </a:solidFill>
                <a:effectLst/>
              </a:rPr>
              <a:t>vor</a:t>
            </a:r>
            <a:r>
              <a:rPr lang="en-US" sz="1100" b="1" dirty="0">
                <a:solidFill>
                  <a:srgbClr val="000000"/>
                </a:solidFill>
                <a:effectLst/>
              </a:rPr>
              <a:t> </a:t>
            </a:r>
            <a:r>
              <a:rPr lang="en-US" sz="1100" b="1" dirty="0" err="1">
                <a:solidFill>
                  <a:srgbClr val="000000"/>
                </a:solidFill>
                <a:effectLst/>
              </a:rPr>
              <a:t>jeder</a:t>
            </a:r>
            <a:r>
              <a:rPr lang="en-US" sz="1100" b="1" dirty="0">
                <a:solidFill>
                  <a:srgbClr val="000000"/>
                </a:solidFill>
                <a:effectLst/>
              </a:rPr>
              <a:t> </a:t>
            </a:r>
            <a:r>
              <a:rPr lang="en-US" sz="1100" b="1" dirty="0" err="1">
                <a:solidFill>
                  <a:srgbClr val="000000"/>
                </a:solidFill>
                <a:effectLst/>
              </a:rPr>
              <a:t>Änderung</a:t>
            </a:r>
            <a:endParaRPr lang="en-US" sz="1100" b="1" dirty="0">
              <a:solidFill>
                <a:srgbClr val="000000"/>
              </a:solidFill>
              <a:effectLst/>
            </a:endParaRPr>
          </a:p>
          <a:p>
            <a:pPr algn="ctr">
              <a:buNone/>
            </a:pPr>
            <a:r>
              <a:rPr lang="en-US" sz="100" dirty="0">
                <a:effectLst/>
              </a:rPr>
              <a:t> </a:t>
            </a:r>
            <a:endParaRPr lang="en-US" dirty="0">
              <a:latin typeface="Barlow Condensed Light" panose="00000406000000000000" pitchFamily="2" charset="0"/>
            </a:endParaRPr>
          </a:p>
        </p:txBody>
      </p:sp>
      <p:sp>
        <p:nvSpPr>
          <p:cNvPr id="2944" name="Arrow: Right 2943">
            <a:extLst>
              <a:ext uri="{FF2B5EF4-FFF2-40B4-BE49-F238E27FC236}">
                <a16:creationId xmlns:a16="http://schemas.microsoft.com/office/drawing/2014/main" id="{759BAAB3-63DB-3977-1255-1752C3F7F227}"/>
              </a:ext>
            </a:extLst>
          </p:cNvPr>
          <p:cNvSpPr/>
          <p:nvPr/>
        </p:nvSpPr>
        <p:spPr>
          <a:xfrm>
            <a:off x="3078000" y="4715000"/>
            <a:ext cx="180000" cy="320000"/>
          </a:xfrm>
          <a:prstGeom prst="rightArrow">
            <a:avLst/>
          </a:prstGeom>
          <a:solidFill>
            <a:srgbClr val="CAC9C7"/>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2958" name="Arrow: Right 2957">
            <a:extLst>
              <a:ext uri="{FF2B5EF4-FFF2-40B4-BE49-F238E27FC236}">
                <a16:creationId xmlns:a16="http://schemas.microsoft.com/office/drawing/2014/main" id="{2E062B05-7D40-AC21-CC70-D7B17EC8B110}"/>
              </a:ext>
            </a:extLst>
          </p:cNvPr>
          <p:cNvSpPr/>
          <p:nvPr/>
        </p:nvSpPr>
        <p:spPr>
          <a:xfrm>
            <a:off x="9428825" y="4715000"/>
            <a:ext cx="180000" cy="320000"/>
          </a:xfrm>
          <a:prstGeom prst="rightArrow">
            <a:avLst/>
          </a:prstGeom>
          <a:solidFill>
            <a:srgbClr val="CAC9C7"/>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2973" name="Rectangle 2972">
            <a:extLst>
              <a:ext uri="{FF2B5EF4-FFF2-40B4-BE49-F238E27FC236}">
                <a16:creationId xmlns:a16="http://schemas.microsoft.com/office/drawing/2014/main" id="{53CFFD8D-6225-EDA4-5592-8D9AC09956C1}"/>
              </a:ext>
            </a:extLst>
          </p:cNvPr>
          <p:cNvSpPr/>
          <p:nvPr/>
        </p:nvSpPr>
        <p:spPr>
          <a:xfrm>
            <a:off x="3388000" y="2560000"/>
            <a:ext cx="1796941" cy="820000"/>
          </a:xfrm>
          <a:prstGeom prst="rect">
            <a:avLst/>
          </a:prstGeom>
          <a:solidFill>
            <a:srgbClr val="00ACC4"/>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000000"/>
                </a:solidFill>
                <a:effectLst/>
                <a:latin typeface="Barlow Condensed Medium" panose="00000606000000000000" pitchFamily="2" charset="0"/>
              </a:rPr>
              <a:t>AD MCP</a:t>
            </a:r>
          </a:p>
          <a:p>
            <a:pPr algn="ctr">
              <a:buNone/>
            </a:pPr>
            <a:r>
              <a:rPr lang="en-US" sz="1200">
                <a:solidFill>
                  <a:srgbClr val="000000"/>
                </a:solidFill>
                <a:effectLst/>
                <a:latin typeface="Barlow Condensed Medium" panose="00000606000000000000" pitchFamily="2" charset="0"/>
              </a:rPr>
              <a:t>ca-ad-mcp-demo</a:t>
            </a:r>
            <a:endParaRPr lang="en-US">
              <a:latin typeface="Barlow Condensed Light" panose="00000406000000000000" pitchFamily="2" charset="0"/>
            </a:endParaRPr>
          </a:p>
        </p:txBody>
      </p:sp>
      <p:sp>
        <p:nvSpPr>
          <p:cNvPr id="2989" name="Arrow: Right 2988">
            <a:extLst>
              <a:ext uri="{FF2B5EF4-FFF2-40B4-BE49-F238E27FC236}">
                <a16:creationId xmlns:a16="http://schemas.microsoft.com/office/drawing/2014/main" id="{7C16F067-A6BF-4424-E3F1-E67040EAA7F6}"/>
              </a:ext>
            </a:extLst>
          </p:cNvPr>
          <p:cNvSpPr/>
          <p:nvPr/>
        </p:nvSpPr>
        <p:spPr>
          <a:xfrm>
            <a:off x="5204941" y="2820000"/>
            <a:ext cx="220000" cy="300000"/>
          </a:xfrm>
          <a:prstGeom prst="rightArrow">
            <a:avLst/>
          </a:prstGeom>
          <a:solidFill>
            <a:srgbClr val="CAC9C7"/>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3006" name="Rectangle 3005">
            <a:extLst>
              <a:ext uri="{FF2B5EF4-FFF2-40B4-BE49-F238E27FC236}">
                <a16:creationId xmlns:a16="http://schemas.microsoft.com/office/drawing/2014/main" id="{D0D0B7F1-2C58-8CE6-BA86-019242B54471}"/>
              </a:ext>
            </a:extLst>
          </p:cNvPr>
          <p:cNvSpPr/>
          <p:nvPr/>
        </p:nvSpPr>
        <p:spPr>
          <a:xfrm>
            <a:off x="5444941" y="2560000"/>
            <a:ext cx="1796941" cy="820000"/>
          </a:xfrm>
          <a:prstGeom prst="rect">
            <a:avLst/>
          </a:prstGeom>
          <a:solidFill>
            <a:srgbClr val="00ACC4"/>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000000"/>
                </a:solidFill>
                <a:effectLst/>
                <a:latin typeface="Barlow Condensed Medium" panose="00000606000000000000" pitchFamily="2" charset="0"/>
              </a:rPr>
              <a:t>Service Account</a:t>
            </a:r>
          </a:p>
          <a:p>
            <a:pPr algn="ctr">
              <a:buNone/>
            </a:pPr>
            <a:r>
              <a:rPr lang="en-US" sz="1200">
                <a:solidFill>
                  <a:srgbClr val="000000"/>
                </a:solidFill>
                <a:effectLst/>
                <a:latin typeface="Barlow Condensed Medium" panose="00000606000000000000" pitchFamily="2" charset="0"/>
              </a:rPr>
              <a:t>svc-mcp-read</a:t>
            </a:r>
            <a:endParaRPr lang="en-US">
              <a:latin typeface="Barlow Condensed Light" panose="00000406000000000000" pitchFamily="2" charset="0"/>
            </a:endParaRPr>
          </a:p>
        </p:txBody>
      </p:sp>
      <p:sp>
        <p:nvSpPr>
          <p:cNvPr id="3024" name="Arrow: Right 3023">
            <a:extLst>
              <a:ext uri="{FF2B5EF4-FFF2-40B4-BE49-F238E27FC236}">
                <a16:creationId xmlns:a16="http://schemas.microsoft.com/office/drawing/2014/main" id="{CA2F439D-56C3-1EA3-D15A-87C0FA1D2AD9}"/>
              </a:ext>
            </a:extLst>
          </p:cNvPr>
          <p:cNvSpPr/>
          <p:nvPr/>
        </p:nvSpPr>
        <p:spPr>
          <a:xfrm>
            <a:off x="7261883" y="2820000"/>
            <a:ext cx="220000" cy="300000"/>
          </a:xfrm>
          <a:prstGeom prst="rightArrow">
            <a:avLst/>
          </a:prstGeom>
          <a:solidFill>
            <a:srgbClr val="CAC9C7"/>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3043" name="Rectangle 3042">
            <a:extLst>
              <a:ext uri="{FF2B5EF4-FFF2-40B4-BE49-F238E27FC236}">
                <a16:creationId xmlns:a16="http://schemas.microsoft.com/office/drawing/2014/main" id="{531C5103-5084-5137-6476-1FAE9436BDD0}"/>
              </a:ext>
            </a:extLst>
          </p:cNvPr>
          <p:cNvSpPr/>
          <p:nvPr/>
        </p:nvSpPr>
        <p:spPr>
          <a:xfrm>
            <a:off x="7501883" y="2560000"/>
            <a:ext cx="1796941" cy="820000"/>
          </a:xfrm>
          <a:prstGeom prst="rect">
            <a:avLst/>
          </a:prstGeom>
          <a:solidFill>
            <a:srgbClr val="00ACC4"/>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000000"/>
                </a:solidFill>
                <a:effectLst/>
                <a:latin typeface="Barlow Condensed Medium" panose="00000606000000000000" pitchFamily="2" charset="0"/>
              </a:rPr>
              <a:t>LDAPS</a:t>
            </a:r>
          </a:p>
          <a:p>
            <a:pPr algn="ctr">
              <a:buNone/>
            </a:pPr>
            <a:r>
              <a:rPr lang="en-US" sz="1200">
                <a:solidFill>
                  <a:srgbClr val="000000"/>
                </a:solidFill>
                <a:effectLst/>
                <a:latin typeface="Barlow Condensed Medium" panose="00000606000000000000" pitchFamily="2" charset="0"/>
              </a:rPr>
              <a:t>TCP 636</a:t>
            </a:r>
            <a:endParaRPr lang="en-US">
              <a:latin typeface="Barlow Condensed Light" panose="00000406000000000000" pitchFamily="2" charset="0"/>
            </a:endParaRPr>
          </a:p>
        </p:txBody>
      </p:sp>
      <p:sp>
        <p:nvSpPr>
          <p:cNvPr id="3063" name="Rectangle 3062">
            <a:extLst>
              <a:ext uri="{FF2B5EF4-FFF2-40B4-BE49-F238E27FC236}">
                <a16:creationId xmlns:a16="http://schemas.microsoft.com/office/drawing/2014/main" id="{955D8F9B-3F82-C418-6CC3-4D053E98DF52}"/>
              </a:ext>
            </a:extLst>
          </p:cNvPr>
          <p:cNvSpPr/>
          <p:nvPr/>
        </p:nvSpPr>
        <p:spPr>
          <a:xfrm>
            <a:off x="3388000" y="4610000"/>
            <a:ext cx="1796941" cy="820000"/>
          </a:xfrm>
          <a:prstGeom prst="rect">
            <a:avLst/>
          </a:prstGeom>
          <a:solidFill>
            <a:srgbClr val="004068"/>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FFFFFF"/>
                </a:solidFill>
                <a:effectLst/>
                <a:latin typeface="Barlow Condensed Medium" panose="00000606000000000000" pitchFamily="2" charset="0"/>
              </a:rPr>
              <a:t>Remediation MCP</a:t>
            </a:r>
          </a:p>
          <a:p>
            <a:pPr algn="ctr">
              <a:buNone/>
            </a:pPr>
            <a:r>
              <a:rPr lang="en-US" sz="1200">
                <a:solidFill>
                  <a:srgbClr val="FFFFFF"/>
                </a:solidFill>
                <a:effectLst/>
                <a:latin typeface="Barlow Condensed Medium" panose="00000606000000000000" pitchFamily="2" charset="0"/>
              </a:rPr>
              <a:t>ca-ad-mcp-remediation</a:t>
            </a:r>
            <a:endParaRPr lang="en-US">
              <a:latin typeface="Barlow Condensed Light" panose="00000406000000000000" pitchFamily="2" charset="0"/>
            </a:endParaRPr>
          </a:p>
        </p:txBody>
      </p:sp>
      <p:sp>
        <p:nvSpPr>
          <p:cNvPr id="3084" name="Arrow: Right 3083">
            <a:extLst>
              <a:ext uri="{FF2B5EF4-FFF2-40B4-BE49-F238E27FC236}">
                <a16:creationId xmlns:a16="http://schemas.microsoft.com/office/drawing/2014/main" id="{C6C1BDBF-4831-D4CF-F500-F47D47FA4DEA}"/>
              </a:ext>
            </a:extLst>
          </p:cNvPr>
          <p:cNvSpPr/>
          <p:nvPr/>
        </p:nvSpPr>
        <p:spPr>
          <a:xfrm>
            <a:off x="5204941" y="4870000"/>
            <a:ext cx="220000" cy="300000"/>
          </a:xfrm>
          <a:prstGeom prst="rightArrow">
            <a:avLst/>
          </a:prstGeom>
          <a:solidFill>
            <a:srgbClr val="CAC9C7"/>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3106" name="Rectangle 3105">
            <a:extLst>
              <a:ext uri="{FF2B5EF4-FFF2-40B4-BE49-F238E27FC236}">
                <a16:creationId xmlns:a16="http://schemas.microsoft.com/office/drawing/2014/main" id="{00B7E79A-B8B7-9AA7-96B9-8DD515EAC0A4}"/>
              </a:ext>
            </a:extLst>
          </p:cNvPr>
          <p:cNvSpPr/>
          <p:nvPr/>
        </p:nvSpPr>
        <p:spPr>
          <a:xfrm>
            <a:off x="5444941" y="4610000"/>
            <a:ext cx="1796941" cy="820000"/>
          </a:xfrm>
          <a:prstGeom prst="rect">
            <a:avLst/>
          </a:prstGeom>
          <a:solidFill>
            <a:srgbClr val="004068"/>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FFFFFF"/>
                </a:solidFill>
                <a:effectLst/>
                <a:latin typeface="Barlow Condensed Medium" panose="00000606000000000000" pitchFamily="2" charset="0"/>
              </a:rPr>
              <a:t>Service Account</a:t>
            </a:r>
          </a:p>
          <a:p>
            <a:pPr algn="ctr">
              <a:buNone/>
            </a:pPr>
            <a:r>
              <a:rPr lang="en-US" sz="1200">
                <a:solidFill>
                  <a:srgbClr val="FFFFFF"/>
                </a:solidFill>
                <a:effectLst/>
                <a:latin typeface="Barlow Condensed Medium" panose="00000606000000000000" pitchFamily="2" charset="0"/>
              </a:rPr>
              <a:t>svc-mcp-remediate</a:t>
            </a:r>
            <a:endParaRPr lang="en-US">
              <a:latin typeface="Barlow Condensed Light" panose="00000406000000000000" pitchFamily="2" charset="0"/>
            </a:endParaRPr>
          </a:p>
        </p:txBody>
      </p:sp>
      <p:sp>
        <p:nvSpPr>
          <p:cNvPr id="3129" name="Arrow: Right 3128">
            <a:extLst>
              <a:ext uri="{FF2B5EF4-FFF2-40B4-BE49-F238E27FC236}">
                <a16:creationId xmlns:a16="http://schemas.microsoft.com/office/drawing/2014/main" id="{C5A18CE6-AEA2-E92E-1E3B-2127956E8002}"/>
              </a:ext>
            </a:extLst>
          </p:cNvPr>
          <p:cNvSpPr/>
          <p:nvPr/>
        </p:nvSpPr>
        <p:spPr>
          <a:xfrm>
            <a:off x="7261883" y="4870000"/>
            <a:ext cx="220000" cy="300000"/>
          </a:xfrm>
          <a:prstGeom prst="rightArrow">
            <a:avLst/>
          </a:prstGeom>
          <a:solidFill>
            <a:srgbClr val="CAC9C7"/>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3153" name="Rectangle 3152">
            <a:extLst>
              <a:ext uri="{FF2B5EF4-FFF2-40B4-BE49-F238E27FC236}">
                <a16:creationId xmlns:a16="http://schemas.microsoft.com/office/drawing/2014/main" id="{2EA37663-580E-B277-96B4-49BC623C810C}"/>
              </a:ext>
            </a:extLst>
          </p:cNvPr>
          <p:cNvSpPr/>
          <p:nvPr/>
        </p:nvSpPr>
        <p:spPr>
          <a:xfrm>
            <a:off x="7501883" y="4610000"/>
            <a:ext cx="1796941" cy="820000"/>
          </a:xfrm>
          <a:prstGeom prst="rect">
            <a:avLst/>
          </a:prstGeom>
          <a:solidFill>
            <a:srgbClr val="004068"/>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FFFFFF"/>
                </a:solidFill>
                <a:effectLst/>
                <a:latin typeface="Barlow Condensed Medium" panose="00000606000000000000" pitchFamily="2" charset="0"/>
              </a:rPr>
              <a:t>LDAPS</a:t>
            </a:r>
          </a:p>
          <a:p>
            <a:pPr algn="ctr">
              <a:buNone/>
            </a:pPr>
            <a:r>
              <a:rPr lang="en-US" sz="1200">
                <a:solidFill>
                  <a:srgbClr val="FFFFFF"/>
                </a:solidFill>
                <a:effectLst/>
                <a:latin typeface="Barlow Condensed Medium" panose="00000606000000000000" pitchFamily="2" charset="0"/>
              </a:rPr>
              <a:t>TCP 636</a:t>
            </a:r>
            <a:endParaRPr lang="en-US">
              <a:latin typeface="Barlow Condensed Light" panose="00000406000000000000" pitchFamily="2" charset="0"/>
            </a:endParaRPr>
          </a:p>
        </p:txBody>
      </p:sp>
      <p:sp>
        <p:nvSpPr>
          <p:cNvPr id="3178" name="Rectangle 3177">
            <a:extLst>
              <a:ext uri="{FF2B5EF4-FFF2-40B4-BE49-F238E27FC236}">
                <a16:creationId xmlns:a16="http://schemas.microsoft.com/office/drawing/2014/main" id="{1FD92784-11FD-B0F5-B7CD-5949924728D1}"/>
              </a:ext>
            </a:extLst>
          </p:cNvPr>
          <p:cNvSpPr/>
          <p:nvPr/>
        </p:nvSpPr>
        <p:spPr>
          <a:xfrm>
            <a:off x="3268000" y="3580000"/>
            <a:ext cx="6150825" cy="3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a:solidFill>
                  <a:srgbClr val="5D7B9A"/>
                </a:solidFill>
                <a:effectLst/>
              </a:rPr>
              <a:t>Getrennte Container Apps · getrennte Service Accounts · getrennte Berechtigungen</a:t>
            </a:r>
          </a:p>
          <a:p>
            <a:pPr algn="ctr">
              <a:buNone/>
            </a:pPr>
            <a:r>
              <a:rPr lang="en-US" sz="100">
                <a:effectLst/>
              </a:rPr>
              <a:t> </a:t>
            </a:r>
            <a:endParaRPr lang="en-US">
              <a:latin typeface="Barlow Condensed Light" panose="00000406000000000000" pitchFamily="2" charset="0"/>
            </a:endParaRPr>
          </a:p>
        </p:txBody>
      </p:sp>
      <p:sp>
        <p:nvSpPr>
          <p:cNvPr id="3204" name="Rectangle 3203">
            <a:extLst>
              <a:ext uri="{FF2B5EF4-FFF2-40B4-BE49-F238E27FC236}">
                <a16:creationId xmlns:a16="http://schemas.microsoft.com/office/drawing/2014/main" id="{8C77F5AC-41AE-CA3F-DF96-BA2B134C5BB0}"/>
              </a:ext>
            </a:extLst>
          </p:cNvPr>
          <p:cNvSpPr/>
          <p:nvPr/>
        </p:nvSpPr>
        <p:spPr>
          <a:xfrm>
            <a:off x="468000" y="5700000"/>
            <a:ext cx="5100000" cy="6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3C3D3E"/>
                </a:solidFill>
                <a:effectLst/>
              </a:rPr>
              <a:t>Read-only Account: besitzt keine administrativen Rechte.</a:t>
            </a:r>
          </a:p>
          <a:p>
            <a:pPr algn="l">
              <a:buNone/>
            </a:pPr>
            <a:r>
              <a:rPr lang="en-US" sz="100">
                <a:effectLst/>
              </a:rPr>
              <a:t> </a:t>
            </a:r>
            <a:endParaRPr lang="en-US">
              <a:latin typeface="Barlow Condensed Light" panose="00000406000000000000" pitchFamily="2" charset="0"/>
            </a:endParaRPr>
          </a:p>
        </p:txBody>
      </p:sp>
      <p:sp>
        <p:nvSpPr>
          <p:cNvPr id="3231" name="Rectangle 3230">
            <a:extLst>
              <a:ext uri="{FF2B5EF4-FFF2-40B4-BE49-F238E27FC236}">
                <a16:creationId xmlns:a16="http://schemas.microsoft.com/office/drawing/2014/main" id="{A5B5AE79-DBC7-2882-9DD6-9F224F6F8052}"/>
              </a:ext>
            </a:extLst>
          </p:cNvPr>
          <p:cNvSpPr/>
          <p:nvPr/>
        </p:nvSpPr>
        <p:spPr>
          <a:xfrm>
            <a:off x="5768000" y="5700000"/>
            <a:ext cx="5150825" cy="6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3C3D3E"/>
                </a:solidFill>
                <a:effectLst/>
              </a:rPr>
              <a:t>Remediation Account: ausschließlich gezielt delegierte Rechte für die vorgesehenen Aktionen.</a:t>
            </a:r>
          </a:p>
          <a:p>
            <a:pPr algn="l">
              <a:buNone/>
            </a:pPr>
            <a:r>
              <a:rPr lang="en-US" sz="100">
                <a:effectLst/>
              </a:rPr>
              <a:t> </a:t>
            </a:r>
            <a:endParaRPr lang="en-US">
              <a:latin typeface="Barlow Condensed Light" panose="00000406000000000000" pitchFamily="2" charset="0"/>
            </a:endParaRPr>
          </a:p>
        </p:txBody>
      </p:sp>
    </p:spTree>
    <p:extLst>
      <p:ext uri="{BB962C8B-B14F-4D97-AF65-F5344CB8AC3E}">
        <p14:creationId xmlns:p14="http://schemas.microsoft.com/office/powerpoint/2010/main" val="38152164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Untertitel 6">
            <a:extLst>
              <a:ext uri="{FF2B5EF4-FFF2-40B4-BE49-F238E27FC236}">
                <a16:creationId xmlns:a16="http://schemas.microsoft.com/office/drawing/2014/main" id="{C255CA80-702A-2F18-1DAA-D490892E5A65}"/>
              </a:ext>
            </a:extLst>
          </p:cNvPr>
          <p:cNvSpPr>
            <a:spLocks noGrp="1"/>
          </p:cNvSpPr>
          <p:nvPr>
            <p:ph type="subTitle" idx="1"/>
          </p:nvPr>
        </p:nvSpPr>
        <p:spPr/>
        <p:txBody>
          <a:bodyPr/>
          <a:lstStyle/>
          <a:p>
            <a:r>
              <a:rPr lang="de-DE"/>
              <a:t>Read-only versus Remediation, Least Privilege und Human Approval</a:t>
            </a:r>
          </a:p>
        </p:txBody>
      </p:sp>
      <p:sp>
        <p:nvSpPr>
          <p:cNvPr id="2" name="Slide Number Placeholder 1">
            <a:extLst>
              <a:ext uri="{FF2B5EF4-FFF2-40B4-BE49-F238E27FC236}">
                <a16:creationId xmlns:a16="http://schemas.microsoft.com/office/drawing/2014/main" id="{822DBF39-C400-6D47-46AA-452876941AD0}"/>
              </a:ext>
            </a:extLst>
          </p:cNvPr>
          <p:cNvSpPr>
            <a:spLocks noGrp="1"/>
          </p:cNvSpPr>
          <p:nvPr>
            <p:ph type="sldNum" sz="quarter" idx="11"/>
          </p:nvPr>
        </p:nvSpPr>
        <p:spPr>
          <a:xfrm>
            <a:off x="11277376" y="417380"/>
            <a:ext cx="914622" cy="365125"/>
          </a:xfrm>
        </p:spPr>
        <p:txBody>
          <a:bodyPr/>
          <a:lstStyle/>
          <a:p>
            <a:fld id="{9678312F-8BDE-4502-9E53-473B40D118CD}" type="slidenum">
              <a:rPr lang="de-DE" smtClean="0"/>
              <a:pPr/>
              <a:t>12</a:t>
            </a:fld>
            <a:endParaRPr lang="de-DE"/>
          </a:p>
        </p:txBody>
      </p:sp>
      <p:sp>
        <p:nvSpPr>
          <p:cNvPr id="6" name="Titel 5">
            <a:extLst>
              <a:ext uri="{FF2B5EF4-FFF2-40B4-BE49-F238E27FC236}">
                <a16:creationId xmlns:a16="http://schemas.microsoft.com/office/drawing/2014/main" id="{C7CE2544-7F8C-4E83-64ED-8CD236C4365B}"/>
              </a:ext>
            </a:extLst>
          </p:cNvPr>
          <p:cNvSpPr>
            <a:spLocks noGrp="1"/>
          </p:cNvSpPr>
          <p:nvPr>
            <p:ph type="title"/>
          </p:nvPr>
        </p:nvSpPr>
        <p:spPr/>
        <p:txBody>
          <a:bodyPr/>
          <a:lstStyle/>
          <a:p>
            <a:r>
              <a:rPr lang="de-DE"/>
              <a:t>Security by Design</a:t>
            </a:r>
          </a:p>
        </p:txBody>
      </p:sp>
      <p:sp>
        <p:nvSpPr>
          <p:cNvPr id="984" name="Rectangle 983">
            <a:extLst>
              <a:ext uri="{FF2B5EF4-FFF2-40B4-BE49-F238E27FC236}">
                <a16:creationId xmlns:a16="http://schemas.microsoft.com/office/drawing/2014/main" id="{DC7606BD-E64E-C090-F2A7-848517B443D8}"/>
              </a:ext>
            </a:extLst>
          </p:cNvPr>
          <p:cNvSpPr/>
          <p:nvPr/>
        </p:nvSpPr>
        <p:spPr>
          <a:xfrm>
            <a:off x="468000" y="1800000"/>
            <a:ext cx="10450825" cy="6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4400" b="1">
                <a:solidFill>
                  <a:srgbClr val="004068"/>
                </a:solidFill>
                <a:effectLst/>
                <a:latin typeface="Barlow Condensed Medium" panose="00000606000000000000" pitchFamily="2" charset="0"/>
              </a:rPr>
              <a:t>AI Agent ≠ Domain Admin</a:t>
            </a:r>
          </a:p>
          <a:p>
            <a:pPr algn="l">
              <a:buNone/>
            </a:pPr>
            <a:r>
              <a:rPr lang="en-US" sz="100">
                <a:effectLst/>
              </a:rPr>
              <a:t> </a:t>
            </a:r>
            <a:endParaRPr lang="en-US">
              <a:latin typeface="Barlow Condensed Light" panose="00000406000000000000" pitchFamily="2" charset="0"/>
            </a:endParaRPr>
          </a:p>
        </p:txBody>
      </p:sp>
      <p:sp>
        <p:nvSpPr>
          <p:cNvPr id="3232" name="Rectangle 3231">
            <a:extLst>
              <a:ext uri="{FF2B5EF4-FFF2-40B4-BE49-F238E27FC236}">
                <a16:creationId xmlns:a16="http://schemas.microsoft.com/office/drawing/2014/main" id="{03B4212C-B512-1FD6-F5CB-27D53E59DBF4}"/>
              </a:ext>
            </a:extLst>
          </p:cNvPr>
          <p:cNvSpPr/>
          <p:nvPr/>
        </p:nvSpPr>
        <p:spPr>
          <a:xfrm>
            <a:off x="468000" y="2550000"/>
            <a:ext cx="2500206" cy="1150000"/>
          </a:xfrm>
          <a:prstGeom prst="rect">
            <a:avLst/>
          </a:prstGeom>
          <a:solidFill>
            <a:srgbClr val="F2F4F6"/>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3234" name="Rectangle 3233">
            <a:extLst>
              <a:ext uri="{FF2B5EF4-FFF2-40B4-BE49-F238E27FC236}">
                <a16:creationId xmlns:a16="http://schemas.microsoft.com/office/drawing/2014/main" id="{149D8266-87EF-75AB-AEAC-32DC419FFF63}"/>
              </a:ext>
            </a:extLst>
          </p:cNvPr>
          <p:cNvSpPr/>
          <p:nvPr/>
        </p:nvSpPr>
        <p:spPr>
          <a:xfrm>
            <a:off x="618000" y="2630000"/>
            <a:ext cx="2200206" cy="5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004068"/>
                </a:solidFill>
                <a:effectLst/>
                <a:latin typeface="Barlow Condensed Medium" panose="00000606000000000000" pitchFamily="2" charset="0"/>
              </a:rPr>
              <a:t>Least Privilege</a:t>
            </a:r>
          </a:p>
          <a:p>
            <a:pPr algn="l">
              <a:buNone/>
            </a:pPr>
            <a:r>
              <a:rPr lang="en-US" sz="100">
                <a:effectLst/>
              </a:rPr>
              <a:t> </a:t>
            </a:r>
            <a:endParaRPr lang="en-US">
              <a:latin typeface="Barlow Condensed Light" panose="00000406000000000000" pitchFamily="2" charset="0"/>
            </a:endParaRPr>
          </a:p>
        </p:txBody>
      </p:sp>
      <p:sp>
        <p:nvSpPr>
          <p:cNvPr id="3237" name="Rectangle 3236">
            <a:extLst>
              <a:ext uri="{FF2B5EF4-FFF2-40B4-BE49-F238E27FC236}">
                <a16:creationId xmlns:a16="http://schemas.microsoft.com/office/drawing/2014/main" id="{B6ADFEAD-58FF-11C4-3FE3-F7242FA9FE33}"/>
              </a:ext>
            </a:extLst>
          </p:cNvPr>
          <p:cNvSpPr/>
          <p:nvPr/>
        </p:nvSpPr>
        <p:spPr>
          <a:xfrm>
            <a:off x="618000" y="3025752"/>
            <a:ext cx="2200206" cy="63002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3C3D3E"/>
                </a:solidFill>
                <a:effectLst/>
              </a:rPr>
              <a:t>Nur die Rechte, die wirklich nötig sind</a:t>
            </a:r>
          </a:p>
          <a:p>
            <a:pPr algn="l">
              <a:buNone/>
            </a:pPr>
            <a:r>
              <a:rPr lang="en-US" sz="100">
                <a:effectLst/>
              </a:rPr>
              <a:t> </a:t>
            </a:r>
            <a:endParaRPr lang="en-US">
              <a:latin typeface="Barlow Condensed Light" panose="00000406000000000000" pitchFamily="2" charset="0"/>
            </a:endParaRPr>
          </a:p>
        </p:txBody>
      </p:sp>
      <p:sp>
        <p:nvSpPr>
          <p:cNvPr id="3241" name="Rectangle 3240">
            <a:extLst>
              <a:ext uri="{FF2B5EF4-FFF2-40B4-BE49-F238E27FC236}">
                <a16:creationId xmlns:a16="http://schemas.microsoft.com/office/drawing/2014/main" id="{EF405987-2D9A-B80B-1347-DA196EB55217}"/>
              </a:ext>
            </a:extLst>
          </p:cNvPr>
          <p:cNvSpPr/>
          <p:nvPr/>
        </p:nvSpPr>
        <p:spPr>
          <a:xfrm>
            <a:off x="3118206" y="2550000"/>
            <a:ext cx="2500207" cy="1150000"/>
          </a:xfrm>
          <a:prstGeom prst="rect">
            <a:avLst/>
          </a:prstGeom>
          <a:solidFill>
            <a:srgbClr val="F2F4F6"/>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3246" name="Rectangle 3245">
            <a:extLst>
              <a:ext uri="{FF2B5EF4-FFF2-40B4-BE49-F238E27FC236}">
                <a16:creationId xmlns:a16="http://schemas.microsoft.com/office/drawing/2014/main" id="{1AD91076-FC7A-E45B-451D-C5E235E3608A}"/>
              </a:ext>
            </a:extLst>
          </p:cNvPr>
          <p:cNvSpPr/>
          <p:nvPr/>
        </p:nvSpPr>
        <p:spPr>
          <a:xfrm>
            <a:off x="3268206" y="2630000"/>
            <a:ext cx="2200206" cy="5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004068"/>
                </a:solidFill>
                <a:effectLst/>
                <a:latin typeface="Barlow Condensed Medium" panose="00000606000000000000" pitchFamily="2" charset="0"/>
              </a:rPr>
              <a:t>Read/Write Separation</a:t>
            </a:r>
          </a:p>
          <a:p>
            <a:pPr algn="l">
              <a:buNone/>
            </a:pPr>
            <a:r>
              <a:rPr lang="en-US" sz="100">
                <a:effectLst/>
              </a:rPr>
              <a:t> </a:t>
            </a:r>
            <a:endParaRPr lang="en-US">
              <a:latin typeface="Barlow Condensed Light" panose="00000406000000000000" pitchFamily="2" charset="0"/>
            </a:endParaRPr>
          </a:p>
        </p:txBody>
      </p:sp>
      <p:sp>
        <p:nvSpPr>
          <p:cNvPr id="3252" name="Rectangle 3251">
            <a:extLst>
              <a:ext uri="{FF2B5EF4-FFF2-40B4-BE49-F238E27FC236}">
                <a16:creationId xmlns:a16="http://schemas.microsoft.com/office/drawing/2014/main" id="{E55D1656-5CD6-30A1-7615-FE21789947EA}"/>
              </a:ext>
            </a:extLst>
          </p:cNvPr>
          <p:cNvSpPr/>
          <p:nvPr/>
        </p:nvSpPr>
        <p:spPr>
          <a:xfrm>
            <a:off x="3268206" y="3025752"/>
            <a:ext cx="2200206" cy="63002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3C3D3E"/>
                </a:solidFill>
                <a:effectLst/>
              </a:rPr>
              <a:t>Zwei MCP-Server, zwei Container Apps</a:t>
            </a:r>
          </a:p>
          <a:p>
            <a:pPr algn="l">
              <a:buNone/>
            </a:pPr>
            <a:r>
              <a:rPr lang="en-US" sz="100">
                <a:effectLst/>
              </a:rPr>
              <a:t> </a:t>
            </a:r>
            <a:endParaRPr lang="en-US">
              <a:latin typeface="Barlow Condensed Light" panose="00000406000000000000" pitchFamily="2" charset="0"/>
            </a:endParaRPr>
          </a:p>
        </p:txBody>
      </p:sp>
      <p:sp>
        <p:nvSpPr>
          <p:cNvPr id="3259" name="Rectangle 3258">
            <a:extLst>
              <a:ext uri="{FF2B5EF4-FFF2-40B4-BE49-F238E27FC236}">
                <a16:creationId xmlns:a16="http://schemas.microsoft.com/office/drawing/2014/main" id="{2BAC27A4-8CF0-492C-C3EE-466304684DBD}"/>
              </a:ext>
            </a:extLst>
          </p:cNvPr>
          <p:cNvSpPr/>
          <p:nvPr/>
        </p:nvSpPr>
        <p:spPr>
          <a:xfrm>
            <a:off x="5768412" y="2550000"/>
            <a:ext cx="2500208" cy="1150000"/>
          </a:xfrm>
          <a:prstGeom prst="rect">
            <a:avLst/>
          </a:prstGeom>
          <a:solidFill>
            <a:srgbClr val="F2F4F6"/>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3267" name="Rectangle 3266">
            <a:extLst>
              <a:ext uri="{FF2B5EF4-FFF2-40B4-BE49-F238E27FC236}">
                <a16:creationId xmlns:a16="http://schemas.microsoft.com/office/drawing/2014/main" id="{5C0F9B40-49F3-1822-876B-2117C71633E8}"/>
              </a:ext>
            </a:extLst>
          </p:cNvPr>
          <p:cNvSpPr/>
          <p:nvPr/>
        </p:nvSpPr>
        <p:spPr>
          <a:xfrm>
            <a:off x="5918412" y="2630000"/>
            <a:ext cx="2200206" cy="5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004068"/>
                </a:solidFill>
                <a:effectLst/>
                <a:latin typeface="Barlow Condensed Medium" panose="00000606000000000000" pitchFamily="2" charset="0"/>
              </a:rPr>
              <a:t>Separate Service Accounts</a:t>
            </a:r>
          </a:p>
          <a:p>
            <a:pPr algn="l">
              <a:buNone/>
            </a:pPr>
            <a:r>
              <a:rPr lang="en-US" sz="100">
                <a:effectLst/>
              </a:rPr>
              <a:t> </a:t>
            </a:r>
            <a:endParaRPr lang="en-US">
              <a:latin typeface="Barlow Condensed Light" panose="00000406000000000000" pitchFamily="2" charset="0"/>
            </a:endParaRPr>
          </a:p>
        </p:txBody>
      </p:sp>
      <p:sp>
        <p:nvSpPr>
          <p:cNvPr id="3276" name="Rectangle 3275">
            <a:extLst>
              <a:ext uri="{FF2B5EF4-FFF2-40B4-BE49-F238E27FC236}">
                <a16:creationId xmlns:a16="http://schemas.microsoft.com/office/drawing/2014/main" id="{9B6A6368-CC10-510F-0BE5-DCD0822BF2A3}"/>
              </a:ext>
            </a:extLst>
          </p:cNvPr>
          <p:cNvSpPr/>
          <p:nvPr/>
        </p:nvSpPr>
        <p:spPr>
          <a:xfrm>
            <a:off x="5918412" y="3025752"/>
            <a:ext cx="2200206" cy="63002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200" dirty="0">
                <a:solidFill>
                  <a:srgbClr val="3C3D3E"/>
                </a:solidFill>
                <a:effectLst/>
              </a:rPr>
              <a:t>svc-</a:t>
            </a:r>
            <a:r>
              <a:rPr lang="en-US" sz="1200" dirty="0" err="1">
                <a:solidFill>
                  <a:srgbClr val="3C3D3E"/>
                </a:solidFill>
                <a:effectLst/>
              </a:rPr>
              <a:t>mcp</a:t>
            </a:r>
            <a:r>
              <a:rPr lang="en-US" sz="1200" dirty="0">
                <a:solidFill>
                  <a:srgbClr val="3C3D3E"/>
                </a:solidFill>
                <a:effectLst/>
              </a:rPr>
              <a:t>-read und </a:t>
            </a:r>
            <a:br>
              <a:rPr lang="en-US" sz="1200" dirty="0">
                <a:solidFill>
                  <a:srgbClr val="3C3D3E"/>
                </a:solidFill>
                <a:effectLst/>
              </a:rPr>
            </a:br>
            <a:r>
              <a:rPr lang="en-US" sz="1200" dirty="0">
                <a:solidFill>
                  <a:srgbClr val="3C3D3E"/>
                </a:solidFill>
                <a:effectLst/>
              </a:rPr>
              <a:t>svc-</a:t>
            </a:r>
            <a:r>
              <a:rPr lang="en-US" sz="1200" dirty="0" err="1">
                <a:solidFill>
                  <a:srgbClr val="3C3D3E"/>
                </a:solidFill>
                <a:effectLst/>
              </a:rPr>
              <a:t>mcp</a:t>
            </a:r>
            <a:r>
              <a:rPr lang="en-US" sz="1200" dirty="0">
                <a:solidFill>
                  <a:srgbClr val="3C3D3E"/>
                </a:solidFill>
                <a:effectLst/>
              </a:rPr>
              <a:t>-remediate</a:t>
            </a:r>
          </a:p>
          <a:p>
            <a:pPr algn="l">
              <a:buNone/>
            </a:pPr>
            <a:r>
              <a:rPr lang="en-US" sz="100" dirty="0">
                <a:effectLst/>
              </a:rPr>
              <a:t> </a:t>
            </a:r>
            <a:endParaRPr lang="en-US" dirty="0">
              <a:latin typeface="Barlow Condensed Light" panose="00000406000000000000" pitchFamily="2" charset="0"/>
            </a:endParaRPr>
          </a:p>
        </p:txBody>
      </p:sp>
      <p:sp>
        <p:nvSpPr>
          <p:cNvPr id="3322" name="Rectangle 3321">
            <a:extLst>
              <a:ext uri="{FF2B5EF4-FFF2-40B4-BE49-F238E27FC236}">
                <a16:creationId xmlns:a16="http://schemas.microsoft.com/office/drawing/2014/main" id="{35101ED8-4064-D8B6-9645-87B4DBF53B0D}"/>
              </a:ext>
            </a:extLst>
          </p:cNvPr>
          <p:cNvSpPr/>
          <p:nvPr/>
        </p:nvSpPr>
        <p:spPr>
          <a:xfrm>
            <a:off x="468000" y="3850000"/>
            <a:ext cx="2500210" cy="1150000"/>
          </a:xfrm>
          <a:prstGeom prst="rect">
            <a:avLst/>
          </a:prstGeom>
          <a:solidFill>
            <a:srgbClr val="F2F4F6"/>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3336" name="Rectangle 3335">
            <a:extLst>
              <a:ext uri="{FF2B5EF4-FFF2-40B4-BE49-F238E27FC236}">
                <a16:creationId xmlns:a16="http://schemas.microsoft.com/office/drawing/2014/main" id="{7683053F-27A2-491D-79DE-A70551CF8290}"/>
              </a:ext>
            </a:extLst>
          </p:cNvPr>
          <p:cNvSpPr/>
          <p:nvPr/>
        </p:nvSpPr>
        <p:spPr>
          <a:xfrm>
            <a:off x="618000" y="3930000"/>
            <a:ext cx="2200206" cy="5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004068"/>
                </a:solidFill>
                <a:effectLst/>
                <a:latin typeface="Barlow Condensed Medium" panose="00000606000000000000" pitchFamily="2" charset="0"/>
              </a:rPr>
              <a:t>API Management</a:t>
            </a:r>
          </a:p>
          <a:p>
            <a:pPr algn="l">
              <a:buNone/>
            </a:pPr>
            <a:r>
              <a:rPr lang="en-US" sz="100">
                <a:effectLst/>
              </a:rPr>
              <a:t> </a:t>
            </a:r>
            <a:endParaRPr lang="en-US">
              <a:latin typeface="Barlow Condensed Light" panose="00000406000000000000" pitchFamily="2" charset="0"/>
            </a:endParaRPr>
          </a:p>
        </p:txBody>
      </p:sp>
      <p:sp>
        <p:nvSpPr>
          <p:cNvPr id="3351" name="Rectangle 3350">
            <a:extLst>
              <a:ext uri="{FF2B5EF4-FFF2-40B4-BE49-F238E27FC236}">
                <a16:creationId xmlns:a16="http://schemas.microsoft.com/office/drawing/2014/main" id="{A14A7BE2-BE49-11E7-C76D-A0AFEF22D812}"/>
              </a:ext>
            </a:extLst>
          </p:cNvPr>
          <p:cNvSpPr/>
          <p:nvPr/>
        </p:nvSpPr>
        <p:spPr>
          <a:xfrm>
            <a:off x="618000" y="4325752"/>
            <a:ext cx="2200206" cy="63002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3C3D3E"/>
                </a:solidFill>
                <a:effectLst/>
              </a:rPr>
              <a:t>Ein Zugangspunkt mit Auth und Logging</a:t>
            </a:r>
          </a:p>
          <a:p>
            <a:pPr algn="l">
              <a:buNone/>
            </a:pPr>
            <a:r>
              <a:rPr lang="en-US" sz="100">
                <a:effectLst/>
              </a:rPr>
              <a:t> </a:t>
            </a:r>
            <a:endParaRPr lang="en-US">
              <a:latin typeface="Barlow Condensed Light" panose="00000406000000000000" pitchFamily="2" charset="0"/>
            </a:endParaRPr>
          </a:p>
        </p:txBody>
      </p:sp>
      <p:sp>
        <p:nvSpPr>
          <p:cNvPr id="3367" name="Rectangle 3366">
            <a:extLst>
              <a:ext uri="{FF2B5EF4-FFF2-40B4-BE49-F238E27FC236}">
                <a16:creationId xmlns:a16="http://schemas.microsoft.com/office/drawing/2014/main" id="{AA3986E3-0DDC-EF0C-39D9-130A727BC029}"/>
              </a:ext>
            </a:extLst>
          </p:cNvPr>
          <p:cNvSpPr/>
          <p:nvPr/>
        </p:nvSpPr>
        <p:spPr>
          <a:xfrm>
            <a:off x="3118206" y="3850000"/>
            <a:ext cx="2500211" cy="1150000"/>
          </a:xfrm>
          <a:prstGeom prst="rect">
            <a:avLst/>
          </a:prstGeom>
          <a:solidFill>
            <a:srgbClr val="F2F4F6"/>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3384" name="Rectangle 3383">
            <a:extLst>
              <a:ext uri="{FF2B5EF4-FFF2-40B4-BE49-F238E27FC236}">
                <a16:creationId xmlns:a16="http://schemas.microsoft.com/office/drawing/2014/main" id="{6583E6D6-C9EC-B73E-7819-E835A35A8D7C}"/>
              </a:ext>
            </a:extLst>
          </p:cNvPr>
          <p:cNvSpPr/>
          <p:nvPr/>
        </p:nvSpPr>
        <p:spPr>
          <a:xfrm>
            <a:off x="3268206" y="3930000"/>
            <a:ext cx="2200206" cy="5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004068"/>
                </a:solidFill>
                <a:effectLst/>
                <a:latin typeface="Barlow Condensed Medium" panose="00000606000000000000" pitchFamily="2" charset="0"/>
              </a:rPr>
              <a:t>Credentials nicht im Prompt</a:t>
            </a:r>
          </a:p>
          <a:p>
            <a:pPr algn="l">
              <a:buNone/>
            </a:pPr>
            <a:r>
              <a:rPr lang="en-US" sz="100">
                <a:effectLst/>
              </a:rPr>
              <a:t> </a:t>
            </a:r>
            <a:endParaRPr lang="en-US">
              <a:latin typeface="Barlow Condensed Light" panose="00000406000000000000" pitchFamily="2" charset="0"/>
            </a:endParaRPr>
          </a:p>
        </p:txBody>
      </p:sp>
      <p:sp>
        <p:nvSpPr>
          <p:cNvPr id="3402" name="Rectangle 3401">
            <a:extLst>
              <a:ext uri="{FF2B5EF4-FFF2-40B4-BE49-F238E27FC236}">
                <a16:creationId xmlns:a16="http://schemas.microsoft.com/office/drawing/2014/main" id="{368E9BCD-35A2-F411-77D0-EDE550D68EA2}"/>
              </a:ext>
            </a:extLst>
          </p:cNvPr>
          <p:cNvSpPr/>
          <p:nvPr/>
        </p:nvSpPr>
        <p:spPr>
          <a:xfrm>
            <a:off x="3268206" y="4462232"/>
            <a:ext cx="2200206" cy="4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200" dirty="0">
                <a:solidFill>
                  <a:srgbClr val="3C3D3E"/>
                </a:solidFill>
                <a:effectLst/>
              </a:rPr>
              <a:t>Secrets </a:t>
            </a:r>
            <a:r>
              <a:rPr lang="en-US" sz="1200" dirty="0" err="1">
                <a:solidFill>
                  <a:srgbClr val="3C3D3E"/>
                </a:solidFill>
                <a:effectLst/>
              </a:rPr>
              <a:t>bleiben</a:t>
            </a:r>
            <a:r>
              <a:rPr lang="en-US" sz="1200" dirty="0">
                <a:solidFill>
                  <a:srgbClr val="3C3D3E"/>
                </a:solidFill>
                <a:effectLst/>
              </a:rPr>
              <a:t> in der Plattform</a:t>
            </a:r>
          </a:p>
          <a:p>
            <a:pPr algn="l">
              <a:buNone/>
            </a:pPr>
            <a:r>
              <a:rPr lang="en-US" sz="100" dirty="0">
                <a:effectLst/>
              </a:rPr>
              <a:t> </a:t>
            </a:r>
            <a:endParaRPr lang="en-US" dirty="0">
              <a:latin typeface="Barlow Condensed Light" panose="00000406000000000000" pitchFamily="2" charset="0"/>
            </a:endParaRPr>
          </a:p>
        </p:txBody>
      </p:sp>
      <p:sp>
        <p:nvSpPr>
          <p:cNvPr id="3421" name="Rectangle 3420">
            <a:extLst>
              <a:ext uri="{FF2B5EF4-FFF2-40B4-BE49-F238E27FC236}">
                <a16:creationId xmlns:a16="http://schemas.microsoft.com/office/drawing/2014/main" id="{A1C5FFB4-C6C6-4AF5-251B-FCF0F671ABE5}"/>
              </a:ext>
            </a:extLst>
          </p:cNvPr>
          <p:cNvSpPr/>
          <p:nvPr/>
        </p:nvSpPr>
        <p:spPr>
          <a:xfrm>
            <a:off x="5768412" y="3850000"/>
            <a:ext cx="2500212" cy="1150000"/>
          </a:xfrm>
          <a:prstGeom prst="rect">
            <a:avLst/>
          </a:prstGeom>
          <a:solidFill>
            <a:srgbClr val="FDEEDF"/>
          </a:solidFill>
          <a:ln w="19050">
            <a:solidFill>
              <a:srgbClr val="F6871F"/>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3441" name="Rectangle 3440">
            <a:extLst>
              <a:ext uri="{FF2B5EF4-FFF2-40B4-BE49-F238E27FC236}">
                <a16:creationId xmlns:a16="http://schemas.microsoft.com/office/drawing/2014/main" id="{EACF2204-3A9D-787D-870D-F12C34ED0497}"/>
              </a:ext>
            </a:extLst>
          </p:cNvPr>
          <p:cNvSpPr/>
          <p:nvPr/>
        </p:nvSpPr>
        <p:spPr>
          <a:xfrm>
            <a:off x="5918412" y="3930000"/>
            <a:ext cx="2200206" cy="5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A55A15"/>
                </a:solidFill>
                <a:effectLst/>
                <a:latin typeface="Barlow Condensed Medium" panose="00000606000000000000" pitchFamily="2" charset="0"/>
              </a:rPr>
              <a:t>Human Approval</a:t>
            </a:r>
          </a:p>
          <a:p>
            <a:pPr algn="l">
              <a:buNone/>
            </a:pPr>
            <a:r>
              <a:rPr lang="en-US" sz="100">
                <a:effectLst/>
              </a:rPr>
              <a:t> </a:t>
            </a:r>
            <a:endParaRPr lang="en-US">
              <a:latin typeface="Barlow Condensed Light" panose="00000406000000000000" pitchFamily="2" charset="0"/>
            </a:endParaRPr>
          </a:p>
        </p:txBody>
      </p:sp>
      <p:sp>
        <p:nvSpPr>
          <p:cNvPr id="3462" name="Rectangle 3461">
            <a:extLst>
              <a:ext uri="{FF2B5EF4-FFF2-40B4-BE49-F238E27FC236}">
                <a16:creationId xmlns:a16="http://schemas.microsoft.com/office/drawing/2014/main" id="{97D49047-CEC3-2B4A-D954-0FC6C94B34EA}"/>
              </a:ext>
            </a:extLst>
          </p:cNvPr>
          <p:cNvSpPr/>
          <p:nvPr/>
        </p:nvSpPr>
        <p:spPr>
          <a:xfrm>
            <a:off x="5918412" y="4325752"/>
            <a:ext cx="2200206" cy="63002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200" dirty="0">
                <a:solidFill>
                  <a:srgbClr val="3C3D3E"/>
                </a:solidFill>
                <a:effectLst/>
              </a:rPr>
              <a:t>Manuelle </a:t>
            </a:r>
            <a:r>
              <a:rPr lang="en-US" sz="1200" dirty="0" err="1">
                <a:solidFill>
                  <a:srgbClr val="3C3D3E"/>
                </a:solidFill>
                <a:effectLst/>
              </a:rPr>
              <a:t>Freigabe</a:t>
            </a:r>
            <a:r>
              <a:rPr lang="en-US" sz="1200" dirty="0">
                <a:solidFill>
                  <a:srgbClr val="3C3D3E"/>
                </a:solidFill>
                <a:effectLst/>
              </a:rPr>
              <a:t> </a:t>
            </a:r>
            <a:r>
              <a:rPr lang="en-US" sz="1200" dirty="0" err="1">
                <a:solidFill>
                  <a:srgbClr val="3C3D3E"/>
                </a:solidFill>
                <a:effectLst/>
              </a:rPr>
              <a:t>vor</a:t>
            </a:r>
            <a:r>
              <a:rPr lang="en-US" sz="1200" dirty="0">
                <a:solidFill>
                  <a:srgbClr val="3C3D3E"/>
                </a:solidFill>
                <a:effectLst/>
              </a:rPr>
              <a:t> </a:t>
            </a:r>
            <a:r>
              <a:rPr lang="en-US" sz="1200" dirty="0" err="1">
                <a:solidFill>
                  <a:srgbClr val="3C3D3E"/>
                </a:solidFill>
                <a:effectLst/>
              </a:rPr>
              <a:t>jeder</a:t>
            </a:r>
            <a:r>
              <a:rPr lang="en-US" sz="1200" dirty="0">
                <a:solidFill>
                  <a:srgbClr val="3C3D3E"/>
                </a:solidFill>
                <a:effectLst/>
              </a:rPr>
              <a:t> </a:t>
            </a:r>
            <a:r>
              <a:rPr lang="en-US" sz="1200" dirty="0" err="1">
                <a:solidFill>
                  <a:srgbClr val="3C3D3E"/>
                </a:solidFill>
                <a:effectLst/>
              </a:rPr>
              <a:t>Änderung</a:t>
            </a:r>
            <a:endParaRPr lang="en-US" sz="1200" dirty="0">
              <a:solidFill>
                <a:srgbClr val="3C3D3E"/>
              </a:solidFill>
              <a:effectLst/>
            </a:endParaRPr>
          </a:p>
          <a:p>
            <a:pPr algn="l">
              <a:buNone/>
            </a:pPr>
            <a:r>
              <a:rPr lang="en-US" sz="100" dirty="0">
                <a:effectLst/>
              </a:rPr>
              <a:t> </a:t>
            </a:r>
            <a:endParaRPr lang="en-US" dirty="0">
              <a:latin typeface="Barlow Condensed Light" panose="00000406000000000000" pitchFamily="2" charset="0"/>
            </a:endParaRPr>
          </a:p>
        </p:txBody>
      </p:sp>
      <p:sp>
        <p:nvSpPr>
          <p:cNvPr id="3484" name="Rectangle 3483">
            <a:extLst>
              <a:ext uri="{FF2B5EF4-FFF2-40B4-BE49-F238E27FC236}">
                <a16:creationId xmlns:a16="http://schemas.microsoft.com/office/drawing/2014/main" id="{833C69C8-445F-7174-8299-1BE803B21E96}"/>
              </a:ext>
            </a:extLst>
          </p:cNvPr>
          <p:cNvSpPr/>
          <p:nvPr/>
        </p:nvSpPr>
        <p:spPr>
          <a:xfrm>
            <a:off x="8418618" y="3850000"/>
            <a:ext cx="2500213" cy="1150000"/>
          </a:xfrm>
          <a:prstGeom prst="rect">
            <a:avLst/>
          </a:prstGeom>
          <a:solidFill>
            <a:srgbClr val="F2F4F6"/>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3507" name="Rectangle 3506">
            <a:extLst>
              <a:ext uri="{FF2B5EF4-FFF2-40B4-BE49-F238E27FC236}">
                <a16:creationId xmlns:a16="http://schemas.microsoft.com/office/drawing/2014/main" id="{201746D3-141E-7A3F-348C-3E26EFB8B581}"/>
              </a:ext>
            </a:extLst>
          </p:cNvPr>
          <p:cNvSpPr/>
          <p:nvPr/>
        </p:nvSpPr>
        <p:spPr>
          <a:xfrm>
            <a:off x="8568618" y="3930000"/>
            <a:ext cx="2200206" cy="5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004068"/>
                </a:solidFill>
                <a:effectLst/>
                <a:latin typeface="Barlow Condensed Medium" panose="00000606000000000000" pitchFamily="2" charset="0"/>
              </a:rPr>
              <a:t>Unabhängige Verifikation</a:t>
            </a:r>
          </a:p>
          <a:p>
            <a:pPr algn="l">
              <a:buNone/>
            </a:pPr>
            <a:r>
              <a:rPr lang="en-US" sz="100">
                <a:effectLst/>
              </a:rPr>
              <a:t> </a:t>
            </a:r>
            <a:endParaRPr lang="en-US">
              <a:latin typeface="Barlow Condensed Light" panose="00000406000000000000" pitchFamily="2" charset="0"/>
            </a:endParaRPr>
          </a:p>
        </p:txBody>
      </p:sp>
      <p:sp>
        <p:nvSpPr>
          <p:cNvPr id="3531" name="Rectangle 3530">
            <a:extLst>
              <a:ext uri="{FF2B5EF4-FFF2-40B4-BE49-F238E27FC236}">
                <a16:creationId xmlns:a16="http://schemas.microsoft.com/office/drawing/2014/main" id="{DBFCD268-545C-EFA8-1E97-59BA4AE567F7}"/>
              </a:ext>
            </a:extLst>
          </p:cNvPr>
          <p:cNvSpPr/>
          <p:nvPr/>
        </p:nvSpPr>
        <p:spPr>
          <a:xfrm>
            <a:off x="8568618" y="4325752"/>
            <a:ext cx="2200206" cy="63002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3C3D3E"/>
                </a:solidFill>
                <a:effectLst/>
              </a:rPr>
              <a:t>Read-only-Pfad prüft das Ergebnis</a:t>
            </a:r>
          </a:p>
          <a:p>
            <a:pPr algn="l">
              <a:buNone/>
            </a:pPr>
            <a:r>
              <a:rPr lang="en-US" sz="100">
                <a:effectLst/>
              </a:rPr>
              <a:t> </a:t>
            </a:r>
            <a:endParaRPr lang="en-US">
              <a:latin typeface="Barlow Condensed Light" panose="00000406000000000000" pitchFamily="2" charset="0"/>
            </a:endParaRPr>
          </a:p>
        </p:txBody>
      </p:sp>
      <p:sp>
        <p:nvSpPr>
          <p:cNvPr id="3556" name="Rectangle 3555">
            <a:extLst>
              <a:ext uri="{FF2B5EF4-FFF2-40B4-BE49-F238E27FC236}">
                <a16:creationId xmlns:a16="http://schemas.microsoft.com/office/drawing/2014/main" id="{7A72197F-82ED-890F-591C-7A8B8E06BCF9}"/>
              </a:ext>
            </a:extLst>
          </p:cNvPr>
          <p:cNvSpPr/>
          <p:nvPr/>
        </p:nvSpPr>
        <p:spPr>
          <a:xfrm>
            <a:off x="468000" y="5150000"/>
            <a:ext cx="5150412" cy="1100000"/>
          </a:xfrm>
          <a:prstGeom prst="rect">
            <a:avLst/>
          </a:prstGeom>
          <a:solidFill>
            <a:srgbClr val="E3F5F8"/>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3582" name="Rectangle 3581">
            <a:extLst>
              <a:ext uri="{FF2B5EF4-FFF2-40B4-BE49-F238E27FC236}">
                <a16:creationId xmlns:a16="http://schemas.microsoft.com/office/drawing/2014/main" id="{D1F9B572-759C-8CB0-0CDD-73B2AD6A4E42}"/>
              </a:ext>
            </a:extLst>
          </p:cNvPr>
          <p:cNvSpPr/>
          <p:nvPr/>
        </p:nvSpPr>
        <p:spPr>
          <a:xfrm>
            <a:off x="5768412" y="5150000"/>
            <a:ext cx="5150413" cy="1100000"/>
          </a:xfrm>
          <a:prstGeom prst="rect">
            <a:avLst/>
          </a:prstGeom>
          <a:solidFill>
            <a:srgbClr val="E4EAEF"/>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3609" name="Rectangle 3608">
            <a:extLst>
              <a:ext uri="{FF2B5EF4-FFF2-40B4-BE49-F238E27FC236}">
                <a16:creationId xmlns:a16="http://schemas.microsoft.com/office/drawing/2014/main" id="{404BA47D-76F4-ACF6-92F1-EF6119FB817A}"/>
              </a:ext>
            </a:extLst>
          </p:cNvPr>
          <p:cNvSpPr/>
          <p:nvPr/>
        </p:nvSpPr>
        <p:spPr>
          <a:xfrm>
            <a:off x="648000" y="5230000"/>
            <a:ext cx="4790412" cy="3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007A8A"/>
                </a:solidFill>
                <a:effectLst/>
                <a:latin typeface="Barlow Condensed Medium" panose="00000606000000000000" pitchFamily="2" charset="0"/>
              </a:rPr>
              <a:t>Für Entscheider</a:t>
            </a:r>
          </a:p>
          <a:p>
            <a:pPr algn="l">
              <a:buNone/>
            </a:pPr>
            <a:r>
              <a:rPr lang="en-US" sz="100">
                <a:effectLst/>
              </a:rPr>
              <a:t> </a:t>
            </a:r>
            <a:endParaRPr lang="en-US">
              <a:latin typeface="Barlow Condensed Light" panose="00000406000000000000" pitchFamily="2" charset="0"/>
            </a:endParaRPr>
          </a:p>
        </p:txBody>
      </p:sp>
      <p:sp>
        <p:nvSpPr>
          <p:cNvPr id="3637" name="Rectangle 3636">
            <a:extLst>
              <a:ext uri="{FF2B5EF4-FFF2-40B4-BE49-F238E27FC236}">
                <a16:creationId xmlns:a16="http://schemas.microsoft.com/office/drawing/2014/main" id="{8E33AC23-96CE-ACDA-5790-648F232266EB}"/>
              </a:ext>
            </a:extLst>
          </p:cNvPr>
          <p:cNvSpPr/>
          <p:nvPr/>
        </p:nvSpPr>
        <p:spPr>
          <a:xfrm>
            <a:off x="5948412" y="5230000"/>
            <a:ext cx="4790412" cy="3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004068"/>
                </a:solidFill>
                <a:effectLst/>
                <a:latin typeface="Barlow Condensed Medium" panose="00000606000000000000" pitchFamily="2" charset="0"/>
              </a:rPr>
              <a:t>Für Administratoren</a:t>
            </a:r>
          </a:p>
          <a:p>
            <a:pPr algn="l">
              <a:buNone/>
            </a:pPr>
            <a:r>
              <a:rPr lang="en-US" sz="100">
                <a:effectLst/>
              </a:rPr>
              <a:t> </a:t>
            </a:r>
            <a:endParaRPr lang="en-US">
              <a:latin typeface="Barlow Condensed Light" panose="00000406000000000000" pitchFamily="2" charset="0"/>
            </a:endParaRPr>
          </a:p>
        </p:txBody>
      </p:sp>
      <p:sp>
        <p:nvSpPr>
          <p:cNvPr id="3666" name="Rectangle 3665">
            <a:extLst>
              <a:ext uri="{FF2B5EF4-FFF2-40B4-BE49-F238E27FC236}">
                <a16:creationId xmlns:a16="http://schemas.microsoft.com/office/drawing/2014/main" id="{E2A52F9F-4C31-E3D8-D09F-6F0A5CEBA715}"/>
              </a:ext>
            </a:extLst>
          </p:cNvPr>
          <p:cNvSpPr/>
          <p:nvPr/>
        </p:nvSpPr>
        <p:spPr>
          <a:xfrm>
            <a:off x="648000" y="5570000"/>
            <a:ext cx="4790412" cy="5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300">
                <a:solidFill>
                  <a:srgbClr val="3C3D3E"/>
                </a:solidFill>
                <a:effectLst/>
              </a:rPr>
              <a:t>Governance und Kontrolle bleiben erhalten – der Agent handelt nur innerhalb definierter Leitplanken.</a:t>
            </a:r>
          </a:p>
          <a:p>
            <a:pPr algn="l">
              <a:buNone/>
            </a:pPr>
            <a:r>
              <a:rPr lang="en-US" sz="100">
                <a:effectLst/>
              </a:rPr>
              <a:t> </a:t>
            </a:r>
            <a:endParaRPr lang="en-US">
              <a:latin typeface="Barlow Condensed Light" panose="00000406000000000000" pitchFamily="2" charset="0"/>
            </a:endParaRPr>
          </a:p>
        </p:txBody>
      </p:sp>
      <p:sp>
        <p:nvSpPr>
          <p:cNvPr id="3696" name="Rectangle 3695">
            <a:extLst>
              <a:ext uri="{FF2B5EF4-FFF2-40B4-BE49-F238E27FC236}">
                <a16:creationId xmlns:a16="http://schemas.microsoft.com/office/drawing/2014/main" id="{679925C9-D608-5F4D-0E2B-A737AC5302F9}"/>
              </a:ext>
            </a:extLst>
          </p:cNvPr>
          <p:cNvSpPr/>
          <p:nvPr/>
        </p:nvSpPr>
        <p:spPr>
          <a:xfrm>
            <a:off x="5948412" y="5570000"/>
            <a:ext cx="4790412" cy="5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300">
                <a:solidFill>
                  <a:srgbClr val="3C3D3E"/>
                </a:solidFill>
                <a:effectLst/>
              </a:rPr>
              <a:t>Technische Berechtigungen begrenzen, was der Agent tatsächlich tun kann – nicht der Prompt.</a:t>
            </a:r>
          </a:p>
          <a:p>
            <a:pPr algn="l">
              <a:buNone/>
            </a:pPr>
            <a:r>
              <a:rPr lang="en-US" sz="100">
                <a:effectLst/>
              </a:rPr>
              <a:t> </a:t>
            </a:r>
            <a:endParaRPr lang="en-US">
              <a:latin typeface="Barlow Condensed Light" panose="00000406000000000000" pitchFamily="2" charset="0"/>
            </a:endParaRPr>
          </a:p>
        </p:txBody>
      </p:sp>
      <p:sp>
        <p:nvSpPr>
          <p:cNvPr id="4586" name="Rectangle 4585">
            <a:extLst>
              <a:ext uri="{FF2B5EF4-FFF2-40B4-BE49-F238E27FC236}">
                <a16:creationId xmlns:a16="http://schemas.microsoft.com/office/drawing/2014/main" id="{C9A26E76-1078-D4F0-BAD8-3B61F6B51A97}"/>
              </a:ext>
            </a:extLst>
          </p:cNvPr>
          <p:cNvSpPr/>
          <p:nvPr/>
        </p:nvSpPr>
        <p:spPr>
          <a:xfrm>
            <a:off x="8418618" y="2550000"/>
            <a:ext cx="2500206" cy="1150000"/>
          </a:xfrm>
          <a:prstGeom prst="rect">
            <a:avLst/>
          </a:prstGeom>
          <a:solidFill>
            <a:srgbClr val="F2F4F6"/>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a:solidFill>
                  <a:srgbClr val="3C3D3E"/>
                </a:solidFill>
                <a:effectLst/>
              </a:rPr>
              <a:t> </a:t>
            </a:r>
            <a:endParaRPr lang="en-US">
              <a:latin typeface="Barlow Condensed Light" panose="00000406000000000000" pitchFamily="2" charset="0"/>
            </a:endParaRPr>
          </a:p>
        </p:txBody>
      </p:sp>
      <p:sp>
        <p:nvSpPr>
          <p:cNvPr id="4588" name="Rectangle 4587">
            <a:extLst>
              <a:ext uri="{FF2B5EF4-FFF2-40B4-BE49-F238E27FC236}">
                <a16:creationId xmlns:a16="http://schemas.microsoft.com/office/drawing/2014/main" id="{DC8C63E2-7653-A75C-D54E-F6050307FB5D}"/>
              </a:ext>
            </a:extLst>
          </p:cNvPr>
          <p:cNvSpPr/>
          <p:nvPr/>
        </p:nvSpPr>
        <p:spPr>
          <a:xfrm>
            <a:off x="8568618" y="2630000"/>
            <a:ext cx="2200206" cy="5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004068"/>
                </a:solidFill>
                <a:effectLst/>
                <a:latin typeface="Barlow Condensed Medium" panose="00000606000000000000" pitchFamily="2" charset="0"/>
              </a:rPr>
              <a:t>LDAPS</a:t>
            </a:r>
          </a:p>
          <a:p>
            <a:pPr algn="l">
              <a:buNone/>
            </a:pPr>
            <a:r>
              <a:rPr lang="en-US" sz="100">
                <a:effectLst/>
              </a:rPr>
              <a:t> </a:t>
            </a:r>
            <a:endParaRPr lang="en-US">
              <a:latin typeface="Barlow Condensed Light" panose="00000406000000000000" pitchFamily="2" charset="0"/>
            </a:endParaRPr>
          </a:p>
        </p:txBody>
      </p:sp>
      <p:sp>
        <p:nvSpPr>
          <p:cNvPr id="4591" name="Rectangle 4590">
            <a:extLst>
              <a:ext uri="{FF2B5EF4-FFF2-40B4-BE49-F238E27FC236}">
                <a16:creationId xmlns:a16="http://schemas.microsoft.com/office/drawing/2014/main" id="{6D0851F7-857B-1299-DD1B-CBC030AAEA11}"/>
              </a:ext>
            </a:extLst>
          </p:cNvPr>
          <p:cNvSpPr/>
          <p:nvPr/>
        </p:nvSpPr>
        <p:spPr>
          <a:xfrm>
            <a:off x="8568618" y="3025752"/>
            <a:ext cx="2200206" cy="63002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3C3D3E"/>
                </a:solidFill>
                <a:effectLst/>
              </a:rPr>
              <a:t>Verschlüsselt zum Domain Controller (TCP 636)</a:t>
            </a:r>
          </a:p>
          <a:p>
            <a:pPr algn="l">
              <a:buNone/>
            </a:pPr>
            <a:r>
              <a:rPr lang="en-US" sz="100">
                <a:effectLst/>
              </a:rPr>
              <a:t> </a:t>
            </a:r>
            <a:endParaRPr lang="en-US">
              <a:latin typeface="Barlow Condensed Light" panose="00000406000000000000" pitchFamily="2" charset="0"/>
            </a:endParaRPr>
          </a:p>
        </p:txBody>
      </p:sp>
    </p:spTree>
    <p:extLst>
      <p:ext uri="{BB962C8B-B14F-4D97-AF65-F5344CB8AC3E}">
        <p14:creationId xmlns:p14="http://schemas.microsoft.com/office/powerpoint/2010/main" val="31449732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Untertitel 6">
            <a:extLst>
              <a:ext uri="{FF2B5EF4-FFF2-40B4-BE49-F238E27FC236}">
                <a16:creationId xmlns:a16="http://schemas.microsoft.com/office/drawing/2014/main" id="{C255CA80-702A-2F18-1DAA-D490892E5A65}"/>
              </a:ext>
            </a:extLst>
          </p:cNvPr>
          <p:cNvSpPr>
            <a:spLocks noGrp="1"/>
          </p:cNvSpPr>
          <p:nvPr>
            <p:ph type="subTitle" idx="1"/>
          </p:nvPr>
        </p:nvSpPr>
        <p:spPr/>
        <p:txBody>
          <a:bodyPr/>
          <a:lstStyle/>
          <a:p>
            <a:r>
              <a:rPr lang="de-DE"/>
              <a:t>Wie aus einem Vorschlag eine kontrollierte Änderung wird</a:t>
            </a:r>
          </a:p>
        </p:txBody>
      </p:sp>
      <p:sp>
        <p:nvSpPr>
          <p:cNvPr id="2" name="Slide Number Placeholder 1">
            <a:extLst>
              <a:ext uri="{FF2B5EF4-FFF2-40B4-BE49-F238E27FC236}">
                <a16:creationId xmlns:a16="http://schemas.microsoft.com/office/drawing/2014/main" id="{822DBF39-C400-6D47-46AA-452876941AD0}"/>
              </a:ext>
            </a:extLst>
          </p:cNvPr>
          <p:cNvSpPr>
            <a:spLocks noGrp="1"/>
          </p:cNvSpPr>
          <p:nvPr>
            <p:ph type="sldNum" sz="quarter" idx="11"/>
          </p:nvPr>
        </p:nvSpPr>
        <p:spPr>
          <a:xfrm>
            <a:off x="11277376" y="417380"/>
            <a:ext cx="914622" cy="365125"/>
          </a:xfrm>
        </p:spPr>
        <p:txBody>
          <a:bodyPr/>
          <a:lstStyle/>
          <a:p>
            <a:fld id="{9678312F-8BDE-4502-9E53-473B40D118CD}" type="slidenum">
              <a:rPr lang="de-DE" smtClean="0"/>
              <a:pPr/>
              <a:t>13</a:t>
            </a:fld>
            <a:endParaRPr lang="de-DE"/>
          </a:p>
        </p:txBody>
      </p:sp>
      <p:sp>
        <p:nvSpPr>
          <p:cNvPr id="6" name="Titel 5">
            <a:extLst>
              <a:ext uri="{FF2B5EF4-FFF2-40B4-BE49-F238E27FC236}">
                <a16:creationId xmlns:a16="http://schemas.microsoft.com/office/drawing/2014/main" id="{C7CE2544-7F8C-4E83-64ED-8CD236C4365B}"/>
              </a:ext>
            </a:extLst>
          </p:cNvPr>
          <p:cNvSpPr>
            <a:spLocks noGrp="1"/>
          </p:cNvSpPr>
          <p:nvPr>
            <p:ph type="title"/>
          </p:nvPr>
        </p:nvSpPr>
        <p:spPr/>
        <p:txBody>
          <a:bodyPr/>
          <a:lstStyle/>
          <a:p>
            <a:r>
              <a:rPr lang="de-DE"/>
              <a:t>Human Approval im Detail</a:t>
            </a:r>
          </a:p>
        </p:txBody>
      </p:sp>
      <p:sp>
        <p:nvSpPr>
          <p:cNvPr id="11177" name="Rectangle 11176">
            <a:extLst>
              <a:ext uri="{FF2B5EF4-FFF2-40B4-BE49-F238E27FC236}">
                <a16:creationId xmlns:a16="http://schemas.microsoft.com/office/drawing/2014/main" id="{D7330768-A7E9-BE37-E30C-ECB55C1AD4CC}"/>
              </a:ext>
            </a:extLst>
          </p:cNvPr>
          <p:cNvSpPr/>
          <p:nvPr/>
        </p:nvSpPr>
        <p:spPr>
          <a:xfrm>
            <a:off x="468000" y="1950000"/>
            <a:ext cx="1633470" cy="520000"/>
          </a:xfrm>
          <a:prstGeom prst="rect">
            <a:avLst/>
          </a:prstGeom>
          <a:solidFill>
            <a:srgbClr val="00ACC4"/>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2200" b="1">
                <a:solidFill>
                  <a:srgbClr val="000000"/>
                </a:solidFill>
                <a:effectLst/>
                <a:latin typeface="Barlow Condensed Medium" panose="00000606000000000000" pitchFamily="2" charset="0"/>
              </a:rPr>
              <a:t>1</a:t>
            </a:r>
          </a:p>
          <a:p>
            <a:pPr algn="ctr">
              <a:buNone/>
            </a:pPr>
            <a:r>
              <a:rPr lang="en-US" sz="100">
                <a:effectLst/>
              </a:rPr>
              <a:t> </a:t>
            </a:r>
            <a:endParaRPr lang="en-US">
              <a:latin typeface="Barlow Condensed Light" panose="00000406000000000000" pitchFamily="2" charset="0"/>
            </a:endParaRPr>
          </a:p>
        </p:txBody>
      </p:sp>
      <p:sp>
        <p:nvSpPr>
          <p:cNvPr id="11179" name="Rectangle 11178">
            <a:extLst>
              <a:ext uri="{FF2B5EF4-FFF2-40B4-BE49-F238E27FC236}">
                <a16:creationId xmlns:a16="http://schemas.microsoft.com/office/drawing/2014/main" id="{EFC7C605-33C2-EB7B-4036-E194C920360A}"/>
              </a:ext>
            </a:extLst>
          </p:cNvPr>
          <p:cNvSpPr/>
          <p:nvPr/>
        </p:nvSpPr>
        <p:spPr>
          <a:xfrm>
            <a:off x="468000" y="2470000"/>
            <a:ext cx="1633470" cy="1780000"/>
          </a:xfrm>
          <a:prstGeom prst="rect">
            <a:avLst/>
          </a:prstGeom>
          <a:solidFill>
            <a:srgbClr val="F2F4F6"/>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a:solidFill>
                  <a:srgbClr val="3C3D3E"/>
                </a:solidFill>
                <a:effectLst/>
              </a:rPr>
              <a:t> </a:t>
            </a:r>
            <a:endParaRPr lang="en-US">
              <a:latin typeface="Barlow Condensed Light" panose="00000406000000000000" pitchFamily="2" charset="0"/>
            </a:endParaRPr>
          </a:p>
        </p:txBody>
      </p:sp>
      <p:sp>
        <p:nvSpPr>
          <p:cNvPr id="11182" name="Rectangle 11181">
            <a:extLst>
              <a:ext uri="{FF2B5EF4-FFF2-40B4-BE49-F238E27FC236}">
                <a16:creationId xmlns:a16="http://schemas.microsoft.com/office/drawing/2014/main" id="{76AF3953-7D64-A73E-A940-903B76B045EE}"/>
              </a:ext>
            </a:extLst>
          </p:cNvPr>
          <p:cNvSpPr/>
          <p:nvPr/>
        </p:nvSpPr>
        <p:spPr>
          <a:xfrm>
            <a:off x="528000" y="2550000"/>
            <a:ext cx="1513470" cy="4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300" b="1">
                <a:solidFill>
                  <a:srgbClr val="004068"/>
                </a:solidFill>
                <a:effectLst/>
                <a:latin typeface="Barlow Condensed Medium" panose="00000606000000000000" pitchFamily="2" charset="0"/>
              </a:rPr>
              <a:t>Vorschlag</a:t>
            </a:r>
            <a:endParaRPr lang="en-US">
              <a:latin typeface="Barlow Condensed Light" panose="00000406000000000000" pitchFamily="2" charset="0"/>
            </a:endParaRPr>
          </a:p>
        </p:txBody>
      </p:sp>
      <p:sp>
        <p:nvSpPr>
          <p:cNvPr id="11186" name="Rectangle 11185">
            <a:extLst>
              <a:ext uri="{FF2B5EF4-FFF2-40B4-BE49-F238E27FC236}">
                <a16:creationId xmlns:a16="http://schemas.microsoft.com/office/drawing/2014/main" id="{9F7DD153-1C60-AA87-F29C-B4569D42F56A}"/>
              </a:ext>
            </a:extLst>
          </p:cNvPr>
          <p:cNvSpPr/>
          <p:nvPr/>
        </p:nvSpPr>
        <p:spPr>
          <a:xfrm>
            <a:off x="568000" y="3050000"/>
            <a:ext cx="1433470" cy="11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a:solidFill>
                  <a:srgbClr val="3C3D3E"/>
                </a:solidFill>
                <a:effectLst/>
              </a:rPr>
              <a:t>Remediation-Plan mit Begründung und betroffenem Objekt</a:t>
            </a:r>
          </a:p>
          <a:p>
            <a:pPr algn="ctr">
              <a:buNone/>
            </a:pPr>
            <a:r>
              <a:rPr lang="en-US" sz="100">
                <a:effectLst/>
              </a:rPr>
              <a:t> </a:t>
            </a:r>
            <a:endParaRPr lang="en-US">
              <a:latin typeface="Barlow Condensed Light" panose="00000406000000000000" pitchFamily="2" charset="0"/>
            </a:endParaRPr>
          </a:p>
        </p:txBody>
      </p:sp>
      <p:sp>
        <p:nvSpPr>
          <p:cNvPr id="11191" name="Rectangle 11190">
            <a:extLst>
              <a:ext uri="{FF2B5EF4-FFF2-40B4-BE49-F238E27FC236}">
                <a16:creationId xmlns:a16="http://schemas.microsoft.com/office/drawing/2014/main" id="{524B7CA9-7D2E-3F7D-C30E-DD27EF8E8801}"/>
              </a:ext>
            </a:extLst>
          </p:cNvPr>
          <p:cNvSpPr/>
          <p:nvPr/>
        </p:nvSpPr>
        <p:spPr>
          <a:xfrm>
            <a:off x="2231470" y="1950000"/>
            <a:ext cx="1633470" cy="520000"/>
          </a:xfrm>
          <a:prstGeom prst="rect">
            <a:avLst/>
          </a:prstGeom>
          <a:solidFill>
            <a:srgbClr val="004068"/>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2200" b="1">
                <a:solidFill>
                  <a:srgbClr val="FFFFFF"/>
                </a:solidFill>
                <a:effectLst/>
                <a:latin typeface="Barlow Condensed Medium" panose="00000606000000000000" pitchFamily="2" charset="0"/>
              </a:rPr>
              <a:t>2</a:t>
            </a:r>
          </a:p>
          <a:p>
            <a:pPr algn="ctr">
              <a:buNone/>
            </a:pPr>
            <a:r>
              <a:rPr lang="en-US" sz="100">
                <a:effectLst/>
              </a:rPr>
              <a:t> </a:t>
            </a:r>
            <a:endParaRPr lang="en-US">
              <a:latin typeface="Barlow Condensed Light" panose="00000406000000000000" pitchFamily="2" charset="0"/>
            </a:endParaRPr>
          </a:p>
        </p:txBody>
      </p:sp>
      <p:sp>
        <p:nvSpPr>
          <p:cNvPr id="11197" name="Rectangle 11196">
            <a:extLst>
              <a:ext uri="{FF2B5EF4-FFF2-40B4-BE49-F238E27FC236}">
                <a16:creationId xmlns:a16="http://schemas.microsoft.com/office/drawing/2014/main" id="{01D8755A-E21D-F8C0-7D04-1D643CE9745A}"/>
              </a:ext>
            </a:extLst>
          </p:cNvPr>
          <p:cNvSpPr/>
          <p:nvPr/>
        </p:nvSpPr>
        <p:spPr>
          <a:xfrm>
            <a:off x="2231470" y="2470000"/>
            <a:ext cx="1633470" cy="1780000"/>
          </a:xfrm>
          <a:prstGeom prst="rect">
            <a:avLst/>
          </a:prstGeom>
          <a:solidFill>
            <a:srgbClr val="F2F4F6"/>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a:solidFill>
                  <a:srgbClr val="3C3D3E"/>
                </a:solidFill>
                <a:effectLst/>
              </a:rPr>
              <a:t> </a:t>
            </a:r>
            <a:endParaRPr lang="en-US">
              <a:latin typeface="Barlow Condensed Light" panose="00000406000000000000" pitchFamily="2" charset="0"/>
            </a:endParaRPr>
          </a:p>
        </p:txBody>
      </p:sp>
      <p:sp>
        <p:nvSpPr>
          <p:cNvPr id="11204" name="Rectangle 11203">
            <a:extLst>
              <a:ext uri="{FF2B5EF4-FFF2-40B4-BE49-F238E27FC236}">
                <a16:creationId xmlns:a16="http://schemas.microsoft.com/office/drawing/2014/main" id="{55A839BE-9E9D-B094-BE3F-BFE4533F95B9}"/>
              </a:ext>
            </a:extLst>
          </p:cNvPr>
          <p:cNvSpPr/>
          <p:nvPr/>
        </p:nvSpPr>
        <p:spPr>
          <a:xfrm>
            <a:off x="2291470" y="2550000"/>
            <a:ext cx="1513470" cy="4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300" b="1">
                <a:solidFill>
                  <a:srgbClr val="004068"/>
                </a:solidFill>
                <a:effectLst/>
                <a:latin typeface="Barlow Condensed Medium" panose="00000606000000000000" pitchFamily="2" charset="0"/>
              </a:rPr>
              <a:t>Tool-Aufruf</a:t>
            </a:r>
          </a:p>
          <a:p>
            <a:pPr algn="ctr">
              <a:buNone/>
            </a:pPr>
            <a:r>
              <a:rPr lang="en-US" sz="100">
                <a:effectLst/>
              </a:rPr>
              <a:t> </a:t>
            </a:r>
            <a:endParaRPr lang="en-US">
              <a:latin typeface="Barlow Condensed Light" panose="00000406000000000000" pitchFamily="2" charset="0"/>
            </a:endParaRPr>
          </a:p>
        </p:txBody>
      </p:sp>
      <p:sp>
        <p:nvSpPr>
          <p:cNvPr id="11212" name="Rectangle 11211">
            <a:extLst>
              <a:ext uri="{FF2B5EF4-FFF2-40B4-BE49-F238E27FC236}">
                <a16:creationId xmlns:a16="http://schemas.microsoft.com/office/drawing/2014/main" id="{C752867E-B0CC-C0A2-66FC-16E3F320BC5E}"/>
              </a:ext>
            </a:extLst>
          </p:cNvPr>
          <p:cNvSpPr/>
          <p:nvPr/>
        </p:nvSpPr>
        <p:spPr>
          <a:xfrm>
            <a:off x="2331470" y="3050000"/>
            <a:ext cx="1433470" cy="11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a:solidFill>
                  <a:srgbClr val="3C3D3E"/>
                </a:solidFill>
                <a:effectLst/>
              </a:rPr>
              <a:t>disable_user über den Remediation MCP – noch nicht ausgeführt</a:t>
            </a:r>
          </a:p>
          <a:p>
            <a:pPr algn="ctr">
              <a:buNone/>
            </a:pPr>
            <a:r>
              <a:rPr lang="en-US" sz="100">
                <a:effectLst/>
              </a:rPr>
              <a:t> </a:t>
            </a:r>
            <a:endParaRPr lang="en-US">
              <a:latin typeface="Barlow Condensed Light" panose="00000406000000000000" pitchFamily="2" charset="0"/>
            </a:endParaRPr>
          </a:p>
        </p:txBody>
      </p:sp>
      <p:sp>
        <p:nvSpPr>
          <p:cNvPr id="11221" name="Rectangle 11220">
            <a:extLst>
              <a:ext uri="{FF2B5EF4-FFF2-40B4-BE49-F238E27FC236}">
                <a16:creationId xmlns:a16="http://schemas.microsoft.com/office/drawing/2014/main" id="{EFC5E563-1E11-E46C-04BF-8B4EF5B6CF28}"/>
              </a:ext>
            </a:extLst>
          </p:cNvPr>
          <p:cNvSpPr/>
          <p:nvPr/>
        </p:nvSpPr>
        <p:spPr>
          <a:xfrm>
            <a:off x="3994941" y="1950000"/>
            <a:ext cx="1633470" cy="520000"/>
          </a:xfrm>
          <a:prstGeom prst="rect">
            <a:avLst/>
          </a:prstGeom>
          <a:solidFill>
            <a:srgbClr val="F6871F"/>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2200" b="1">
                <a:solidFill>
                  <a:srgbClr val="000000"/>
                </a:solidFill>
                <a:effectLst/>
                <a:latin typeface="Barlow Condensed Medium" panose="00000606000000000000" pitchFamily="2" charset="0"/>
              </a:rPr>
              <a:t>3</a:t>
            </a:r>
          </a:p>
          <a:p>
            <a:pPr algn="ctr">
              <a:buNone/>
            </a:pPr>
            <a:r>
              <a:rPr lang="en-US" sz="100">
                <a:effectLst/>
              </a:rPr>
              <a:t> </a:t>
            </a:r>
            <a:endParaRPr lang="en-US">
              <a:latin typeface="Barlow Condensed Light" panose="00000406000000000000" pitchFamily="2" charset="0"/>
            </a:endParaRPr>
          </a:p>
        </p:txBody>
      </p:sp>
      <p:sp>
        <p:nvSpPr>
          <p:cNvPr id="11231" name="Rectangle 11230">
            <a:extLst>
              <a:ext uri="{FF2B5EF4-FFF2-40B4-BE49-F238E27FC236}">
                <a16:creationId xmlns:a16="http://schemas.microsoft.com/office/drawing/2014/main" id="{C7BF26C6-2AAF-3C35-F632-2DA43535CC45}"/>
              </a:ext>
            </a:extLst>
          </p:cNvPr>
          <p:cNvSpPr/>
          <p:nvPr/>
        </p:nvSpPr>
        <p:spPr>
          <a:xfrm>
            <a:off x="3994941" y="2470000"/>
            <a:ext cx="1633470" cy="1780000"/>
          </a:xfrm>
          <a:prstGeom prst="rect">
            <a:avLst/>
          </a:prstGeom>
          <a:solidFill>
            <a:srgbClr val="FDEEDF"/>
          </a:solidFill>
          <a:ln w="19050">
            <a:solidFill>
              <a:srgbClr val="F6871F"/>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a:solidFill>
                  <a:srgbClr val="736D62"/>
                </a:solidFill>
                <a:effectLst/>
              </a:rPr>
              <a:t> </a:t>
            </a:r>
            <a:endParaRPr lang="en-US">
              <a:latin typeface="Barlow Condensed Light" panose="00000406000000000000" pitchFamily="2" charset="0"/>
            </a:endParaRPr>
          </a:p>
        </p:txBody>
      </p:sp>
      <p:sp>
        <p:nvSpPr>
          <p:cNvPr id="11242" name="Rectangle 11241">
            <a:extLst>
              <a:ext uri="{FF2B5EF4-FFF2-40B4-BE49-F238E27FC236}">
                <a16:creationId xmlns:a16="http://schemas.microsoft.com/office/drawing/2014/main" id="{9E0D6F21-DC4A-A2F3-28A4-0224ABD2022A}"/>
              </a:ext>
            </a:extLst>
          </p:cNvPr>
          <p:cNvSpPr/>
          <p:nvPr/>
        </p:nvSpPr>
        <p:spPr>
          <a:xfrm>
            <a:off x="4054941" y="2550000"/>
            <a:ext cx="1513470" cy="4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300" b="1">
                <a:solidFill>
                  <a:srgbClr val="004068"/>
                </a:solidFill>
                <a:effectLst/>
                <a:latin typeface="Barlow Condensed Medium" panose="00000606000000000000" pitchFamily="2" charset="0"/>
              </a:rPr>
              <a:t>Approval Gate</a:t>
            </a:r>
          </a:p>
          <a:p>
            <a:pPr algn="ctr">
              <a:buNone/>
            </a:pPr>
            <a:r>
              <a:rPr lang="en-US" sz="100">
                <a:effectLst/>
              </a:rPr>
              <a:t> </a:t>
            </a:r>
            <a:endParaRPr lang="en-US">
              <a:latin typeface="Barlow Condensed Light" panose="00000406000000000000" pitchFamily="2" charset="0"/>
            </a:endParaRPr>
          </a:p>
        </p:txBody>
      </p:sp>
      <p:sp>
        <p:nvSpPr>
          <p:cNvPr id="11254" name="Rectangle 11253">
            <a:extLst>
              <a:ext uri="{FF2B5EF4-FFF2-40B4-BE49-F238E27FC236}">
                <a16:creationId xmlns:a16="http://schemas.microsoft.com/office/drawing/2014/main" id="{8ACD84BA-BDEE-6720-70B1-8984C0B4CF19}"/>
              </a:ext>
            </a:extLst>
          </p:cNvPr>
          <p:cNvSpPr/>
          <p:nvPr/>
        </p:nvSpPr>
        <p:spPr>
          <a:xfrm>
            <a:off x="4094941" y="3050000"/>
            <a:ext cx="1433470" cy="11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a:solidFill>
                  <a:srgbClr val="3C3D3E"/>
                </a:solidFill>
                <a:effectLst/>
              </a:rPr>
              <a:t>Foundry stoppt und zeigt dem Menschen Aktion, Ziel und Kontext</a:t>
            </a:r>
          </a:p>
          <a:p>
            <a:pPr algn="ctr">
              <a:buNone/>
            </a:pPr>
            <a:r>
              <a:rPr lang="en-US" sz="100">
                <a:effectLst/>
              </a:rPr>
              <a:t> </a:t>
            </a:r>
            <a:endParaRPr lang="en-US">
              <a:latin typeface="Barlow Condensed Light" panose="00000406000000000000" pitchFamily="2" charset="0"/>
            </a:endParaRPr>
          </a:p>
        </p:txBody>
      </p:sp>
      <p:sp>
        <p:nvSpPr>
          <p:cNvPr id="11267" name="Rectangle 11266">
            <a:extLst>
              <a:ext uri="{FF2B5EF4-FFF2-40B4-BE49-F238E27FC236}">
                <a16:creationId xmlns:a16="http://schemas.microsoft.com/office/drawing/2014/main" id="{A8A31B76-848D-6647-572F-F237360F96D0}"/>
              </a:ext>
            </a:extLst>
          </p:cNvPr>
          <p:cNvSpPr/>
          <p:nvPr/>
        </p:nvSpPr>
        <p:spPr>
          <a:xfrm>
            <a:off x="5758412" y="1950000"/>
            <a:ext cx="1633470" cy="520000"/>
          </a:xfrm>
          <a:prstGeom prst="rect">
            <a:avLst/>
          </a:prstGeom>
          <a:solidFill>
            <a:srgbClr val="F6871F"/>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2200" b="1">
                <a:solidFill>
                  <a:srgbClr val="000000"/>
                </a:solidFill>
                <a:effectLst/>
                <a:latin typeface="Barlow Condensed Medium" panose="00000606000000000000" pitchFamily="2" charset="0"/>
              </a:rPr>
              <a:t>4</a:t>
            </a:r>
          </a:p>
          <a:p>
            <a:pPr algn="ctr">
              <a:buNone/>
            </a:pPr>
            <a:r>
              <a:rPr lang="en-US" sz="100">
                <a:effectLst/>
              </a:rPr>
              <a:t> </a:t>
            </a:r>
            <a:endParaRPr lang="en-US">
              <a:latin typeface="Barlow Condensed Light" panose="00000406000000000000" pitchFamily="2" charset="0"/>
            </a:endParaRPr>
          </a:p>
        </p:txBody>
      </p:sp>
      <p:sp>
        <p:nvSpPr>
          <p:cNvPr id="11281" name="Rectangle 11280">
            <a:extLst>
              <a:ext uri="{FF2B5EF4-FFF2-40B4-BE49-F238E27FC236}">
                <a16:creationId xmlns:a16="http://schemas.microsoft.com/office/drawing/2014/main" id="{95F5BBDC-87CF-4E1B-5390-DB69AD23627D}"/>
              </a:ext>
            </a:extLst>
          </p:cNvPr>
          <p:cNvSpPr/>
          <p:nvPr/>
        </p:nvSpPr>
        <p:spPr>
          <a:xfrm>
            <a:off x="5758412" y="2470000"/>
            <a:ext cx="1633470" cy="1780000"/>
          </a:xfrm>
          <a:prstGeom prst="rect">
            <a:avLst/>
          </a:prstGeom>
          <a:solidFill>
            <a:srgbClr val="FDEEDF"/>
          </a:solidFill>
          <a:ln w="19050">
            <a:solidFill>
              <a:srgbClr val="F6871F"/>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a:solidFill>
                  <a:srgbClr val="736D62"/>
                </a:solidFill>
                <a:effectLst/>
              </a:rPr>
              <a:t> </a:t>
            </a:r>
            <a:endParaRPr lang="en-US">
              <a:latin typeface="Barlow Condensed Light" panose="00000406000000000000" pitchFamily="2" charset="0"/>
            </a:endParaRPr>
          </a:p>
        </p:txBody>
      </p:sp>
      <p:sp>
        <p:nvSpPr>
          <p:cNvPr id="11296" name="Rectangle 11295">
            <a:extLst>
              <a:ext uri="{FF2B5EF4-FFF2-40B4-BE49-F238E27FC236}">
                <a16:creationId xmlns:a16="http://schemas.microsoft.com/office/drawing/2014/main" id="{4088D0CE-D7A3-6CDA-EDBC-F199E33099E8}"/>
              </a:ext>
            </a:extLst>
          </p:cNvPr>
          <p:cNvSpPr/>
          <p:nvPr/>
        </p:nvSpPr>
        <p:spPr>
          <a:xfrm>
            <a:off x="5818412" y="2550000"/>
            <a:ext cx="1513470" cy="4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300" b="1">
                <a:solidFill>
                  <a:srgbClr val="004068"/>
                </a:solidFill>
                <a:effectLst/>
                <a:latin typeface="Barlow Condensed Medium" panose="00000606000000000000" pitchFamily="2" charset="0"/>
              </a:rPr>
              <a:t>Entscheidung</a:t>
            </a:r>
          </a:p>
          <a:p>
            <a:pPr algn="ctr">
              <a:buNone/>
            </a:pPr>
            <a:r>
              <a:rPr lang="en-US" sz="100">
                <a:effectLst/>
              </a:rPr>
              <a:t> </a:t>
            </a:r>
            <a:endParaRPr lang="en-US">
              <a:latin typeface="Barlow Condensed Light" panose="00000406000000000000" pitchFamily="2" charset="0"/>
            </a:endParaRPr>
          </a:p>
        </p:txBody>
      </p:sp>
      <p:sp>
        <p:nvSpPr>
          <p:cNvPr id="11312" name="Rectangle 11311">
            <a:extLst>
              <a:ext uri="{FF2B5EF4-FFF2-40B4-BE49-F238E27FC236}">
                <a16:creationId xmlns:a16="http://schemas.microsoft.com/office/drawing/2014/main" id="{17BE2957-90CA-AE76-5427-8BCB730F39EF}"/>
              </a:ext>
            </a:extLst>
          </p:cNvPr>
          <p:cNvSpPr/>
          <p:nvPr/>
        </p:nvSpPr>
        <p:spPr>
          <a:xfrm>
            <a:off x="5858412" y="3050000"/>
            <a:ext cx="1433470" cy="11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a:solidFill>
                  <a:srgbClr val="3C3D3E"/>
                </a:solidFill>
                <a:effectLst/>
              </a:rPr>
              <a:t>Freigeben oder ablehnen – nachvollziehbar protokolliert</a:t>
            </a:r>
          </a:p>
          <a:p>
            <a:pPr algn="ctr">
              <a:buNone/>
            </a:pPr>
            <a:r>
              <a:rPr lang="en-US" sz="100">
                <a:effectLst/>
              </a:rPr>
              <a:t> </a:t>
            </a:r>
            <a:endParaRPr lang="en-US">
              <a:latin typeface="Barlow Condensed Light" panose="00000406000000000000" pitchFamily="2" charset="0"/>
            </a:endParaRPr>
          </a:p>
        </p:txBody>
      </p:sp>
      <p:sp>
        <p:nvSpPr>
          <p:cNvPr id="11329" name="Rectangle 11328">
            <a:extLst>
              <a:ext uri="{FF2B5EF4-FFF2-40B4-BE49-F238E27FC236}">
                <a16:creationId xmlns:a16="http://schemas.microsoft.com/office/drawing/2014/main" id="{AD4D2810-362F-B2E0-4568-FD0DA4E5EE68}"/>
              </a:ext>
            </a:extLst>
          </p:cNvPr>
          <p:cNvSpPr/>
          <p:nvPr/>
        </p:nvSpPr>
        <p:spPr>
          <a:xfrm>
            <a:off x="7521883" y="1950000"/>
            <a:ext cx="1633470" cy="520000"/>
          </a:xfrm>
          <a:prstGeom prst="rect">
            <a:avLst/>
          </a:prstGeom>
          <a:solidFill>
            <a:srgbClr val="004068"/>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2200" b="1">
                <a:solidFill>
                  <a:srgbClr val="FFFFFF"/>
                </a:solidFill>
                <a:effectLst/>
                <a:latin typeface="Barlow Condensed Medium" panose="00000606000000000000" pitchFamily="2" charset="0"/>
              </a:rPr>
              <a:t>5</a:t>
            </a:r>
          </a:p>
          <a:p>
            <a:pPr algn="ctr">
              <a:buNone/>
            </a:pPr>
            <a:r>
              <a:rPr lang="en-US" sz="100">
                <a:effectLst/>
              </a:rPr>
              <a:t> </a:t>
            </a:r>
            <a:endParaRPr lang="en-US">
              <a:latin typeface="Barlow Condensed Light" panose="00000406000000000000" pitchFamily="2" charset="0"/>
            </a:endParaRPr>
          </a:p>
        </p:txBody>
      </p:sp>
      <p:sp>
        <p:nvSpPr>
          <p:cNvPr id="11347" name="Rectangle 11346">
            <a:extLst>
              <a:ext uri="{FF2B5EF4-FFF2-40B4-BE49-F238E27FC236}">
                <a16:creationId xmlns:a16="http://schemas.microsoft.com/office/drawing/2014/main" id="{7A4A2A48-1AD1-2D1A-352C-F0A5FF05143D}"/>
              </a:ext>
            </a:extLst>
          </p:cNvPr>
          <p:cNvSpPr/>
          <p:nvPr/>
        </p:nvSpPr>
        <p:spPr>
          <a:xfrm>
            <a:off x="7521883" y="2470000"/>
            <a:ext cx="1633470" cy="1780000"/>
          </a:xfrm>
          <a:prstGeom prst="rect">
            <a:avLst/>
          </a:prstGeom>
          <a:solidFill>
            <a:srgbClr val="F2F4F6"/>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a:solidFill>
                  <a:srgbClr val="3C3D3E"/>
                </a:solidFill>
                <a:effectLst/>
              </a:rPr>
              <a:t> </a:t>
            </a:r>
            <a:endParaRPr lang="en-US">
              <a:latin typeface="Barlow Condensed Light" panose="00000406000000000000" pitchFamily="2" charset="0"/>
            </a:endParaRPr>
          </a:p>
        </p:txBody>
      </p:sp>
      <p:sp>
        <p:nvSpPr>
          <p:cNvPr id="11366" name="Rectangle 11365">
            <a:extLst>
              <a:ext uri="{FF2B5EF4-FFF2-40B4-BE49-F238E27FC236}">
                <a16:creationId xmlns:a16="http://schemas.microsoft.com/office/drawing/2014/main" id="{513E5AE0-7D01-A355-400A-69739762B528}"/>
              </a:ext>
            </a:extLst>
          </p:cNvPr>
          <p:cNvSpPr/>
          <p:nvPr/>
        </p:nvSpPr>
        <p:spPr>
          <a:xfrm>
            <a:off x="7581883" y="2550000"/>
            <a:ext cx="1513470" cy="4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300" b="1">
                <a:solidFill>
                  <a:srgbClr val="004068"/>
                </a:solidFill>
                <a:effectLst/>
                <a:latin typeface="Barlow Condensed Medium" panose="00000606000000000000" pitchFamily="2" charset="0"/>
              </a:rPr>
              <a:t>Ausführung</a:t>
            </a:r>
          </a:p>
          <a:p>
            <a:pPr algn="ctr">
              <a:buNone/>
            </a:pPr>
            <a:r>
              <a:rPr lang="en-US" sz="100">
                <a:effectLst/>
              </a:rPr>
              <a:t> </a:t>
            </a:r>
            <a:endParaRPr lang="en-US">
              <a:latin typeface="Barlow Condensed Light" panose="00000406000000000000" pitchFamily="2" charset="0"/>
            </a:endParaRPr>
          </a:p>
        </p:txBody>
      </p:sp>
      <p:sp>
        <p:nvSpPr>
          <p:cNvPr id="11386" name="Rectangle 11385">
            <a:extLst>
              <a:ext uri="{FF2B5EF4-FFF2-40B4-BE49-F238E27FC236}">
                <a16:creationId xmlns:a16="http://schemas.microsoft.com/office/drawing/2014/main" id="{DE411B10-4F94-EDB5-3059-E8BB068E6785}"/>
              </a:ext>
            </a:extLst>
          </p:cNvPr>
          <p:cNvSpPr/>
          <p:nvPr/>
        </p:nvSpPr>
        <p:spPr>
          <a:xfrm>
            <a:off x="7621883" y="3050000"/>
            <a:ext cx="1433470" cy="11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a:solidFill>
                  <a:srgbClr val="3C3D3E"/>
                </a:solidFill>
                <a:effectLst/>
              </a:rPr>
              <a:t>svc-mcp-remediate führt genau diese eine Aktion aus</a:t>
            </a:r>
          </a:p>
          <a:p>
            <a:pPr algn="ctr">
              <a:buNone/>
            </a:pPr>
            <a:r>
              <a:rPr lang="en-US" sz="100">
                <a:effectLst/>
              </a:rPr>
              <a:t> </a:t>
            </a:r>
            <a:endParaRPr lang="en-US">
              <a:latin typeface="Barlow Condensed Light" panose="00000406000000000000" pitchFamily="2" charset="0"/>
            </a:endParaRPr>
          </a:p>
        </p:txBody>
      </p:sp>
      <p:sp>
        <p:nvSpPr>
          <p:cNvPr id="11407" name="Rectangle 11406">
            <a:extLst>
              <a:ext uri="{FF2B5EF4-FFF2-40B4-BE49-F238E27FC236}">
                <a16:creationId xmlns:a16="http://schemas.microsoft.com/office/drawing/2014/main" id="{196785E9-A521-4F98-C7F4-D8A403055B03}"/>
              </a:ext>
            </a:extLst>
          </p:cNvPr>
          <p:cNvSpPr/>
          <p:nvPr/>
        </p:nvSpPr>
        <p:spPr>
          <a:xfrm>
            <a:off x="9285354" y="1950000"/>
            <a:ext cx="1633470" cy="520000"/>
          </a:xfrm>
          <a:prstGeom prst="rect">
            <a:avLst/>
          </a:prstGeom>
          <a:solidFill>
            <a:srgbClr val="004068"/>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2200" b="1">
                <a:solidFill>
                  <a:srgbClr val="FFFFFF"/>
                </a:solidFill>
                <a:effectLst/>
                <a:latin typeface="Barlow Condensed Medium" panose="00000606000000000000" pitchFamily="2" charset="0"/>
              </a:rPr>
              <a:t>6</a:t>
            </a:r>
          </a:p>
          <a:p>
            <a:pPr algn="ctr">
              <a:buNone/>
            </a:pPr>
            <a:r>
              <a:rPr lang="en-US" sz="100">
                <a:effectLst/>
              </a:rPr>
              <a:t> </a:t>
            </a:r>
            <a:endParaRPr lang="en-US">
              <a:latin typeface="Barlow Condensed Light" panose="00000406000000000000" pitchFamily="2" charset="0"/>
            </a:endParaRPr>
          </a:p>
        </p:txBody>
      </p:sp>
      <p:sp>
        <p:nvSpPr>
          <p:cNvPr id="11429" name="Rectangle 11428">
            <a:extLst>
              <a:ext uri="{FF2B5EF4-FFF2-40B4-BE49-F238E27FC236}">
                <a16:creationId xmlns:a16="http://schemas.microsoft.com/office/drawing/2014/main" id="{33675386-4C28-D261-79DA-F88E6C04BAD1}"/>
              </a:ext>
            </a:extLst>
          </p:cNvPr>
          <p:cNvSpPr/>
          <p:nvPr/>
        </p:nvSpPr>
        <p:spPr>
          <a:xfrm>
            <a:off x="9285354" y="2470000"/>
            <a:ext cx="1633470" cy="1780000"/>
          </a:xfrm>
          <a:prstGeom prst="rect">
            <a:avLst/>
          </a:prstGeom>
          <a:solidFill>
            <a:srgbClr val="F2F4F6"/>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a:solidFill>
                  <a:srgbClr val="3C3D3E"/>
                </a:solidFill>
                <a:effectLst/>
              </a:rPr>
              <a:t> </a:t>
            </a:r>
            <a:endParaRPr lang="en-US">
              <a:latin typeface="Barlow Condensed Light" panose="00000406000000000000" pitchFamily="2" charset="0"/>
            </a:endParaRPr>
          </a:p>
        </p:txBody>
      </p:sp>
      <p:sp>
        <p:nvSpPr>
          <p:cNvPr id="11452" name="Rectangle 11451">
            <a:extLst>
              <a:ext uri="{FF2B5EF4-FFF2-40B4-BE49-F238E27FC236}">
                <a16:creationId xmlns:a16="http://schemas.microsoft.com/office/drawing/2014/main" id="{FE24B0B0-3D75-3B9A-AFF8-8615EF67614B}"/>
              </a:ext>
            </a:extLst>
          </p:cNvPr>
          <p:cNvSpPr/>
          <p:nvPr/>
        </p:nvSpPr>
        <p:spPr>
          <a:xfrm>
            <a:off x="9345354" y="2550000"/>
            <a:ext cx="1513470" cy="4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300" b="1">
                <a:solidFill>
                  <a:srgbClr val="004068"/>
                </a:solidFill>
                <a:effectLst/>
                <a:latin typeface="Barlow Condensed Medium" panose="00000606000000000000" pitchFamily="2" charset="0"/>
              </a:rPr>
              <a:t>Verifikation</a:t>
            </a:r>
          </a:p>
          <a:p>
            <a:pPr algn="ctr">
              <a:buNone/>
            </a:pPr>
            <a:r>
              <a:rPr lang="en-US" sz="100">
                <a:effectLst/>
              </a:rPr>
              <a:t> </a:t>
            </a:r>
            <a:endParaRPr lang="en-US">
              <a:latin typeface="Barlow Condensed Light" panose="00000406000000000000" pitchFamily="2" charset="0"/>
            </a:endParaRPr>
          </a:p>
        </p:txBody>
      </p:sp>
      <p:sp>
        <p:nvSpPr>
          <p:cNvPr id="11476" name="Rectangle 11475">
            <a:extLst>
              <a:ext uri="{FF2B5EF4-FFF2-40B4-BE49-F238E27FC236}">
                <a16:creationId xmlns:a16="http://schemas.microsoft.com/office/drawing/2014/main" id="{7B49BF0F-5326-9653-F472-CCC87ECB94E9}"/>
              </a:ext>
            </a:extLst>
          </p:cNvPr>
          <p:cNvSpPr/>
          <p:nvPr/>
        </p:nvSpPr>
        <p:spPr>
          <a:xfrm>
            <a:off x="9385354" y="3050000"/>
            <a:ext cx="1433470" cy="11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a:solidFill>
                  <a:srgbClr val="3C3D3E"/>
                </a:solidFill>
                <a:effectLst/>
              </a:rPr>
              <a:t>Unabhängig über den Read-only-Pfad: Enabled = false</a:t>
            </a:r>
          </a:p>
          <a:p>
            <a:pPr algn="ctr">
              <a:buNone/>
            </a:pPr>
            <a:r>
              <a:rPr lang="en-US" sz="100">
                <a:effectLst/>
              </a:rPr>
              <a:t> </a:t>
            </a:r>
            <a:endParaRPr lang="en-US">
              <a:latin typeface="Barlow Condensed Light" panose="00000406000000000000" pitchFamily="2" charset="0"/>
            </a:endParaRPr>
          </a:p>
        </p:txBody>
      </p:sp>
      <p:sp>
        <p:nvSpPr>
          <p:cNvPr id="11501" name="Rectangle 11500">
            <a:extLst>
              <a:ext uri="{FF2B5EF4-FFF2-40B4-BE49-F238E27FC236}">
                <a16:creationId xmlns:a16="http://schemas.microsoft.com/office/drawing/2014/main" id="{8903F1CD-F945-3DF8-8418-C972723D300B}"/>
              </a:ext>
            </a:extLst>
          </p:cNvPr>
          <p:cNvSpPr/>
          <p:nvPr/>
        </p:nvSpPr>
        <p:spPr>
          <a:xfrm>
            <a:off x="468000" y="4500000"/>
            <a:ext cx="5125412" cy="1050000"/>
          </a:xfrm>
          <a:prstGeom prst="rect">
            <a:avLst/>
          </a:prstGeom>
          <a:solidFill>
            <a:srgbClr val="E3F5F8"/>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a:solidFill>
                  <a:srgbClr val="3C3D3E"/>
                </a:solidFill>
                <a:effectLst/>
              </a:rPr>
              <a:t> </a:t>
            </a:r>
            <a:endParaRPr lang="en-US">
              <a:latin typeface="Barlow Condensed Light" panose="00000406000000000000" pitchFamily="2" charset="0"/>
            </a:endParaRPr>
          </a:p>
        </p:txBody>
      </p:sp>
      <p:sp>
        <p:nvSpPr>
          <p:cNvPr id="11527" name="Rectangle 11526">
            <a:extLst>
              <a:ext uri="{FF2B5EF4-FFF2-40B4-BE49-F238E27FC236}">
                <a16:creationId xmlns:a16="http://schemas.microsoft.com/office/drawing/2014/main" id="{C68810BD-BEAA-71B3-604B-478C05D1E3DD}"/>
              </a:ext>
            </a:extLst>
          </p:cNvPr>
          <p:cNvSpPr/>
          <p:nvPr/>
        </p:nvSpPr>
        <p:spPr>
          <a:xfrm>
            <a:off x="5793412" y="4500000"/>
            <a:ext cx="5125412" cy="1050000"/>
          </a:xfrm>
          <a:prstGeom prst="rect">
            <a:avLst/>
          </a:prstGeom>
          <a:solidFill>
            <a:srgbClr val="E4EAEF"/>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a:solidFill>
                  <a:srgbClr val="3C3D3E"/>
                </a:solidFill>
                <a:effectLst/>
              </a:rPr>
              <a:t> </a:t>
            </a:r>
            <a:endParaRPr lang="en-US">
              <a:latin typeface="Barlow Condensed Light" panose="00000406000000000000" pitchFamily="2" charset="0"/>
            </a:endParaRPr>
          </a:p>
        </p:txBody>
      </p:sp>
      <p:sp>
        <p:nvSpPr>
          <p:cNvPr id="11554" name="Rectangle 11553">
            <a:extLst>
              <a:ext uri="{FF2B5EF4-FFF2-40B4-BE49-F238E27FC236}">
                <a16:creationId xmlns:a16="http://schemas.microsoft.com/office/drawing/2014/main" id="{AB15FF75-CC81-0A00-2661-AD5851DB4D95}"/>
              </a:ext>
            </a:extLst>
          </p:cNvPr>
          <p:cNvSpPr/>
          <p:nvPr/>
        </p:nvSpPr>
        <p:spPr>
          <a:xfrm>
            <a:off x="648000" y="4590000"/>
            <a:ext cx="4765412" cy="3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500" b="1">
                <a:solidFill>
                  <a:srgbClr val="007A8A"/>
                </a:solidFill>
                <a:effectLst/>
                <a:latin typeface="Barlow Condensed Medium" panose="00000606000000000000" pitchFamily="2" charset="0"/>
              </a:rPr>
              <a:t>Für Entscheider</a:t>
            </a:r>
          </a:p>
          <a:p>
            <a:pPr algn="l">
              <a:buNone/>
            </a:pPr>
            <a:r>
              <a:rPr lang="en-US" sz="100">
                <a:effectLst/>
              </a:rPr>
              <a:t> </a:t>
            </a:r>
            <a:endParaRPr lang="en-US">
              <a:latin typeface="Barlow Condensed Light" panose="00000406000000000000" pitchFamily="2" charset="0"/>
            </a:endParaRPr>
          </a:p>
        </p:txBody>
      </p:sp>
      <p:sp>
        <p:nvSpPr>
          <p:cNvPr id="11582" name="Rectangle 11581">
            <a:extLst>
              <a:ext uri="{FF2B5EF4-FFF2-40B4-BE49-F238E27FC236}">
                <a16:creationId xmlns:a16="http://schemas.microsoft.com/office/drawing/2014/main" id="{7C05A324-A0C8-94C0-2CDC-36870C1B7A76}"/>
              </a:ext>
            </a:extLst>
          </p:cNvPr>
          <p:cNvSpPr/>
          <p:nvPr/>
        </p:nvSpPr>
        <p:spPr>
          <a:xfrm>
            <a:off x="648000" y="4930000"/>
            <a:ext cx="4765412" cy="5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300">
                <a:solidFill>
                  <a:srgbClr val="3C3D3E"/>
                </a:solidFill>
                <a:effectLst/>
              </a:rPr>
              <a:t>Jede Änderung hat einen menschlichen Entscheider und einen Audit-Eintrag – revisionssicher.</a:t>
            </a:r>
          </a:p>
          <a:p>
            <a:pPr algn="l">
              <a:buNone/>
            </a:pPr>
            <a:r>
              <a:rPr lang="en-US" sz="100">
                <a:effectLst/>
              </a:rPr>
              <a:t> </a:t>
            </a:r>
            <a:endParaRPr lang="en-US">
              <a:latin typeface="Barlow Condensed Light" panose="00000406000000000000" pitchFamily="2" charset="0"/>
            </a:endParaRPr>
          </a:p>
        </p:txBody>
      </p:sp>
      <p:sp>
        <p:nvSpPr>
          <p:cNvPr id="11611" name="Rectangle 11610">
            <a:extLst>
              <a:ext uri="{FF2B5EF4-FFF2-40B4-BE49-F238E27FC236}">
                <a16:creationId xmlns:a16="http://schemas.microsoft.com/office/drawing/2014/main" id="{D58E799E-01ED-D7B1-7EC6-670E6187501E}"/>
              </a:ext>
            </a:extLst>
          </p:cNvPr>
          <p:cNvSpPr/>
          <p:nvPr/>
        </p:nvSpPr>
        <p:spPr>
          <a:xfrm>
            <a:off x="5973412" y="4590000"/>
            <a:ext cx="4765412" cy="3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500" b="1">
                <a:solidFill>
                  <a:srgbClr val="004068"/>
                </a:solidFill>
                <a:effectLst/>
                <a:latin typeface="Barlow Condensed Medium" panose="00000606000000000000" pitchFamily="2" charset="0"/>
              </a:rPr>
              <a:t>Für Administratoren</a:t>
            </a:r>
          </a:p>
          <a:p>
            <a:pPr algn="l">
              <a:buNone/>
            </a:pPr>
            <a:r>
              <a:rPr lang="en-US" sz="100">
                <a:effectLst/>
              </a:rPr>
              <a:t> </a:t>
            </a:r>
            <a:endParaRPr lang="en-US">
              <a:latin typeface="Barlow Condensed Light" panose="00000406000000000000" pitchFamily="2" charset="0"/>
            </a:endParaRPr>
          </a:p>
        </p:txBody>
      </p:sp>
      <p:sp>
        <p:nvSpPr>
          <p:cNvPr id="11641" name="Rectangle 11640">
            <a:extLst>
              <a:ext uri="{FF2B5EF4-FFF2-40B4-BE49-F238E27FC236}">
                <a16:creationId xmlns:a16="http://schemas.microsoft.com/office/drawing/2014/main" id="{19F4A1AE-0981-B719-B805-44BC975D8057}"/>
              </a:ext>
            </a:extLst>
          </p:cNvPr>
          <p:cNvSpPr/>
          <p:nvPr/>
        </p:nvSpPr>
        <p:spPr>
          <a:xfrm>
            <a:off x="5973412" y="4930000"/>
            <a:ext cx="4765412" cy="5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300">
                <a:solidFill>
                  <a:srgbClr val="3C3D3E"/>
                </a:solidFill>
                <a:effectLst/>
              </a:rPr>
              <a:t>Das Gate sitzt in der Plattform, nicht im Prompt – der Agent kann es nicht umgehen.</a:t>
            </a:r>
          </a:p>
          <a:p>
            <a:pPr algn="l">
              <a:buNone/>
            </a:pPr>
            <a:r>
              <a:rPr lang="en-US" sz="100">
                <a:effectLst/>
              </a:rPr>
              <a:t> </a:t>
            </a:r>
            <a:endParaRPr lang="en-US">
              <a:latin typeface="Barlow Condensed Light" panose="00000406000000000000" pitchFamily="2" charset="0"/>
            </a:endParaRPr>
          </a:p>
        </p:txBody>
      </p:sp>
      <p:sp>
        <p:nvSpPr>
          <p:cNvPr id="11672" name="Rectangle 11671">
            <a:extLst>
              <a:ext uri="{FF2B5EF4-FFF2-40B4-BE49-F238E27FC236}">
                <a16:creationId xmlns:a16="http://schemas.microsoft.com/office/drawing/2014/main" id="{1F566D87-0847-5642-ABEF-594C4687DA85}"/>
              </a:ext>
            </a:extLst>
          </p:cNvPr>
          <p:cNvSpPr/>
          <p:nvPr/>
        </p:nvSpPr>
        <p:spPr>
          <a:xfrm>
            <a:off x="468000" y="5700000"/>
            <a:ext cx="10450825" cy="5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004068"/>
                </a:solidFill>
                <a:effectLst/>
                <a:latin typeface="Barlow Condensed Medium" panose="00000606000000000000" pitchFamily="2" charset="0"/>
              </a:rPr>
              <a:t>Ablehnen ist jederzeit möglich – dann passiert im Active Directory schlicht nichts.</a:t>
            </a:r>
          </a:p>
          <a:p>
            <a:pPr algn="l">
              <a:buNone/>
            </a:pPr>
            <a:r>
              <a:rPr lang="en-US" sz="100">
                <a:effectLst/>
              </a:rPr>
              <a:t> </a:t>
            </a:r>
            <a:endParaRPr lang="en-US">
              <a:latin typeface="Barlow Condensed Light" panose="00000406000000000000" pitchFamily="2" charset="0"/>
            </a:endParaRPr>
          </a:p>
        </p:txBody>
      </p:sp>
    </p:spTree>
    <p:extLst>
      <p:ext uri="{BB962C8B-B14F-4D97-AF65-F5344CB8AC3E}">
        <p14:creationId xmlns:p14="http://schemas.microsoft.com/office/powerpoint/2010/main" val="38203003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Untertitel 6">
            <a:extLst>
              <a:ext uri="{FF2B5EF4-FFF2-40B4-BE49-F238E27FC236}">
                <a16:creationId xmlns:a16="http://schemas.microsoft.com/office/drawing/2014/main" id="{C255CA80-702A-2F18-1DAA-D490892E5A65}"/>
              </a:ext>
            </a:extLst>
          </p:cNvPr>
          <p:cNvSpPr>
            <a:spLocks noGrp="1"/>
          </p:cNvSpPr>
          <p:nvPr>
            <p:ph type="subTitle" idx="1"/>
          </p:nvPr>
        </p:nvSpPr>
        <p:spPr/>
        <p:txBody>
          <a:bodyPr/>
          <a:lstStyle/>
          <a:p>
            <a:r>
              <a:rPr lang="de-DE"/>
              <a:t>AD-Security-Tools des Read-only MCP und typische Findings</a:t>
            </a:r>
          </a:p>
        </p:txBody>
      </p:sp>
      <p:sp>
        <p:nvSpPr>
          <p:cNvPr id="2" name="Slide Number Placeholder 1">
            <a:extLst>
              <a:ext uri="{FF2B5EF4-FFF2-40B4-BE49-F238E27FC236}">
                <a16:creationId xmlns:a16="http://schemas.microsoft.com/office/drawing/2014/main" id="{822DBF39-C400-6D47-46AA-452876941AD0}"/>
              </a:ext>
            </a:extLst>
          </p:cNvPr>
          <p:cNvSpPr>
            <a:spLocks noGrp="1"/>
          </p:cNvSpPr>
          <p:nvPr>
            <p:ph type="sldNum" sz="quarter" idx="11"/>
          </p:nvPr>
        </p:nvSpPr>
        <p:spPr>
          <a:xfrm>
            <a:off x="11277376" y="417380"/>
            <a:ext cx="914622" cy="365125"/>
          </a:xfrm>
        </p:spPr>
        <p:txBody>
          <a:bodyPr/>
          <a:lstStyle/>
          <a:p>
            <a:fld id="{9678312F-8BDE-4502-9E53-473B40D118CD}" type="slidenum">
              <a:rPr lang="de-DE" smtClean="0"/>
              <a:pPr/>
              <a:t>14</a:t>
            </a:fld>
            <a:endParaRPr lang="de-DE"/>
          </a:p>
        </p:txBody>
      </p:sp>
      <p:sp>
        <p:nvSpPr>
          <p:cNvPr id="6" name="Titel 5">
            <a:extLst>
              <a:ext uri="{FF2B5EF4-FFF2-40B4-BE49-F238E27FC236}">
                <a16:creationId xmlns:a16="http://schemas.microsoft.com/office/drawing/2014/main" id="{C7CE2544-7F8C-4E83-64ED-8CD236C4365B}"/>
              </a:ext>
            </a:extLst>
          </p:cNvPr>
          <p:cNvSpPr>
            <a:spLocks noGrp="1"/>
          </p:cNvSpPr>
          <p:nvPr>
            <p:ph type="title"/>
          </p:nvPr>
        </p:nvSpPr>
        <p:spPr/>
        <p:txBody>
          <a:bodyPr/>
          <a:lstStyle/>
          <a:p>
            <a:r>
              <a:rPr lang="de-DE"/>
              <a:t>Was kann der Agent untersuchen?</a:t>
            </a:r>
          </a:p>
        </p:txBody>
      </p:sp>
      <p:sp>
        <p:nvSpPr>
          <p:cNvPr id="1764" name="Rectangle 1763">
            <a:extLst>
              <a:ext uri="{FF2B5EF4-FFF2-40B4-BE49-F238E27FC236}">
                <a16:creationId xmlns:a16="http://schemas.microsoft.com/office/drawing/2014/main" id="{ED623043-AAF2-FD90-6055-98435B60FBD0}"/>
              </a:ext>
            </a:extLst>
          </p:cNvPr>
          <p:cNvSpPr/>
          <p:nvPr/>
        </p:nvSpPr>
        <p:spPr>
          <a:xfrm>
            <a:off x="468000" y="1850000"/>
            <a:ext cx="4500000" cy="4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00ACC4"/>
                </a:solidFill>
                <a:effectLst/>
                <a:latin typeface="Barlow Condensed Medium" panose="00000606000000000000" pitchFamily="2" charset="0"/>
              </a:rPr>
              <a:t>Tools des Read-only MCP</a:t>
            </a:r>
          </a:p>
          <a:p>
            <a:pPr algn="l">
              <a:buNone/>
            </a:pPr>
            <a:r>
              <a:rPr lang="en-US" sz="100">
                <a:effectLst/>
              </a:rPr>
              <a:t> </a:t>
            </a:r>
            <a:endParaRPr lang="en-US">
              <a:latin typeface="Barlow Condensed Light" panose="00000406000000000000" pitchFamily="2" charset="0"/>
            </a:endParaRPr>
          </a:p>
        </p:txBody>
      </p:sp>
      <p:sp>
        <p:nvSpPr>
          <p:cNvPr id="1766" name="Rectangle 1765">
            <a:extLst>
              <a:ext uri="{FF2B5EF4-FFF2-40B4-BE49-F238E27FC236}">
                <a16:creationId xmlns:a16="http://schemas.microsoft.com/office/drawing/2014/main" id="{1928D34F-8FD8-0A95-2E30-F4C5DF2D6423}"/>
              </a:ext>
            </a:extLst>
          </p:cNvPr>
          <p:cNvSpPr/>
          <p:nvPr/>
        </p:nvSpPr>
        <p:spPr>
          <a:xfrm>
            <a:off x="6418825" y="1850000"/>
            <a:ext cx="4500000" cy="4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004068"/>
                </a:solidFill>
                <a:effectLst/>
                <a:latin typeface="Barlow Condensed Medium" panose="00000606000000000000" pitchFamily="2" charset="0"/>
              </a:rPr>
              <a:t>Beispiel-Findings</a:t>
            </a:r>
          </a:p>
          <a:p>
            <a:pPr algn="l">
              <a:buNone/>
            </a:pPr>
            <a:r>
              <a:rPr lang="en-US" sz="100">
                <a:effectLst/>
              </a:rPr>
              <a:t> </a:t>
            </a:r>
            <a:endParaRPr lang="en-US">
              <a:latin typeface="Barlow Condensed Light" panose="00000406000000000000" pitchFamily="2" charset="0"/>
            </a:endParaRPr>
          </a:p>
        </p:txBody>
      </p:sp>
      <p:sp>
        <p:nvSpPr>
          <p:cNvPr id="3697" name="Rectangle 3696">
            <a:extLst>
              <a:ext uri="{FF2B5EF4-FFF2-40B4-BE49-F238E27FC236}">
                <a16:creationId xmlns:a16="http://schemas.microsoft.com/office/drawing/2014/main" id="{615BDBE1-C484-FA6F-FE2E-32B538877A6C}"/>
              </a:ext>
            </a:extLst>
          </p:cNvPr>
          <p:cNvSpPr/>
          <p:nvPr/>
        </p:nvSpPr>
        <p:spPr>
          <a:xfrm>
            <a:off x="468000" y="2348288"/>
            <a:ext cx="4500000" cy="600000"/>
          </a:xfrm>
          <a:prstGeom prst="rect">
            <a:avLst/>
          </a:prstGeom>
          <a:solidFill>
            <a:srgbClr val="E3F5F8"/>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3699" name="Rectangle 3698">
            <a:extLst>
              <a:ext uri="{FF2B5EF4-FFF2-40B4-BE49-F238E27FC236}">
                <a16:creationId xmlns:a16="http://schemas.microsoft.com/office/drawing/2014/main" id="{CEA122BD-FCF2-4B54-3B08-330B07C53499}"/>
              </a:ext>
            </a:extLst>
          </p:cNvPr>
          <p:cNvSpPr/>
          <p:nvPr/>
        </p:nvSpPr>
        <p:spPr>
          <a:xfrm>
            <a:off x="618000" y="2330000"/>
            <a:ext cx="4200000" cy="2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200" b="1">
                <a:solidFill>
                  <a:srgbClr val="004068"/>
                </a:solidFill>
                <a:effectLst/>
                <a:latin typeface="Courier New" panose="02070309020205020404" pitchFamily="49" charset="0"/>
              </a:rPr>
              <a:t>get_privileged_groups</a:t>
            </a:r>
          </a:p>
          <a:p>
            <a:pPr algn="l">
              <a:buNone/>
            </a:pPr>
            <a:r>
              <a:rPr lang="en-US" sz="100">
                <a:effectLst/>
              </a:rPr>
              <a:t> </a:t>
            </a:r>
            <a:endParaRPr lang="en-US">
              <a:latin typeface="Barlow Condensed Light" panose="00000406000000000000" pitchFamily="2" charset="0"/>
            </a:endParaRPr>
          </a:p>
        </p:txBody>
      </p:sp>
      <p:sp>
        <p:nvSpPr>
          <p:cNvPr id="3702" name="Rectangle 3701">
            <a:extLst>
              <a:ext uri="{FF2B5EF4-FFF2-40B4-BE49-F238E27FC236}">
                <a16:creationId xmlns:a16="http://schemas.microsoft.com/office/drawing/2014/main" id="{04F8D4DC-27A3-3547-698B-96C8485454BE}"/>
              </a:ext>
            </a:extLst>
          </p:cNvPr>
          <p:cNvSpPr/>
          <p:nvPr/>
        </p:nvSpPr>
        <p:spPr>
          <a:xfrm>
            <a:off x="618000" y="2610000"/>
            <a:ext cx="4200000" cy="3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3C3D3E"/>
                </a:solidFill>
                <a:effectLst/>
              </a:rPr>
              <a:t>Mitglieder privilegierter Gruppen</a:t>
            </a:r>
          </a:p>
          <a:p>
            <a:pPr algn="l">
              <a:buNone/>
            </a:pPr>
            <a:r>
              <a:rPr lang="en-US" sz="100">
                <a:effectLst/>
              </a:rPr>
              <a:t> </a:t>
            </a:r>
            <a:endParaRPr lang="en-US">
              <a:latin typeface="Barlow Condensed Light" panose="00000406000000000000" pitchFamily="2" charset="0"/>
            </a:endParaRPr>
          </a:p>
        </p:txBody>
      </p:sp>
      <p:sp>
        <p:nvSpPr>
          <p:cNvPr id="3706" name="Rectangle 3705">
            <a:extLst>
              <a:ext uri="{FF2B5EF4-FFF2-40B4-BE49-F238E27FC236}">
                <a16:creationId xmlns:a16="http://schemas.microsoft.com/office/drawing/2014/main" id="{BA7362AA-8162-A64F-A92B-F72843AC85E8}"/>
              </a:ext>
            </a:extLst>
          </p:cNvPr>
          <p:cNvSpPr/>
          <p:nvPr/>
        </p:nvSpPr>
        <p:spPr>
          <a:xfrm>
            <a:off x="468000" y="2960000"/>
            <a:ext cx="4500001" cy="600000"/>
          </a:xfrm>
          <a:prstGeom prst="rect">
            <a:avLst/>
          </a:prstGeom>
          <a:solidFill>
            <a:srgbClr val="E3F5F8"/>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3711" name="Rectangle 3710">
            <a:extLst>
              <a:ext uri="{FF2B5EF4-FFF2-40B4-BE49-F238E27FC236}">
                <a16:creationId xmlns:a16="http://schemas.microsoft.com/office/drawing/2014/main" id="{03B0B9C2-266D-F456-EB75-8975A2E9D955}"/>
              </a:ext>
            </a:extLst>
          </p:cNvPr>
          <p:cNvSpPr/>
          <p:nvPr/>
        </p:nvSpPr>
        <p:spPr>
          <a:xfrm>
            <a:off x="618000" y="2990000"/>
            <a:ext cx="4200000" cy="2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200" b="1">
                <a:solidFill>
                  <a:srgbClr val="004068"/>
                </a:solidFill>
                <a:effectLst/>
                <a:latin typeface="Courier New" panose="02070309020205020404" pitchFamily="49" charset="0"/>
              </a:rPr>
              <a:t>get_inactive_users</a:t>
            </a:r>
          </a:p>
          <a:p>
            <a:pPr algn="l">
              <a:buNone/>
            </a:pPr>
            <a:r>
              <a:rPr lang="en-US" sz="100">
                <a:effectLst/>
              </a:rPr>
              <a:t> </a:t>
            </a:r>
            <a:endParaRPr lang="en-US">
              <a:latin typeface="Barlow Condensed Light" panose="00000406000000000000" pitchFamily="2" charset="0"/>
            </a:endParaRPr>
          </a:p>
        </p:txBody>
      </p:sp>
      <p:sp>
        <p:nvSpPr>
          <p:cNvPr id="3717" name="Rectangle 3716">
            <a:extLst>
              <a:ext uri="{FF2B5EF4-FFF2-40B4-BE49-F238E27FC236}">
                <a16:creationId xmlns:a16="http://schemas.microsoft.com/office/drawing/2014/main" id="{EE552A7A-C5D1-AD78-31FB-ED788CAA9073}"/>
              </a:ext>
            </a:extLst>
          </p:cNvPr>
          <p:cNvSpPr/>
          <p:nvPr/>
        </p:nvSpPr>
        <p:spPr>
          <a:xfrm>
            <a:off x="618000" y="3208584"/>
            <a:ext cx="4200000" cy="3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3C3D3E"/>
                </a:solidFill>
                <a:effectLst/>
              </a:rPr>
              <a:t>Konten ohne Anmeldung seit längerer Zeit</a:t>
            </a:r>
          </a:p>
          <a:p>
            <a:pPr algn="l">
              <a:buNone/>
            </a:pPr>
            <a:r>
              <a:rPr lang="en-US" sz="100">
                <a:effectLst/>
              </a:rPr>
              <a:t> </a:t>
            </a:r>
            <a:endParaRPr lang="en-US">
              <a:latin typeface="Barlow Condensed Light" panose="00000406000000000000" pitchFamily="2" charset="0"/>
            </a:endParaRPr>
          </a:p>
        </p:txBody>
      </p:sp>
      <p:sp>
        <p:nvSpPr>
          <p:cNvPr id="3724" name="Rectangle 3723">
            <a:extLst>
              <a:ext uri="{FF2B5EF4-FFF2-40B4-BE49-F238E27FC236}">
                <a16:creationId xmlns:a16="http://schemas.microsoft.com/office/drawing/2014/main" id="{F3CD72AE-CB72-BB03-7515-A70BB8466422}"/>
              </a:ext>
            </a:extLst>
          </p:cNvPr>
          <p:cNvSpPr/>
          <p:nvPr/>
        </p:nvSpPr>
        <p:spPr>
          <a:xfrm>
            <a:off x="468000" y="3620000"/>
            <a:ext cx="4500002" cy="600000"/>
          </a:xfrm>
          <a:prstGeom prst="rect">
            <a:avLst/>
          </a:prstGeom>
          <a:solidFill>
            <a:srgbClr val="E3F5F8"/>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3732" name="Rectangle 3731">
            <a:extLst>
              <a:ext uri="{FF2B5EF4-FFF2-40B4-BE49-F238E27FC236}">
                <a16:creationId xmlns:a16="http://schemas.microsoft.com/office/drawing/2014/main" id="{C014BE04-0B02-1259-EBC1-753479C708BE}"/>
              </a:ext>
            </a:extLst>
          </p:cNvPr>
          <p:cNvSpPr/>
          <p:nvPr/>
        </p:nvSpPr>
        <p:spPr>
          <a:xfrm>
            <a:off x="618000" y="3650000"/>
            <a:ext cx="4200000" cy="2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200" b="1">
                <a:solidFill>
                  <a:srgbClr val="004068"/>
                </a:solidFill>
                <a:effectLst/>
                <a:latin typeface="Courier New" panose="02070309020205020404" pitchFamily="49" charset="0"/>
              </a:rPr>
              <a:t>get_password_policy_violations</a:t>
            </a:r>
          </a:p>
          <a:p>
            <a:pPr algn="l">
              <a:buNone/>
            </a:pPr>
            <a:r>
              <a:rPr lang="en-US" sz="100">
                <a:effectLst/>
              </a:rPr>
              <a:t> </a:t>
            </a:r>
            <a:endParaRPr lang="en-US">
              <a:latin typeface="Barlow Condensed Light" panose="00000406000000000000" pitchFamily="2" charset="0"/>
            </a:endParaRPr>
          </a:p>
        </p:txBody>
      </p:sp>
      <p:sp>
        <p:nvSpPr>
          <p:cNvPr id="3741" name="Rectangle 3740">
            <a:extLst>
              <a:ext uri="{FF2B5EF4-FFF2-40B4-BE49-F238E27FC236}">
                <a16:creationId xmlns:a16="http://schemas.microsoft.com/office/drawing/2014/main" id="{9E9DE67C-5C87-68EA-39A1-544B2626C6F1}"/>
              </a:ext>
            </a:extLst>
          </p:cNvPr>
          <p:cNvSpPr/>
          <p:nvPr/>
        </p:nvSpPr>
        <p:spPr>
          <a:xfrm>
            <a:off x="618000" y="3868584"/>
            <a:ext cx="4200000" cy="3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3C3D3E"/>
                </a:solidFill>
                <a:effectLst/>
              </a:rPr>
              <a:t>Verstöße gegen Passwortrichtlinien</a:t>
            </a:r>
          </a:p>
          <a:p>
            <a:pPr algn="l">
              <a:buNone/>
            </a:pPr>
            <a:r>
              <a:rPr lang="en-US" sz="100">
                <a:effectLst/>
              </a:rPr>
              <a:t> </a:t>
            </a:r>
            <a:endParaRPr lang="en-US">
              <a:latin typeface="Barlow Condensed Light" panose="00000406000000000000" pitchFamily="2" charset="0"/>
            </a:endParaRPr>
          </a:p>
        </p:txBody>
      </p:sp>
      <p:sp>
        <p:nvSpPr>
          <p:cNvPr id="3751" name="Rectangle 3750">
            <a:extLst>
              <a:ext uri="{FF2B5EF4-FFF2-40B4-BE49-F238E27FC236}">
                <a16:creationId xmlns:a16="http://schemas.microsoft.com/office/drawing/2014/main" id="{D2A35975-509B-E963-8181-92EDA5601897}"/>
              </a:ext>
            </a:extLst>
          </p:cNvPr>
          <p:cNvSpPr/>
          <p:nvPr/>
        </p:nvSpPr>
        <p:spPr>
          <a:xfrm>
            <a:off x="468000" y="4280000"/>
            <a:ext cx="4500003" cy="600000"/>
          </a:xfrm>
          <a:prstGeom prst="rect">
            <a:avLst/>
          </a:prstGeom>
          <a:solidFill>
            <a:srgbClr val="E3F5F8"/>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3762" name="Rectangle 3761">
            <a:extLst>
              <a:ext uri="{FF2B5EF4-FFF2-40B4-BE49-F238E27FC236}">
                <a16:creationId xmlns:a16="http://schemas.microsoft.com/office/drawing/2014/main" id="{B6ACCBDA-FA68-D009-5656-0E41B469E9DA}"/>
              </a:ext>
            </a:extLst>
          </p:cNvPr>
          <p:cNvSpPr/>
          <p:nvPr/>
        </p:nvSpPr>
        <p:spPr>
          <a:xfrm>
            <a:off x="618000" y="4310000"/>
            <a:ext cx="4200000" cy="2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200" b="1">
                <a:solidFill>
                  <a:srgbClr val="004068"/>
                </a:solidFill>
                <a:effectLst/>
                <a:latin typeface="Courier New" panose="02070309020205020404" pitchFamily="49" charset="0"/>
              </a:rPr>
              <a:t>audit_admin_accounts</a:t>
            </a:r>
          </a:p>
          <a:p>
            <a:pPr algn="l">
              <a:buNone/>
            </a:pPr>
            <a:r>
              <a:rPr lang="en-US" sz="100">
                <a:effectLst/>
              </a:rPr>
              <a:t> </a:t>
            </a:r>
            <a:endParaRPr lang="en-US">
              <a:latin typeface="Barlow Condensed Light" panose="00000406000000000000" pitchFamily="2" charset="0"/>
            </a:endParaRPr>
          </a:p>
        </p:txBody>
      </p:sp>
      <p:sp>
        <p:nvSpPr>
          <p:cNvPr id="3774" name="Rectangle 3773">
            <a:extLst>
              <a:ext uri="{FF2B5EF4-FFF2-40B4-BE49-F238E27FC236}">
                <a16:creationId xmlns:a16="http://schemas.microsoft.com/office/drawing/2014/main" id="{C1E3C053-9821-D1D2-1F67-0FCCA09AE899}"/>
              </a:ext>
            </a:extLst>
          </p:cNvPr>
          <p:cNvSpPr/>
          <p:nvPr/>
        </p:nvSpPr>
        <p:spPr>
          <a:xfrm>
            <a:off x="618000" y="4528584"/>
            <a:ext cx="4200000" cy="3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3C3D3E"/>
                </a:solidFill>
                <a:effectLst/>
              </a:rPr>
              <a:t>Detailprüfung administrativer Konten</a:t>
            </a:r>
          </a:p>
          <a:p>
            <a:pPr algn="l">
              <a:buNone/>
            </a:pPr>
            <a:r>
              <a:rPr lang="en-US" sz="100">
                <a:effectLst/>
              </a:rPr>
              <a:t> </a:t>
            </a:r>
            <a:endParaRPr lang="en-US">
              <a:latin typeface="Barlow Condensed Light" panose="00000406000000000000" pitchFamily="2" charset="0"/>
            </a:endParaRPr>
          </a:p>
        </p:txBody>
      </p:sp>
      <p:sp>
        <p:nvSpPr>
          <p:cNvPr id="3787" name="Rectangle 3786">
            <a:extLst>
              <a:ext uri="{FF2B5EF4-FFF2-40B4-BE49-F238E27FC236}">
                <a16:creationId xmlns:a16="http://schemas.microsoft.com/office/drawing/2014/main" id="{3E13B9E4-41BD-786D-B4E8-91F5A9D30DAD}"/>
              </a:ext>
            </a:extLst>
          </p:cNvPr>
          <p:cNvSpPr/>
          <p:nvPr/>
        </p:nvSpPr>
        <p:spPr>
          <a:xfrm>
            <a:off x="468000" y="4940000"/>
            <a:ext cx="4500004" cy="600000"/>
          </a:xfrm>
          <a:prstGeom prst="rect">
            <a:avLst/>
          </a:prstGeom>
          <a:solidFill>
            <a:srgbClr val="E3F5F8"/>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3801" name="Rectangle 3800">
            <a:extLst>
              <a:ext uri="{FF2B5EF4-FFF2-40B4-BE49-F238E27FC236}">
                <a16:creationId xmlns:a16="http://schemas.microsoft.com/office/drawing/2014/main" id="{3DE6F737-2CFD-3147-2B02-C5C3CB57964A}"/>
              </a:ext>
            </a:extLst>
          </p:cNvPr>
          <p:cNvSpPr/>
          <p:nvPr/>
        </p:nvSpPr>
        <p:spPr>
          <a:xfrm>
            <a:off x="618000" y="4970000"/>
            <a:ext cx="4200000" cy="2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200" b="1">
                <a:solidFill>
                  <a:srgbClr val="004068"/>
                </a:solidFill>
                <a:effectLst/>
                <a:latin typeface="Courier New" panose="02070309020205020404" pitchFamily="49" charset="0"/>
              </a:rPr>
              <a:t>get_user</a:t>
            </a:r>
          </a:p>
          <a:p>
            <a:pPr algn="l">
              <a:buNone/>
            </a:pPr>
            <a:r>
              <a:rPr lang="en-US" sz="100">
                <a:effectLst/>
              </a:rPr>
              <a:t> </a:t>
            </a:r>
            <a:endParaRPr lang="en-US">
              <a:latin typeface="Barlow Condensed Light" panose="00000406000000000000" pitchFamily="2" charset="0"/>
            </a:endParaRPr>
          </a:p>
        </p:txBody>
      </p:sp>
      <p:sp>
        <p:nvSpPr>
          <p:cNvPr id="3816" name="Rectangle 3815">
            <a:extLst>
              <a:ext uri="{FF2B5EF4-FFF2-40B4-BE49-F238E27FC236}">
                <a16:creationId xmlns:a16="http://schemas.microsoft.com/office/drawing/2014/main" id="{B0F364D7-18A7-A453-639B-93CA4669ABD4}"/>
              </a:ext>
            </a:extLst>
          </p:cNvPr>
          <p:cNvSpPr/>
          <p:nvPr/>
        </p:nvSpPr>
        <p:spPr>
          <a:xfrm>
            <a:off x="618000" y="5188584"/>
            <a:ext cx="420000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200" dirty="0" err="1">
                <a:solidFill>
                  <a:srgbClr val="3C3D3E"/>
                </a:solidFill>
                <a:effectLst/>
              </a:rPr>
              <a:t>Einzelkonto</a:t>
            </a:r>
            <a:r>
              <a:rPr lang="en-US" sz="1200" dirty="0">
                <a:solidFill>
                  <a:srgbClr val="3C3D3E"/>
                </a:solidFill>
                <a:effectLst/>
              </a:rPr>
              <a:t> </a:t>
            </a:r>
            <a:r>
              <a:rPr lang="en-US" sz="1200" dirty="0" err="1">
                <a:solidFill>
                  <a:srgbClr val="3C3D3E"/>
                </a:solidFill>
                <a:effectLst/>
              </a:rPr>
              <a:t>mit</a:t>
            </a:r>
            <a:r>
              <a:rPr lang="en-US" sz="1200" dirty="0">
                <a:solidFill>
                  <a:srgbClr val="3C3D3E"/>
                </a:solidFill>
                <a:effectLst/>
              </a:rPr>
              <a:t> Status und Flags</a:t>
            </a:r>
          </a:p>
          <a:p>
            <a:pPr algn="l">
              <a:buNone/>
            </a:pPr>
            <a:r>
              <a:rPr lang="en-US" sz="100" dirty="0">
                <a:effectLst/>
              </a:rPr>
              <a:t> </a:t>
            </a:r>
            <a:endParaRPr lang="en-US" dirty="0">
              <a:latin typeface="Barlow Condensed Light" panose="00000406000000000000" pitchFamily="2" charset="0"/>
            </a:endParaRPr>
          </a:p>
        </p:txBody>
      </p:sp>
      <p:sp>
        <p:nvSpPr>
          <p:cNvPr id="3832" name="Rectangle 3831">
            <a:extLst>
              <a:ext uri="{FF2B5EF4-FFF2-40B4-BE49-F238E27FC236}">
                <a16:creationId xmlns:a16="http://schemas.microsoft.com/office/drawing/2014/main" id="{EC013BBF-FA2A-4D48-9305-2FD0A680FCB5}"/>
              </a:ext>
            </a:extLst>
          </p:cNvPr>
          <p:cNvSpPr/>
          <p:nvPr/>
        </p:nvSpPr>
        <p:spPr>
          <a:xfrm>
            <a:off x="6418825" y="2348288"/>
            <a:ext cx="4500000" cy="740000"/>
          </a:xfrm>
          <a:prstGeom prst="rect">
            <a:avLst/>
          </a:prstGeom>
          <a:solidFill>
            <a:srgbClr val="E4EAEF"/>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3849" name="Rectangle 3848">
            <a:extLst>
              <a:ext uri="{FF2B5EF4-FFF2-40B4-BE49-F238E27FC236}">
                <a16:creationId xmlns:a16="http://schemas.microsoft.com/office/drawing/2014/main" id="{47B36D68-76BD-8C5E-0242-528A4562ED5F}"/>
              </a:ext>
            </a:extLst>
          </p:cNvPr>
          <p:cNvSpPr/>
          <p:nvPr/>
        </p:nvSpPr>
        <p:spPr>
          <a:xfrm>
            <a:off x="6568825" y="2370000"/>
            <a:ext cx="4200000" cy="6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300" b="1">
                <a:solidFill>
                  <a:srgbClr val="3C3D3E"/>
                </a:solidFill>
                <a:effectLst/>
              </a:rPr>
              <a:t>Privilegierter Account: Passwort läuft nie ab</a:t>
            </a:r>
          </a:p>
          <a:p>
            <a:pPr algn="l">
              <a:buNone/>
            </a:pPr>
            <a:r>
              <a:rPr lang="en-US" sz="100">
                <a:effectLst/>
              </a:rPr>
              <a:t> </a:t>
            </a:r>
            <a:endParaRPr lang="en-US">
              <a:latin typeface="Barlow Condensed Light" panose="00000406000000000000" pitchFamily="2" charset="0"/>
            </a:endParaRPr>
          </a:p>
        </p:txBody>
      </p:sp>
      <p:sp>
        <p:nvSpPr>
          <p:cNvPr id="3927" name="Rectangle 3926">
            <a:extLst>
              <a:ext uri="{FF2B5EF4-FFF2-40B4-BE49-F238E27FC236}">
                <a16:creationId xmlns:a16="http://schemas.microsoft.com/office/drawing/2014/main" id="{61A2C458-8A17-17FC-E3B3-ADFB17E11A5A}"/>
              </a:ext>
            </a:extLst>
          </p:cNvPr>
          <p:cNvSpPr/>
          <p:nvPr/>
        </p:nvSpPr>
        <p:spPr>
          <a:xfrm>
            <a:off x="6418825" y="3980000"/>
            <a:ext cx="4500002" cy="740000"/>
          </a:xfrm>
          <a:prstGeom prst="rect">
            <a:avLst/>
          </a:prstGeom>
          <a:solidFill>
            <a:srgbClr val="E4EAEF"/>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3949" name="Rectangle 3948">
            <a:extLst>
              <a:ext uri="{FF2B5EF4-FFF2-40B4-BE49-F238E27FC236}">
                <a16:creationId xmlns:a16="http://schemas.microsoft.com/office/drawing/2014/main" id="{5AA40DD3-87EA-E44A-D1BA-0658ECD6DB44}"/>
              </a:ext>
            </a:extLst>
          </p:cNvPr>
          <p:cNvSpPr/>
          <p:nvPr/>
        </p:nvSpPr>
        <p:spPr>
          <a:xfrm>
            <a:off x="6568825" y="4050000"/>
            <a:ext cx="4200000" cy="6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300" b="1">
                <a:solidFill>
                  <a:srgbClr val="3C3D3E"/>
                </a:solidFill>
                <a:effectLst/>
              </a:rPr>
              <a:t>Starke Konzentration administrativer Rollen</a:t>
            </a:r>
          </a:p>
          <a:p>
            <a:pPr algn="l">
              <a:buNone/>
            </a:pPr>
            <a:r>
              <a:rPr lang="en-US" sz="100">
                <a:effectLst/>
              </a:rPr>
              <a:t> </a:t>
            </a:r>
            <a:endParaRPr lang="en-US">
              <a:latin typeface="Barlow Condensed Light" panose="00000406000000000000" pitchFamily="2" charset="0"/>
            </a:endParaRPr>
          </a:p>
        </p:txBody>
      </p:sp>
      <p:sp>
        <p:nvSpPr>
          <p:cNvPr id="3972" name="Rectangle 3971">
            <a:extLst>
              <a:ext uri="{FF2B5EF4-FFF2-40B4-BE49-F238E27FC236}">
                <a16:creationId xmlns:a16="http://schemas.microsoft.com/office/drawing/2014/main" id="{D1DCD569-434B-49F6-FC7F-1573DD55B7CA}"/>
              </a:ext>
            </a:extLst>
          </p:cNvPr>
          <p:cNvSpPr/>
          <p:nvPr/>
        </p:nvSpPr>
        <p:spPr>
          <a:xfrm>
            <a:off x="6418825" y="4820000"/>
            <a:ext cx="4500003" cy="740000"/>
          </a:xfrm>
          <a:prstGeom prst="rect">
            <a:avLst/>
          </a:prstGeom>
          <a:solidFill>
            <a:srgbClr val="E4EAEF"/>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3996" name="Rectangle 3995">
            <a:extLst>
              <a:ext uri="{FF2B5EF4-FFF2-40B4-BE49-F238E27FC236}">
                <a16:creationId xmlns:a16="http://schemas.microsoft.com/office/drawing/2014/main" id="{C808A622-AD2A-D65A-6F7D-387A543B1A38}"/>
              </a:ext>
            </a:extLst>
          </p:cNvPr>
          <p:cNvSpPr/>
          <p:nvPr/>
        </p:nvSpPr>
        <p:spPr>
          <a:xfrm>
            <a:off x="6568825" y="4890000"/>
            <a:ext cx="4200000" cy="6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300" b="1">
                <a:solidFill>
                  <a:srgbClr val="3C3D3E"/>
                </a:solidFill>
                <a:effectLst/>
              </a:rPr>
              <a:t>Potenziell stale privilegierte Accounts</a:t>
            </a:r>
          </a:p>
          <a:p>
            <a:pPr algn="l">
              <a:buNone/>
            </a:pPr>
            <a:r>
              <a:rPr lang="en-US" sz="100">
                <a:effectLst/>
              </a:rPr>
              <a:t> </a:t>
            </a:r>
            <a:endParaRPr lang="en-US">
              <a:latin typeface="Barlow Condensed Light" panose="00000406000000000000" pitchFamily="2" charset="0"/>
            </a:endParaRPr>
          </a:p>
        </p:txBody>
      </p:sp>
      <p:sp>
        <p:nvSpPr>
          <p:cNvPr id="4021" name="Arrow: Right 4020">
            <a:extLst>
              <a:ext uri="{FF2B5EF4-FFF2-40B4-BE49-F238E27FC236}">
                <a16:creationId xmlns:a16="http://schemas.microsoft.com/office/drawing/2014/main" id="{67B0DE1A-57B4-5A52-EED2-4EE719D4059A}"/>
              </a:ext>
            </a:extLst>
          </p:cNvPr>
          <p:cNvSpPr/>
          <p:nvPr/>
        </p:nvSpPr>
        <p:spPr>
          <a:xfrm>
            <a:off x="5118000" y="3600000"/>
            <a:ext cx="1150825" cy="700000"/>
          </a:xfrm>
          <a:prstGeom prst="rightArrow">
            <a:avLst/>
          </a:prstGeom>
          <a:solidFill>
            <a:srgbClr val="00ACC4"/>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4047" name="Rectangle 4046">
            <a:extLst>
              <a:ext uri="{FF2B5EF4-FFF2-40B4-BE49-F238E27FC236}">
                <a16:creationId xmlns:a16="http://schemas.microsoft.com/office/drawing/2014/main" id="{3A4F53B0-EE76-70AF-D08B-B81F9CE88FD3}"/>
              </a:ext>
            </a:extLst>
          </p:cNvPr>
          <p:cNvSpPr/>
          <p:nvPr/>
        </p:nvSpPr>
        <p:spPr>
          <a:xfrm>
            <a:off x="4918000" y="4350000"/>
            <a:ext cx="1550825" cy="468477"/>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00ACC4"/>
                </a:solidFill>
                <a:effectLst/>
                <a:latin typeface="Barlow Condensed Medium" panose="00000606000000000000" pitchFamily="2" charset="0"/>
              </a:rPr>
              <a:t>Korrelation</a:t>
            </a:r>
          </a:p>
          <a:p>
            <a:pPr algn="ctr">
              <a:buNone/>
            </a:pPr>
            <a:r>
              <a:rPr lang="en-US" sz="100">
                <a:effectLst/>
              </a:rPr>
              <a:t> </a:t>
            </a:r>
            <a:endParaRPr lang="en-US">
              <a:latin typeface="Barlow Condensed Light" panose="00000406000000000000" pitchFamily="2" charset="0"/>
            </a:endParaRPr>
          </a:p>
        </p:txBody>
      </p:sp>
      <p:sp>
        <p:nvSpPr>
          <p:cNvPr id="4074" name="Rectangle 4073">
            <a:extLst>
              <a:ext uri="{FF2B5EF4-FFF2-40B4-BE49-F238E27FC236}">
                <a16:creationId xmlns:a16="http://schemas.microsoft.com/office/drawing/2014/main" id="{03CD62C1-D885-3A29-21F9-4AD9F5C13B5A}"/>
              </a:ext>
            </a:extLst>
          </p:cNvPr>
          <p:cNvSpPr/>
          <p:nvPr/>
        </p:nvSpPr>
        <p:spPr>
          <a:xfrm>
            <a:off x="468000" y="5750000"/>
            <a:ext cx="10450825" cy="650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004068"/>
                </a:solidFill>
                <a:effectLst/>
                <a:latin typeface="Barlow Condensed Medium" panose="00000606000000000000" pitchFamily="2" charset="0"/>
              </a:rPr>
              <a:t>Der Mehrwert: Der Agent kombiniert mehrere Abfragen zu einem Assessment Report – statt fünf einzelner Skripte.</a:t>
            </a:r>
          </a:p>
          <a:p>
            <a:pPr algn="l">
              <a:buNone/>
            </a:pPr>
            <a:r>
              <a:rPr lang="en-US" sz="100">
                <a:effectLst/>
              </a:rPr>
              <a:t> </a:t>
            </a:r>
            <a:endParaRPr lang="en-US">
              <a:latin typeface="Barlow Condensed Light" panose="00000406000000000000" pitchFamily="2" charset="0"/>
            </a:endParaRPr>
          </a:p>
        </p:txBody>
      </p:sp>
      <p:sp>
        <p:nvSpPr>
          <p:cNvPr id="4592" name="Rectangle 4591">
            <a:extLst>
              <a:ext uri="{FF2B5EF4-FFF2-40B4-BE49-F238E27FC236}">
                <a16:creationId xmlns:a16="http://schemas.microsoft.com/office/drawing/2014/main" id="{A703CAC9-EFF2-1943-74DB-FB92DA399E60}"/>
              </a:ext>
            </a:extLst>
          </p:cNvPr>
          <p:cNvSpPr/>
          <p:nvPr/>
        </p:nvSpPr>
        <p:spPr>
          <a:xfrm>
            <a:off x="6418825" y="3140000"/>
            <a:ext cx="4500000" cy="740000"/>
          </a:xfrm>
          <a:prstGeom prst="rect">
            <a:avLst/>
          </a:prstGeom>
          <a:solidFill>
            <a:srgbClr val="FDEEDF"/>
          </a:solidFill>
          <a:ln w="19050">
            <a:solidFill>
              <a:srgbClr val="F6871F"/>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a:solidFill>
                  <a:srgbClr val="736C66"/>
                </a:solidFill>
                <a:effectLst/>
              </a:rPr>
              <a:t> </a:t>
            </a:r>
            <a:endParaRPr lang="en-US">
              <a:latin typeface="Barlow Condensed Light" panose="00000406000000000000" pitchFamily="2" charset="0"/>
            </a:endParaRPr>
          </a:p>
        </p:txBody>
      </p:sp>
      <p:sp>
        <p:nvSpPr>
          <p:cNvPr id="4594" name="Rectangle 4593">
            <a:extLst>
              <a:ext uri="{FF2B5EF4-FFF2-40B4-BE49-F238E27FC236}">
                <a16:creationId xmlns:a16="http://schemas.microsoft.com/office/drawing/2014/main" id="{9EEF1998-C714-3C7A-7800-A5F340D29FA1}"/>
              </a:ext>
            </a:extLst>
          </p:cNvPr>
          <p:cNvSpPr/>
          <p:nvPr/>
        </p:nvSpPr>
        <p:spPr>
          <a:xfrm>
            <a:off x="6568825" y="3210000"/>
            <a:ext cx="2850000" cy="6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300" b="1">
                <a:solidFill>
                  <a:srgbClr val="3C3D3E"/>
                </a:solidFill>
                <a:effectLst/>
              </a:rPr>
              <a:t>Service Account „svc-backup“: Passwort läuft nie ab</a:t>
            </a:r>
          </a:p>
          <a:p>
            <a:pPr algn="l">
              <a:buNone/>
            </a:pPr>
            <a:r>
              <a:rPr lang="en-US" sz="100">
                <a:effectLst/>
              </a:rPr>
              <a:t> </a:t>
            </a:r>
            <a:endParaRPr lang="en-US">
              <a:latin typeface="Barlow Condensed Light" panose="00000406000000000000" pitchFamily="2" charset="0"/>
            </a:endParaRPr>
          </a:p>
        </p:txBody>
      </p:sp>
      <p:sp>
        <p:nvSpPr>
          <p:cNvPr id="4597" name="Rectangle: Rounded Corners 4596">
            <a:extLst>
              <a:ext uri="{FF2B5EF4-FFF2-40B4-BE49-F238E27FC236}">
                <a16:creationId xmlns:a16="http://schemas.microsoft.com/office/drawing/2014/main" id="{8A3ACE5F-E831-7AB0-D1FE-D139CDEA5777}"/>
              </a:ext>
            </a:extLst>
          </p:cNvPr>
          <p:cNvSpPr/>
          <p:nvPr/>
        </p:nvSpPr>
        <p:spPr>
          <a:xfrm>
            <a:off x="9518825" y="3291760"/>
            <a:ext cx="1250000" cy="436168"/>
          </a:xfrm>
          <a:prstGeom prst="roundRect">
            <a:avLst/>
          </a:prstGeom>
          <a:solidFill>
            <a:srgbClr val="F6871F"/>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000000"/>
                </a:solidFill>
                <a:effectLst/>
              </a:rPr>
              <a:t>Live-Demo</a:t>
            </a:r>
          </a:p>
          <a:p>
            <a:pPr algn="ctr">
              <a:buNone/>
            </a:pPr>
            <a:r>
              <a:rPr lang="en-US" sz="100">
                <a:effectLst/>
              </a:rPr>
              <a:t> </a:t>
            </a:r>
            <a:endParaRPr lang="en-US">
              <a:latin typeface="Barlow Condensed Light" panose="00000406000000000000" pitchFamily="2" charset="0"/>
            </a:endParaRPr>
          </a:p>
        </p:txBody>
      </p:sp>
    </p:spTree>
    <p:extLst>
      <p:ext uri="{BB962C8B-B14F-4D97-AF65-F5344CB8AC3E}">
        <p14:creationId xmlns:p14="http://schemas.microsoft.com/office/powerpoint/2010/main" val="10603131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Untertitel 6">
            <a:extLst>
              <a:ext uri="{FF2B5EF4-FFF2-40B4-BE49-F238E27FC236}">
                <a16:creationId xmlns:a16="http://schemas.microsoft.com/office/drawing/2014/main" id="{C255CA80-702A-2F18-1DAA-D490892E5A65}"/>
              </a:ext>
            </a:extLst>
          </p:cNvPr>
          <p:cNvSpPr>
            <a:spLocks noGrp="1"/>
          </p:cNvSpPr>
          <p:nvPr>
            <p:ph type="subTitle" idx="1"/>
          </p:nvPr>
        </p:nvSpPr>
        <p:spPr/>
        <p:txBody>
          <a:bodyPr/>
          <a:lstStyle/>
          <a:p>
            <a:r>
              <a:rPr lang="de-DE"/>
              <a:t>Vom Assessment bis zum optionalen Rollback – in fünfzehn Schritten</a:t>
            </a:r>
          </a:p>
        </p:txBody>
      </p:sp>
      <p:sp>
        <p:nvSpPr>
          <p:cNvPr id="2" name="Slide Number Placeholder 1">
            <a:extLst>
              <a:ext uri="{FF2B5EF4-FFF2-40B4-BE49-F238E27FC236}">
                <a16:creationId xmlns:a16="http://schemas.microsoft.com/office/drawing/2014/main" id="{822DBF39-C400-6D47-46AA-452876941AD0}"/>
              </a:ext>
            </a:extLst>
          </p:cNvPr>
          <p:cNvSpPr>
            <a:spLocks noGrp="1"/>
          </p:cNvSpPr>
          <p:nvPr>
            <p:ph type="sldNum" sz="quarter" idx="11"/>
          </p:nvPr>
        </p:nvSpPr>
        <p:spPr>
          <a:xfrm>
            <a:off x="11277376" y="417380"/>
            <a:ext cx="914622" cy="365125"/>
          </a:xfrm>
        </p:spPr>
        <p:txBody>
          <a:bodyPr/>
          <a:lstStyle/>
          <a:p>
            <a:fld id="{9678312F-8BDE-4502-9E53-473B40D118CD}" type="slidenum">
              <a:rPr lang="de-DE" smtClean="0"/>
              <a:pPr/>
              <a:t>15</a:t>
            </a:fld>
            <a:endParaRPr lang="de-DE"/>
          </a:p>
        </p:txBody>
      </p:sp>
      <p:sp>
        <p:nvSpPr>
          <p:cNvPr id="6" name="Titel 5">
            <a:extLst>
              <a:ext uri="{FF2B5EF4-FFF2-40B4-BE49-F238E27FC236}">
                <a16:creationId xmlns:a16="http://schemas.microsoft.com/office/drawing/2014/main" id="{C7CE2544-7F8C-4E83-64ED-8CD236C4365B}"/>
              </a:ext>
            </a:extLst>
          </p:cNvPr>
          <p:cNvSpPr>
            <a:spLocks noGrp="1"/>
          </p:cNvSpPr>
          <p:nvPr>
            <p:ph type="title"/>
          </p:nvPr>
        </p:nvSpPr>
        <p:spPr/>
        <p:txBody>
          <a:bodyPr/>
          <a:lstStyle/>
          <a:p>
            <a:r>
              <a:rPr lang="de-DE"/>
              <a:t>So läuft die Demo</a:t>
            </a:r>
          </a:p>
        </p:txBody>
      </p:sp>
      <p:sp>
        <p:nvSpPr>
          <p:cNvPr id="11673" name="Arrow: Pentagon 11672">
            <a:extLst>
              <a:ext uri="{FF2B5EF4-FFF2-40B4-BE49-F238E27FC236}">
                <a16:creationId xmlns:a16="http://schemas.microsoft.com/office/drawing/2014/main" id="{E39A6AC7-DE8C-4644-23C4-C019EBC82049}"/>
              </a:ext>
            </a:extLst>
          </p:cNvPr>
          <p:cNvSpPr/>
          <p:nvPr/>
        </p:nvSpPr>
        <p:spPr>
          <a:xfrm>
            <a:off x="468000" y="1900000"/>
            <a:ext cx="1986165" cy="620000"/>
          </a:xfrm>
          <a:prstGeom prst="homePlate">
            <a:avLst/>
          </a:prstGeom>
          <a:solidFill>
            <a:srgbClr val="00ACC4"/>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000000"/>
                </a:solidFill>
                <a:effectLst/>
                <a:latin typeface="Barlow Condensed Medium" panose="00000606000000000000" pitchFamily="2" charset="0"/>
              </a:rPr>
              <a:t>Detect</a:t>
            </a:r>
          </a:p>
          <a:p>
            <a:pPr algn="ctr">
              <a:buNone/>
            </a:pPr>
            <a:r>
              <a:rPr lang="en-US" sz="100">
                <a:effectLst/>
              </a:rPr>
              <a:t> </a:t>
            </a:r>
            <a:endParaRPr lang="en-US">
              <a:latin typeface="Barlow Condensed Light" panose="00000406000000000000" pitchFamily="2" charset="0"/>
            </a:endParaRPr>
          </a:p>
        </p:txBody>
      </p:sp>
      <p:sp>
        <p:nvSpPr>
          <p:cNvPr id="11675" name="Rectangle 11674">
            <a:extLst>
              <a:ext uri="{FF2B5EF4-FFF2-40B4-BE49-F238E27FC236}">
                <a16:creationId xmlns:a16="http://schemas.microsoft.com/office/drawing/2014/main" id="{F3225045-DFE7-D9EE-8E62-0FFD6E91E624}"/>
              </a:ext>
            </a:extLst>
          </p:cNvPr>
          <p:cNvSpPr/>
          <p:nvPr/>
        </p:nvSpPr>
        <p:spPr>
          <a:xfrm>
            <a:off x="468000" y="2600000"/>
            <a:ext cx="1986165" cy="2500000"/>
          </a:xfrm>
          <a:prstGeom prst="rect">
            <a:avLst/>
          </a:prstGeom>
          <a:solidFill>
            <a:srgbClr val="F2F4F6"/>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a:solidFill>
                  <a:srgbClr val="3C3D3E"/>
                </a:solidFill>
                <a:effectLst/>
              </a:rPr>
              <a:t> </a:t>
            </a:r>
            <a:endParaRPr lang="en-US">
              <a:latin typeface="Barlow Condensed Light" panose="00000406000000000000" pitchFamily="2" charset="0"/>
            </a:endParaRPr>
          </a:p>
        </p:txBody>
      </p:sp>
      <p:sp>
        <p:nvSpPr>
          <p:cNvPr id="11678" name="Rectangle 11677">
            <a:extLst>
              <a:ext uri="{FF2B5EF4-FFF2-40B4-BE49-F238E27FC236}">
                <a16:creationId xmlns:a16="http://schemas.microsoft.com/office/drawing/2014/main" id="{82E37112-3548-9258-2133-C6E5ED5DA923}"/>
              </a:ext>
            </a:extLst>
          </p:cNvPr>
          <p:cNvSpPr/>
          <p:nvPr/>
        </p:nvSpPr>
        <p:spPr>
          <a:xfrm>
            <a:off x="568000" y="2780000"/>
            <a:ext cx="420000" cy="330000"/>
          </a:xfrm>
          <a:prstGeom prst="rect">
            <a:avLst/>
          </a:prstGeom>
          <a:solidFill>
            <a:srgbClr val="00ACC4"/>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000000"/>
                </a:solidFill>
                <a:effectLst/>
              </a:rPr>
              <a:t>1</a:t>
            </a:r>
          </a:p>
          <a:p>
            <a:pPr algn="ctr">
              <a:buNone/>
            </a:pPr>
            <a:r>
              <a:rPr lang="en-US" sz="100">
                <a:effectLst/>
              </a:rPr>
              <a:t> </a:t>
            </a:r>
            <a:endParaRPr lang="en-US">
              <a:latin typeface="Barlow Condensed Light" panose="00000406000000000000" pitchFamily="2" charset="0"/>
            </a:endParaRPr>
          </a:p>
        </p:txBody>
      </p:sp>
      <p:sp>
        <p:nvSpPr>
          <p:cNvPr id="11682" name="Rectangle 11681">
            <a:extLst>
              <a:ext uri="{FF2B5EF4-FFF2-40B4-BE49-F238E27FC236}">
                <a16:creationId xmlns:a16="http://schemas.microsoft.com/office/drawing/2014/main" id="{257A0A04-56E0-BF49-B4F3-0A7073DD5D11}"/>
              </a:ext>
            </a:extLst>
          </p:cNvPr>
          <p:cNvSpPr/>
          <p:nvPr/>
        </p:nvSpPr>
        <p:spPr>
          <a:xfrm>
            <a:off x="1028000" y="2684280"/>
            <a:ext cx="1346165" cy="7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200" dirty="0">
                <a:solidFill>
                  <a:srgbClr val="3C3D3E"/>
                </a:solidFill>
                <a:effectLst/>
              </a:rPr>
              <a:t>Agent </a:t>
            </a:r>
            <a:r>
              <a:rPr lang="en-US" sz="1200" dirty="0" err="1">
                <a:solidFill>
                  <a:srgbClr val="3C3D3E"/>
                </a:solidFill>
                <a:effectLst/>
              </a:rPr>
              <a:t>analysiert</a:t>
            </a:r>
            <a:r>
              <a:rPr lang="en-US" sz="1200" dirty="0">
                <a:solidFill>
                  <a:srgbClr val="3C3D3E"/>
                </a:solidFill>
                <a:effectLst/>
              </a:rPr>
              <a:t> das AD</a:t>
            </a:r>
          </a:p>
          <a:p>
            <a:pPr algn="l">
              <a:buNone/>
            </a:pPr>
            <a:r>
              <a:rPr lang="en-US" sz="100" dirty="0">
                <a:effectLst/>
              </a:rPr>
              <a:t> </a:t>
            </a:r>
            <a:endParaRPr lang="en-US" dirty="0">
              <a:latin typeface="Barlow Condensed Light" panose="00000406000000000000" pitchFamily="2" charset="0"/>
            </a:endParaRPr>
          </a:p>
        </p:txBody>
      </p:sp>
      <p:sp>
        <p:nvSpPr>
          <p:cNvPr id="11687" name="Rectangle 11686">
            <a:extLst>
              <a:ext uri="{FF2B5EF4-FFF2-40B4-BE49-F238E27FC236}">
                <a16:creationId xmlns:a16="http://schemas.microsoft.com/office/drawing/2014/main" id="{643E2473-9169-6E11-FDC7-1D600082BE98}"/>
              </a:ext>
            </a:extLst>
          </p:cNvPr>
          <p:cNvSpPr/>
          <p:nvPr/>
        </p:nvSpPr>
        <p:spPr>
          <a:xfrm>
            <a:off x="568000" y="3570000"/>
            <a:ext cx="420000" cy="330000"/>
          </a:xfrm>
          <a:prstGeom prst="rect">
            <a:avLst/>
          </a:prstGeom>
          <a:solidFill>
            <a:srgbClr val="00ACC4"/>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000000"/>
                </a:solidFill>
                <a:effectLst/>
              </a:rPr>
              <a:t>2</a:t>
            </a:r>
          </a:p>
          <a:p>
            <a:pPr algn="ctr">
              <a:buNone/>
            </a:pPr>
            <a:r>
              <a:rPr lang="en-US" sz="100">
                <a:effectLst/>
              </a:rPr>
              <a:t> </a:t>
            </a:r>
            <a:endParaRPr lang="en-US">
              <a:latin typeface="Barlow Condensed Light" panose="00000406000000000000" pitchFamily="2" charset="0"/>
            </a:endParaRPr>
          </a:p>
        </p:txBody>
      </p:sp>
      <p:sp>
        <p:nvSpPr>
          <p:cNvPr id="11693" name="Rectangle 11692">
            <a:extLst>
              <a:ext uri="{FF2B5EF4-FFF2-40B4-BE49-F238E27FC236}">
                <a16:creationId xmlns:a16="http://schemas.microsoft.com/office/drawing/2014/main" id="{34FA83EB-5E31-3684-3B40-50C49EBFC168}"/>
              </a:ext>
            </a:extLst>
          </p:cNvPr>
          <p:cNvSpPr/>
          <p:nvPr/>
        </p:nvSpPr>
        <p:spPr>
          <a:xfrm>
            <a:off x="1028000" y="3474280"/>
            <a:ext cx="1346165" cy="7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200" dirty="0" err="1">
                <a:solidFill>
                  <a:srgbClr val="3C3D3E"/>
                </a:solidFill>
                <a:effectLst/>
              </a:rPr>
              <a:t>Nutzt</a:t>
            </a:r>
            <a:r>
              <a:rPr lang="en-US" sz="1200" dirty="0">
                <a:solidFill>
                  <a:srgbClr val="3C3D3E"/>
                </a:solidFill>
                <a:effectLst/>
              </a:rPr>
              <a:t> </a:t>
            </a:r>
            <a:r>
              <a:rPr lang="en-US" sz="1200" dirty="0" err="1">
                <a:solidFill>
                  <a:srgbClr val="3C3D3E"/>
                </a:solidFill>
                <a:effectLst/>
              </a:rPr>
              <a:t>mehrere</a:t>
            </a:r>
            <a:r>
              <a:rPr lang="en-US" sz="1200" dirty="0">
                <a:solidFill>
                  <a:srgbClr val="3C3D3E"/>
                </a:solidFill>
                <a:effectLst/>
              </a:rPr>
              <a:t> MCP Tools </a:t>
            </a:r>
            <a:r>
              <a:rPr lang="en-US" sz="1200" dirty="0" err="1">
                <a:solidFill>
                  <a:srgbClr val="3C3D3E"/>
                </a:solidFill>
                <a:effectLst/>
              </a:rPr>
              <a:t>selbst</a:t>
            </a:r>
            <a:endParaRPr lang="en-US" sz="1200" dirty="0">
              <a:solidFill>
                <a:srgbClr val="3C3D3E"/>
              </a:solidFill>
              <a:effectLst/>
            </a:endParaRPr>
          </a:p>
          <a:p>
            <a:pPr algn="l">
              <a:buNone/>
            </a:pPr>
            <a:r>
              <a:rPr lang="en-US" sz="100" dirty="0">
                <a:effectLst/>
              </a:rPr>
              <a:t> </a:t>
            </a:r>
            <a:endParaRPr lang="en-US" dirty="0">
              <a:latin typeface="Barlow Condensed Light" panose="00000406000000000000" pitchFamily="2" charset="0"/>
            </a:endParaRPr>
          </a:p>
        </p:txBody>
      </p:sp>
      <p:sp>
        <p:nvSpPr>
          <p:cNvPr id="11700" name="Rectangle 11699">
            <a:extLst>
              <a:ext uri="{FF2B5EF4-FFF2-40B4-BE49-F238E27FC236}">
                <a16:creationId xmlns:a16="http://schemas.microsoft.com/office/drawing/2014/main" id="{23D3542B-9B34-88A6-C5DC-507A53E6E42B}"/>
              </a:ext>
            </a:extLst>
          </p:cNvPr>
          <p:cNvSpPr/>
          <p:nvPr/>
        </p:nvSpPr>
        <p:spPr>
          <a:xfrm>
            <a:off x="568000" y="4360000"/>
            <a:ext cx="420000" cy="330000"/>
          </a:xfrm>
          <a:prstGeom prst="rect">
            <a:avLst/>
          </a:prstGeom>
          <a:solidFill>
            <a:srgbClr val="00ACC4"/>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000000"/>
                </a:solidFill>
                <a:effectLst/>
              </a:rPr>
              <a:t>3</a:t>
            </a:r>
          </a:p>
          <a:p>
            <a:pPr algn="ctr">
              <a:buNone/>
            </a:pPr>
            <a:r>
              <a:rPr lang="en-US" sz="100">
                <a:effectLst/>
              </a:rPr>
              <a:t> </a:t>
            </a:r>
            <a:endParaRPr lang="en-US">
              <a:latin typeface="Barlow Condensed Light" panose="00000406000000000000" pitchFamily="2" charset="0"/>
            </a:endParaRPr>
          </a:p>
        </p:txBody>
      </p:sp>
      <p:sp>
        <p:nvSpPr>
          <p:cNvPr id="11708" name="Rectangle 11707">
            <a:extLst>
              <a:ext uri="{FF2B5EF4-FFF2-40B4-BE49-F238E27FC236}">
                <a16:creationId xmlns:a16="http://schemas.microsoft.com/office/drawing/2014/main" id="{5D7570EA-61D7-25D9-F962-27E13F7AA354}"/>
              </a:ext>
            </a:extLst>
          </p:cNvPr>
          <p:cNvSpPr/>
          <p:nvPr/>
        </p:nvSpPr>
        <p:spPr>
          <a:xfrm>
            <a:off x="1028000" y="4264280"/>
            <a:ext cx="1346165" cy="7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200" dirty="0" err="1">
                <a:solidFill>
                  <a:srgbClr val="3C3D3E"/>
                </a:solidFill>
                <a:effectLst/>
              </a:rPr>
              <a:t>Erstellt</a:t>
            </a:r>
            <a:r>
              <a:rPr lang="en-US" sz="1200" dirty="0">
                <a:solidFill>
                  <a:srgbClr val="3C3D3E"/>
                </a:solidFill>
                <a:effectLst/>
              </a:rPr>
              <a:t> Assessment Report</a:t>
            </a:r>
          </a:p>
          <a:p>
            <a:pPr algn="l">
              <a:buNone/>
            </a:pPr>
            <a:r>
              <a:rPr lang="en-US" sz="100" dirty="0">
                <a:effectLst/>
              </a:rPr>
              <a:t> </a:t>
            </a:r>
            <a:endParaRPr lang="en-US" dirty="0">
              <a:latin typeface="Barlow Condensed Light" panose="00000406000000000000" pitchFamily="2" charset="0"/>
            </a:endParaRPr>
          </a:p>
        </p:txBody>
      </p:sp>
      <p:sp>
        <p:nvSpPr>
          <p:cNvPr id="11717" name="Arrow: Chevron 11716">
            <a:extLst>
              <a:ext uri="{FF2B5EF4-FFF2-40B4-BE49-F238E27FC236}">
                <a16:creationId xmlns:a16="http://schemas.microsoft.com/office/drawing/2014/main" id="{4A5FE848-0249-D14B-69DD-C1828D6BAFF8}"/>
              </a:ext>
            </a:extLst>
          </p:cNvPr>
          <p:cNvSpPr/>
          <p:nvPr/>
        </p:nvSpPr>
        <p:spPr>
          <a:xfrm>
            <a:off x="2584165" y="1900000"/>
            <a:ext cx="1986165" cy="620000"/>
          </a:xfrm>
          <a:prstGeom prst="chevron">
            <a:avLst/>
          </a:prstGeom>
          <a:solidFill>
            <a:srgbClr val="00ACC4"/>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000000"/>
                </a:solidFill>
                <a:effectLst/>
                <a:latin typeface="Barlow Condensed Medium" panose="00000606000000000000" pitchFamily="2" charset="0"/>
              </a:rPr>
              <a:t>Assess</a:t>
            </a:r>
          </a:p>
          <a:p>
            <a:pPr algn="ctr">
              <a:buNone/>
            </a:pPr>
            <a:r>
              <a:rPr lang="en-US" sz="100">
                <a:effectLst/>
              </a:rPr>
              <a:t> </a:t>
            </a:r>
            <a:endParaRPr lang="en-US">
              <a:solidFill>
                <a:schemeClr val="tx1"/>
              </a:solidFill>
              <a:latin typeface="Barlow Condensed Light" panose="00000406000000000000" pitchFamily="2" charset="0"/>
            </a:endParaRPr>
          </a:p>
        </p:txBody>
      </p:sp>
      <p:sp>
        <p:nvSpPr>
          <p:cNvPr id="11727" name="Rectangle 11726">
            <a:extLst>
              <a:ext uri="{FF2B5EF4-FFF2-40B4-BE49-F238E27FC236}">
                <a16:creationId xmlns:a16="http://schemas.microsoft.com/office/drawing/2014/main" id="{F4F726D6-1AFD-8DEB-0FA2-9D7541E82039}"/>
              </a:ext>
            </a:extLst>
          </p:cNvPr>
          <p:cNvSpPr/>
          <p:nvPr/>
        </p:nvSpPr>
        <p:spPr>
          <a:xfrm>
            <a:off x="2584165" y="2600000"/>
            <a:ext cx="1986165" cy="2500000"/>
          </a:xfrm>
          <a:prstGeom prst="rect">
            <a:avLst/>
          </a:prstGeom>
          <a:solidFill>
            <a:srgbClr val="F2F4F6"/>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a:solidFill>
                  <a:srgbClr val="3C3D3E"/>
                </a:solidFill>
                <a:effectLst/>
              </a:rPr>
              <a:t> </a:t>
            </a:r>
            <a:endParaRPr lang="en-US">
              <a:latin typeface="Barlow Condensed Light" panose="00000406000000000000" pitchFamily="2" charset="0"/>
            </a:endParaRPr>
          </a:p>
        </p:txBody>
      </p:sp>
      <p:sp>
        <p:nvSpPr>
          <p:cNvPr id="11738" name="Rectangle 11737">
            <a:extLst>
              <a:ext uri="{FF2B5EF4-FFF2-40B4-BE49-F238E27FC236}">
                <a16:creationId xmlns:a16="http://schemas.microsoft.com/office/drawing/2014/main" id="{46732281-42AD-E007-9DB3-162C832474D2}"/>
              </a:ext>
            </a:extLst>
          </p:cNvPr>
          <p:cNvSpPr/>
          <p:nvPr/>
        </p:nvSpPr>
        <p:spPr>
          <a:xfrm>
            <a:off x="2684165" y="2780000"/>
            <a:ext cx="420000" cy="330000"/>
          </a:xfrm>
          <a:prstGeom prst="rect">
            <a:avLst/>
          </a:prstGeom>
          <a:solidFill>
            <a:srgbClr val="00ACC4"/>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000000"/>
                </a:solidFill>
                <a:effectLst/>
              </a:rPr>
              <a:t>4</a:t>
            </a:r>
          </a:p>
          <a:p>
            <a:pPr algn="ctr">
              <a:buNone/>
            </a:pPr>
            <a:r>
              <a:rPr lang="en-US" sz="100">
                <a:effectLst/>
              </a:rPr>
              <a:t> </a:t>
            </a:r>
            <a:endParaRPr lang="en-US">
              <a:latin typeface="Barlow Condensed Light" panose="00000406000000000000" pitchFamily="2" charset="0"/>
            </a:endParaRPr>
          </a:p>
        </p:txBody>
      </p:sp>
      <p:sp>
        <p:nvSpPr>
          <p:cNvPr id="11750" name="Rectangle 11749">
            <a:extLst>
              <a:ext uri="{FF2B5EF4-FFF2-40B4-BE49-F238E27FC236}">
                <a16:creationId xmlns:a16="http://schemas.microsoft.com/office/drawing/2014/main" id="{7125B889-A445-FED0-93B8-28A433B6DD1F}"/>
              </a:ext>
            </a:extLst>
          </p:cNvPr>
          <p:cNvSpPr/>
          <p:nvPr/>
        </p:nvSpPr>
        <p:spPr>
          <a:xfrm>
            <a:off x="3144165" y="2677136"/>
            <a:ext cx="1346165" cy="7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200" dirty="0">
                <a:solidFill>
                  <a:srgbClr val="3C3D3E"/>
                </a:solidFill>
                <a:effectLst/>
              </a:rPr>
              <a:t>Findings </a:t>
            </a:r>
            <a:r>
              <a:rPr lang="en-US" sz="1200" dirty="0" err="1">
                <a:solidFill>
                  <a:srgbClr val="3C3D3E"/>
                </a:solidFill>
                <a:effectLst/>
              </a:rPr>
              <a:t>mit</a:t>
            </a:r>
            <a:r>
              <a:rPr lang="en-US" sz="1200" dirty="0">
                <a:solidFill>
                  <a:srgbClr val="3C3D3E"/>
                </a:solidFill>
                <a:effectLst/>
              </a:rPr>
              <a:t> </a:t>
            </a:r>
            <a:r>
              <a:rPr lang="en-US" sz="1200" dirty="0" err="1">
                <a:solidFill>
                  <a:srgbClr val="3C3D3E"/>
                </a:solidFill>
                <a:effectLst/>
              </a:rPr>
              <a:t>Evidenz</a:t>
            </a:r>
            <a:r>
              <a:rPr lang="en-US" sz="1200" dirty="0">
                <a:solidFill>
                  <a:srgbClr val="3C3D3E"/>
                </a:solidFill>
                <a:effectLst/>
              </a:rPr>
              <a:t> </a:t>
            </a:r>
            <a:r>
              <a:rPr lang="en-US" sz="1200" dirty="0" err="1">
                <a:solidFill>
                  <a:srgbClr val="3C3D3E"/>
                </a:solidFill>
                <a:effectLst/>
              </a:rPr>
              <a:t>einordnen</a:t>
            </a:r>
            <a:endParaRPr lang="en-US" sz="1200" dirty="0">
              <a:solidFill>
                <a:srgbClr val="3C3D3E"/>
              </a:solidFill>
              <a:effectLst/>
            </a:endParaRPr>
          </a:p>
          <a:p>
            <a:pPr algn="l">
              <a:buNone/>
            </a:pPr>
            <a:r>
              <a:rPr lang="en-US" sz="100" dirty="0">
                <a:effectLst/>
              </a:rPr>
              <a:t> </a:t>
            </a:r>
            <a:endParaRPr lang="en-US" dirty="0">
              <a:latin typeface="Barlow Condensed Light" panose="00000406000000000000" pitchFamily="2" charset="0"/>
            </a:endParaRPr>
          </a:p>
        </p:txBody>
      </p:sp>
      <p:sp>
        <p:nvSpPr>
          <p:cNvPr id="11763" name="Rectangle 11762">
            <a:extLst>
              <a:ext uri="{FF2B5EF4-FFF2-40B4-BE49-F238E27FC236}">
                <a16:creationId xmlns:a16="http://schemas.microsoft.com/office/drawing/2014/main" id="{4CE2D607-14D5-0957-70C4-92D13E19AF33}"/>
              </a:ext>
            </a:extLst>
          </p:cNvPr>
          <p:cNvSpPr/>
          <p:nvPr/>
        </p:nvSpPr>
        <p:spPr>
          <a:xfrm>
            <a:off x="2684165" y="3570000"/>
            <a:ext cx="420000" cy="330000"/>
          </a:xfrm>
          <a:prstGeom prst="rect">
            <a:avLst/>
          </a:prstGeom>
          <a:solidFill>
            <a:srgbClr val="00ACC4"/>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000000"/>
                </a:solidFill>
                <a:effectLst/>
              </a:rPr>
              <a:t>5</a:t>
            </a:r>
          </a:p>
          <a:p>
            <a:pPr algn="ctr">
              <a:buNone/>
            </a:pPr>
            <a:r>
              <a:rPr lang="en-US" sz="100">
                <a:effectLst/>
              </a:rPr>
              <a:t> </a:t>
            </a:r>
            <a:endParaRPr lang="en-US">
              <a:latin typeface="Barlow Condensed Light" panose="00000406000000000000" pitchFamily="2" charset="0"/>
            </a:endParaRPr>
          </a:p>
        </p:txBody>
      </p:sp>
      <p:sp>
        <p:nvSpPr>
          <p:cNvPr id="11777" name="Rectangle 11776">
            <a:extLst>
              <a:ext uri="{FF2B5EF4-FFF2-40B4-BE49-F238E27FC236}">
                <a16:creationId xmlns:a16="http://schemas.microsoft.com/office/drawing/2014/main" id="{AF402B1D-1AD3-FFBE-6548-A87FC706CADD}"/>
              </a:ext>
            </a:extLst>
          </p:cNvPr>
          <p:cNvSpPr/>
          <p:nvPr/>
        </p:nvSpPr>
        <p:spPr>
          <a:xfrm>
            <a:off x="3144165" y="3395696"/>
            <a:ext cx="1346165" cy="7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200" dirty="0" err="1">
                <a:solidFill>
                  <a:srgbClr val="3C3D3E"/>
                </a:solidFill>
                <a:effectLst/>
              </a:rPr>
              <a:t>Fokus</a:t>
            </a:r>
            <a:r>
              <a:rPr lang="en-US" sz="1200" dirty="0">
                <a:solidFill>
                  <a:srgbClr val="3C3D3E"/>
                </a:solidFill>
                <a:effectLst/>
              </a:rPr>
              <a:t>: svc-backup</a:t>
            </a:r>
          </a:p>
          <a:p>
            <a:pPr algn="l">
              <a:buNone/>
            </a:pPr>
            <a:r>
              <a:rPr lang="en-US" sz="100" dirty="0">
                <a:effectLst/>
              </a:rPr>
              <a:t> </a:t>
            </a:r>
            <a:endParaRPr lang="en-US" dirty="0">
              <a:latin typeface="Barlow Condensed Light" panose="00000406000000000000" pitchFamily="2" charset="0"/>
            </a:endParaRPr>
          </a:p>
        </p:txBody>
      </p:sp>
      <p:sp>
        <p:nvSpPr>
          <p:cNvPr id="11792" name="Rectangle 11791">
            <a:extLst>
              <a:ext uri="{FF2B5EF4-FFF2-40B4-BE49-F238E27FC236}">
                <a16:creationId xmlns:a16="http://schemas.microsoft.com/office/drawing/2014/main" id="{48408234-7F1D-4A4F-864A-7DD41E6C3DC7}"/>
              </a:ext>
            </a:extLst>
          </p:cNvPr>
          <p:cNvSpPr/>
          <p:nvPr/>
        </p:nvSpPr>
        <p:spPr>
          <a:xfrm>
            <a:off x="2684165" y="4360000"/>
            <a:ext cx="420000" cy="330000"/>
          </a:xfrm>
          <a:prstGeom prst="rect">
            <a:avLst/>
          </a:prstGeom>
          <a:solidFill>
            <a:srgbClr val="00ACC4"/>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000000"/>
                </a:solidFill>
                <a:effectLst/>
              </a:rPr>
              <a:t>6</a:t>
            </a:r>
          </a:p>
          <a:p>
            <a:pPr algn="ctr">
              <a:buNone/>
            </a:pPr>
            <a:r>
              <a:rPr lang="en-US" sz="100">
                <a:effectLst/>
              </a:rPr>
              <a:t> </a:t>
            </a:r>
            <a:endParaRPr lang="en-US">
              <a:latin typeface="Barlow Condensed Light" panose="00000406000000000000" pitchFamily="2" charset="0"/>
            </a:endParaRPr>
          </a:p>
        </p:txBody>
      </p:sp>
      <p:sp>
        <p:nvSpPr>
          <p:cNvPr id="11808" name="Rectangle 11807">
            <a:extLst>
              <a:ext uri="{FF2B5EF4-FFF2-40B4-BE49-F238E27FC236}">
                <a16:creationId xmlns:a16="http://schemas.microsoft.com/office/drawing/2014/main" id="{B0F81E2E-8DD9-8D6B-540C-471CF18D599F}"/>
              </a:ext>
            </a:extLst>
          </p:cNvPr>
          <p:cNvSpPr/>
          <p:nvPr/>
        </p:nvSpPr>
        <p:spPr>
          <a:xfrm>
            <a:off x="3144165" y="4264280"/>
            <a:ext cx="1346165" cy="7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200" dirty="0">
                <a:solidFill>
                  <a:srgbClr val="3C3D3E"/>
                </a:solidFill>
                <a:effectLst/>
              </a:rPr>
              <a:t>Nur </a:t>
            </a:r>
            <a:r>
              <a:rPr lang="en-US" sz="1200" dirty="0" err="1">
                <a:solidFill>
                  <a:srgbClr val="3C3D3E"/>
                </a:solidFill>
                <a:effectLst/>
              </a:rPr>
              <a:t>ein</a:t>
            </a:r>
            <a:r>
              <a:rPr lang="en-US" sz="1200" dirty="0">
                <a:solidFill>
                  <a:srgbClr val="3C3D3E"/>
                </a:solidFill>
                <a:effectLst/>
              </a:rPr>
              <a:t> Plan – </a:t>
            </a:r>
            <a:r>
              <a:rPr lang="en-US" sz="1200" dirty="0" err="1">
                <a:solidFill>
                  <a:srgbClr val="3C3D3E"/>
                </a:solidFill>
                <a:effectLst/>
              </a:rPr>
              <a:t>keine</a:t>
            </a:r>
            <a:r>
              <a:rPr lang="en-US" sz="1200" dirty="0">
                <a:solidFill>
                  <a:srgbClr val="3C3D3E"/>
                </a:solidFill>
                <a:effectLst/>
              </a:rPr>
              <a:t> </a:t>
            </a:r>
            <a:r>
              <a:rPr lang="en-US" sz="1200" dirty="0" err="1">
                <a:solidFill>
                  <a:srgbClr val="3C3D3E"/>
                </a:solidFill>
                <a:effectLst/>
              </a:rPr>
              <a:t>Änderung</a:t>
            </a:r>
            <a:endParaRPr lang="en-US" sz="1200" dirty="0">
              <a:solidFill>
                <a:srgbClr val="3C3D3E"/>
              </a:solidFill>
              <a:effectLst/>
            </a:endParaRPr>
          </a:p>
          <a:p>
            <a:pPr algn="l">
              <a:buNone/>
            </a:pPr>
            <a:r>
              <a:rPr lang="en-US" sz="100" dirty="0">
                <a:effectLst/>
              </a:rPr>
              <a:t> </a:t>
            </a:r>
            <a:endParaRPr lang="en-US" dirty="0">
              <a:latin typeface="Barlow Condensed Light" panose="00000406000000000000" pitchFamily="2" charset="0"/>
            </a:endParaRPr>
          </a:p>
        </p:txBody>
      </p:sp>
      <p:sp>
        <p:nvSpPr>
          <p:cNvPr id="11825" name="Arrow: Chevron 11824">
            <a:extLst>
              <a:ext uri="{FF2B5EF4-FFF2-40B4-BE49-F238E27FC236}">
                <a16:creationId xmlns:a16="http://schemas.microsoft.com/office/drawing/2014/main" id="{E2FBD3D7-6A1F-3DF3-4AA7-C9CF453ECF99}"/>
              </a:ext>
            </a:extLst>
          </p:cNvPr>
          <p:cNvSpPr/>
          <p:nvPr/>
        </p:nvSpPr>
        <p:spPr>
          <a:xfrm>
            <a:off x="4700330" y="1900000"/>
            <a:ext cx="1986165" cy="620000"/>
          </a:xfrm>
          <a:prstGeom prst="chevron">
            <a:avLst/>
          </a:prstGeom>
          <a:solidFill>
            <a:srgbClr val="F6871F"/>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000000"/>
                </a:solidFill>
                <a:effectLst/>
                <a:latin typeface="Barlow Condensed Medium" panose="00000606000000000000" pitchFamily="2" charset="0"/>
              </a:rPr>
              <a:t>Approve</a:t>
            </a:r>
          </a:p>
          <a:p>
            <a:pPr algn="ctr">
              <a:buNone/>
            </a:pPr>
            <a:r>
              <a:rPr lang="en-US" sz="100">
                <a:effectLst/>
              </a:rPr>
              <a:t> </a:t>
            </a:r>
            <a:endParaRPr lang="en-US">
              <a:solidFill>
                <a:schemeClr val="tx1"/>
              </a:solidFill>
              <a:latin typeface="Barlow Condensed Light" panose="00000406000000000000" pitchFamily="2" charset="0"/>
            </a:endParaRPr>
          </a:p>
        </p:txBody>
      </p:sp>
      <p:sp>
        <p:nvSpPr>
          <p:cNvPr id="11843" name="Rectangle 11842">
            <a:extLst>
              <a:ext uri="{FF2B5EF4-FFF2-40B4-BE49-F238E27FC236}">
                <a16:creationId xmlns:a16="http://schemas.microsoft.com/office/drawing/2014/main" id="{85B002D3-6B39-7736-A4DE-950541F7AECD}"/>
              </a:ext>
            </a:extLst>
          </p:cNvPr>
          <p:cNvSpPr/>
          <p:nvPr/>
        </p:nvSpPr>
        <p:spPr>
          <a:xfrm>
            <a:off x="4700330" y="2600000"/>
            <a:ext cx="1986165" cy="2500000"/>
          </a:xfrm>
          <a:prstGeom prst="rect">
            <a:avLst/>
          </a:prstGeom>
          <a:solidFill>
            <a:srgbClr val="F2F4F6"/>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a:solidFill>
                  <a:srgbClr val="3C3D3E"/>
                </a:solidFill>
                <a:effectLst/>
              </a:rPr>
              <a:t> </a:t>
            </a:r>
            <a:endParaRPr lang="en-US">
              <a:latin typeface="Barlow Condensed Light" panose="00000406000000000000" pitchFamily="2" charset="0"/>
            </a:endParaRPr>
          </a:p>
        </p:txBody>
      </p:sp>
      <p:sp>
        <p:nvSpPr>
          <p:cNvPr id="11862" name="Rectangle 11861">
            <a:extLst>
              <a:ext uri="{FF2B5EF4-FFF2-40B4-BE49-F238E27FC236}">
                <a16:creationId xmlns:a16="http://schemas.microsoft.com/office/drawing/2014/main" id="{2EDF566E-329F-FA51-F6F9-D4C585AF183E}"/>
              </a:ext>
            </a:extLst>
          </p:cNvPr>
          <p:cNvSpPr/>
          <p:nvPr/>
        </p:nvSpPr>
        <p:spPr>
          <a:xfrm>
            <a:off x="4800330" y="2780000"/>
            <a:ext cx="420000" cy="330000"/>
          </a:xfrm>
          <a:prstGeom prst="rect">
            <a:avLst/>
          </a:prstGeom>
          <a:solidFill>
            <a:srgbClr val="F6871F"/>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000000"/>
                </a:solidFill>
                <a:effectLst/>
              </a:rPr>
              <a:t>7</a:t>
            </a:r>
          </a:p>
          <a:p>
            <a:pPr algn="ctr">
              <a:buNone/>
            </a:pPr>
            <a:r>
              <a:rPr lang="en-US" sz="100">
                <a:effectLst/>
              </a:rPr>
              <a:t> </a:t>
            </a:r>
            <a:endParaRPr lang="en-US">
              <a:latin typeface="Barlow Condensed Light" panose="00000406000000000000" pitchFamily="2" charset="0"/>
            </a:endParaRPr>
          </a:p>
        </p:txBody>
      </p:sp>
      <p:sp>
        <p:nvSpPr>
          <p:cNvPr id="11882" name="Rectangle 11881">
            <a:extLst>
              <a:ext uri="{FF2B5EF4-FFF2-40B4-BE49-F238E27FC236}">
                <a16:creationId xmlns:a16="http://schemas.microsoft.com/office/drawing/2014/main" id="{B322FA2F-568E-5712-FD5D-D9B4FD48F1A1}"/>
              </a:ext>
            </a:extLst>
          </p:cNvPr>
          <p:cNvSpPr/>
          <p:nvPr/>
        </p:nvSpPr>
        <p:spPr>
          <a:xfrm>
            <a:off x="5260330" y="2591408"/>
            <a:ext cx="1346165" cy="7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200" dirty="0" err="1">
                <a:solidFill>
                  <a:srgbClr val="3C3D3E"/>
                </a:solidFill>
                <a:effectLst/>
              </a:rPr>
              <a:t>Umsetzung</a:t>
            </a:r>
            <a:r>
              <a:rPr lang="en-US" sz="1200" dirty="0">
                <a:solidFill>
                  <a:srgbClr val="3C3D3E"/>
                </a:solidFill>
                <a:effectLst/>
              </a:rPr>
              <a:t> </a:t>
            </a:r>
            <a:r>
              <a:rPr lang="en-US" sz="1200" dirty="0" err="1">
                <a:solidFill>
                  <a:srgbClr val="3C3D3E"/>
                </a:solidFill>
                <a:effectLst/>
              </a:rPr>
              <a:t>anfordern</a:t>
            </a:r>
            <a:endParaRPr lang="en-US" sz="1200" dirty="0">
              <a:solidFill>
                <a:srgbClr val="3C3D3E"/>
              </a:solidFill>
              <a:effectLst/>
            </a:endParaRPr>
          </a:p>
          <a:p>
            <a:pPr algn="l">
              <a:buNone/>
            </a:pPr>
            <a:r>
              <a:rPr lang="en-US" sz="100" dirty="0">
                <a:effectLst/>
              </a:rPr>
              <a:t> </a:t>
            </a:r>
            <a:endParaRPr lang="en-US" dirty="0">
              <a:latin typeface="Barlow Condensed Light" panose="00000406000000000000" pitchFamily="2" charset="0"/>
            </a:endParaRPr>
          </a:p>
        </p:txBody>
      </p:sp>
      <p:sp>
        <p:nvSpPr>
          <p:cNvPr id="11903" name="Rectangle 11902">
            <a:extLst>
              <a:ext uri="{FF2B5EF4-FFF2-40B4-BE49-F238E27FC236}">
                <a16:creationId xmlns:a16="http://schemas.microsoft.com/office/drawing/2014/main" id="{97D37581-2190-D80D-63EC-D77D3878775D}"/>
              </a:ext>
            </a:extLst>
          </p:cNvPr>
          <p:cNvSpPr/>
          <p:nvPr/>
        </p:nvSpPr>
        <p:spPr>
          <a:xfrm>
            <a:off x="4800330" y="3570000"/>
            <a:ext cx="420000" cy="330000"/>
          </a:xfrm>
          <a:prstGeom prst="rect">
            <a:avLst/>
          </a:prstGeom>
          <a:solidFill>
            <a:srgbClr val="F6871F"/>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000000"/>
                </a:solidFill>
                <a:effectLst/>
              </a:rPr>
              <a:t>8</a:t>
            </a:r>
          </a:p>
          <a:p>
            <a:pPr algn="ctr">
              <a:buNone/>
            </a:pPr>
            <a:r>
              <a:rPr lang="en-US" sz="100">
                <a:effectLst/>
              </a:rPr>
              <a:t> </a:t>
            </a:r>
            <a:endParaRPr lang="en-US">
              <a:latin typeface="Barlow Condensed Light" panose="00000406000000000000" pitchFamily="2" charset="0"/>
            </a:endParaRPr>
          </a:p>
        </p:txBody>
      </p:sp>
      <p:sp>
        <p:nvSpPr>
          <p:cNvPr id="11925" name="Rectangle 11924">
            <a:extLst>
              <a:ext uri="{FF2B5EF4-FFF2-40B4-BE49-F238E27FC236}">
                <a16:creationId xmlns:a16="http://schemas.microsoft.com/office/drawing/2014/main" id="{D6F2D405-247F-001C-3F39-0E393C41B0F4}"/>
              </a:ext>
            </a:extLst>
          </p:cNvPr>
          <p:cNvSpPr/>
          <p:nvPr/>
        </p:nvSpPr>
        <p:spPr>
          <a:xfrm>
            <a:off x="5260330" y="3459992"/>
            <a:ext cx="1346165" cy="7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200" dirty="0">
                <a:solidFill>
                  <a:srgbClr val="3C3D3E"/>
                </a:solidFill>
                <a:effectLst/>
              </a:rPr>
              <a:t>Remediation MCP </a:t>
            </a:r>
            <a:r>
              <a:rPr lang="en-US" sz="1200" dirty="0" err="1">
                <a:solidFill>
                  <a:srgbClr val="3C3D3E"/>
                </a:solidFill>
                <a:effectLst/>
              </a:rPr>
              <a:t>ruft</a:t>
            </a:r>
            <a:r>
              <a:rPr lang="en-US" sz="1200" dirty="0">
                <a:solidFill>
                  <a:srgbClr val="3C3D3E"/>
                </a:solidFill>
                <a:effectLst/>
              </a:rPr>
              <a:t> </a:t>
            </a:r>
            <a:r>
              <a:rPr lang="en-US" sz="1200" dirty="0" err="1">
                <a:solidFill>
                  <a:srgbClr val="3C3D3E"/>
                </a:solidFill>
                <a:effectLst/>
              </a:rPr>
              <a:t>disable_user</a:t>
            </a:r>
            <a:endParaRPr lang="en-US" sz="1200" dirty="0">
              <a:solidFill>
                <a:srgbClr val="3C3D3E"/>
              </a:solidFill>
              <a:effectLst/>
            </a:endParaRPr>
          </a:p>
          <a:p>
            <a:pPr algn="l">
              <a:buNone/>
            </a:pPr>
            <a:r>
              <a:rPr lang="en-US" sz="100" dirty="0">
                <a:effectLst/>
              </a:rPr>
              <a:t> </a:t>
            </a:r>
            <a:endParaRPr lang="en-US" dirty="0">
              <a:latin typeface="Barlow Condensed Light" panose="00000406000000000000" pitchFamily="2" charset="0"/>
            </a:endParaRPr>
          </a:p>
        </p:txBody>
      </p:sp>
      <p:sp>
        <p:nvSpPr>
          <p:cNvPr id="11948" name="Rectangle 11947">
            <a:extLst>
              <a:ext uri="{FF2B5EF4-FFF2-40B4-BE49-F238E27FC236}">
                <a16:creationId xmlns:a16="http://schemas.microsoft.com/office/drawing/2014/main" id="{F0F29C6E-5A64-382C-EBC6-3B4CE4A83976}"/>
              </a:ext>
            </a:extLst>
          </p:cNvPr>
          <p:cNvSpPr/>
          <p:nvPr/>
        </p:nvSpPr>
        <p:spPr>
          <a:xfrm>
            <a:off x="4800330" y="4360000"/>
            <a:ext cx="420000" cy="330000"/>
          </a:xfrm>
          <a:prstGeom prst="rect">
            <a:avLst/>
          </a:prstGeom>
          <a:solidFill>
            <a:srgbClr val="F6871F"/>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000000"/>
                </a:solidFill>
                <a:effectLst/>
              </a:rPr>
              <a:t>9</a:t>
            </a:r>
          </a:p>
          <a:p>
            <a:pPr algn="ctr">
              <a:buNone/>
            </a:pPr>
            <a:r>
              <a:rPr lang="en-US" sz="100">
                <a:effectLst/>
              </a:rPr>
              <a:t> </a:t>
            </a:r>
            <a:endParaRPr lang="en-US">
              <a:latin typeface="Barlow Condensed Light" panose="00000406000000000000" pitchFamily="2" charset="0"/>
            </a:endParaRPr>
          </a:p>
        </p:txBody>
      </p:sp>
      <p:sp>
        <p:nvSpPr>
          <p:cNvPr id="11972" name="Rectangle 11971">
            <a:extLst>
              <a:ext uri="{FF2B5EF4-FFF2-40B4-BE49-F238E27FC236}">
                <a16:creationId xmlns:a16="http://schemas.microsoft.com/office/drawing/2014/main" id="{0EF4066B-6DBA-5DD5-B796-A2A1A04A6422}"/>
              </a:ext>
            </a:extLst>
          </p:cNvPr>
          <p:cNvSpPr/>
          <p:nvPr/>
        </p:nvSpPr>
        <p:spPr>
          <a:xfrm>
            <a:off x="5260330" y="4300000"/>
            <a:ext cx="1346165" cy="7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3C3D3E"/>
                </a:solidFill>
                <a:effectLst/>
              </a:rPr>
              <a:t>Human Approval – bewusst stoppen</a:t>
            </a:r>
          </a:p>
          <a:p>
            <a:pPr algn="l">
              <a:buNone/>
            </a:pPr>
            <a:r>
              <a:rPr lang="en-US" sz="100">
                <a:effectLst/>
              </a:rPr>
              <a:t> </a:t>
            </a:r>
            <a:endParaRPr lang="en-US">
              <a:latin typeface="Barlow Condensed Light" panose="00000406000000000000" pitchFamily="2" charset="0"/>
            </a:endParaRPr>
          </a:p>
        </p:txBody>
      </p:sp>
      <p:sp>
        <p:nvSpPr>
          <p:cNvPr id="12023" name="Rectangle 12022">
            <a:extLst>
              <a:ext uri="{FF2B5EF4-FFF2-40B4-BE49-F238E27FC236}">
                <a16:creationId xmlns:a16="http://schemas.microsoft.com/office/drawing/2014/main" id="{5CCA3E15-F3DC-3DA1-2F2B-BA8087991382}"/>
              </a:ext>
            </a:extLst>
          </p:cNvPr>
          <p:cNvSpPr/>
          <p:nvPr/>
        </p:nvSpPr>
        <p:spPr>
          <a:xfrm>
            <a:off x="6816495" y="2600000"/>
            <a:ext cx="1986165" cy="2500000"/>
          </a:xfrm>
          <a:prstGeom prst="rect">
            <a:avLst/>
          </a:prstGeom>
          <a:solidFill>
            <a:srgbClr val="F2F4F6"/>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a:solidFill>
                  <a:srgbClr val="3C3D3E"/>
                </a:solidFill>
                <a:effectLst/>
              </a:rPr>
              <a:t> </a:t>
            </a:r>
            <a:endParaRPr lang="en-US">
              <a:latin typeface="Barlow Condensed Light" panose="00000406000000000000" pitchFamily="2" charset="0"/>
            </a:endParaRPr>
          </a:p>
        </p:txBody>
      </p:sp>
      <p:sp>
        <p:nvSpPr>
          <p:cNvPr id="12050" name="Rectangle 12049">
            <a:extLst>
              <a:ext uri="{FF2B5EF4-FFF2-40B4-BE49-F238E27FC236}">
                <a16:creationId xmlns:a16="http://schemas.microsoft.com/office/drawing/2014/main" id="{E5F14726-E8F5-27AA-6426-B8C0C0989A27}"/>
              </a:ext>
            </a:extLst>
          </p:cNvPr>
          <p:cNvSpPr/>
          <p:nvPr/>
        </p:nvSpPr>
        <p:spPr>
          <a:xfrm>
            <a:off x="6916495" y="2780000"/>
            <a:ext cx="420000" cy="330000"/>
          </a:xfrm>
          <a:prstGeom prst="rect">
            <a:avLst/>
          </a:prstGeom>
          <a:solidFill>
            <a:srgbClr val="004068"/>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FFFFFF"/>
                </a:solidFill>
                <a:effectLst/>
              </a:rPr>
              <a:t>10</a:t>
            </a:r>
          </a:p>
          <a:p>
            <a:pPr algn="ctr">
              <a:buNone/>
            </a:pPr>
            <a:r>
              <a:rPr lang="en-US" sz="100">
                <a:effectLst/>
              </a:rPr>
              <a:t> </a:t>
            </a:r>
            <a:endParaRPr lang="en-US">
              <a:latin typeface="Barlow Condensed Light" panose="00000406000000000000" pitchFamily="2" charset="0"/>
            </a:endParaRPr>
          </a:p>
        </p:txBody>
      </p:sp>
      <p:sp>
        <p:nvSpPr>
          <p:cNvPr id="12078" name="Rectangle 12077">
            <a:extLst>
              <a:ext uri="{FF2B5EF4-FFF2-40B4-BE49-F238E27FC236}">
                <a16:creationId xmlns:a16="http://schemas.microsoft.com/office/drawing/2014/main" id="{F10FE3C9-C9E4-F317-C940-43E1D0AF1D8E}"/>
              </a:ext>
            </a:extLst>
          </p:cNvPr>
          <p:cNvSpPr/>
          <p:nvPr/>
        </p:nvSpPr>
        <p:spPr>
          <a:xfrm>
            <a:off x="7376495" y="2591408"/>
            <a:ext cx="1346165" cy="7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3C3D3E"/>
                </a:solidFill>
                <a:effectLst/>
              </a:rPr>
              <a:t>Freigabe erteilen</a:t>
            </a:r>
          </a:p>
          <a:p>
            <a:pPr algn="l">
              <a:buNone/>
            </a:pPr>
            <a:r>
              <a:rPr lang="en-US" sz="100">
                <a:effectLst/>
              </a:rPr>
              <a:t> </a:t>
            </a:r>
            <a:endParaRPr lang="en-US">
              <a:latin typeface="Barlow Condensed Light" panose="00000406000000000000" pitchFamily="2" charset="0"/>
            </a:endParaRPr>
          </a:p>
        </p:txBody>
      </p:sp>
      <p:sp>
        <p:nvSpPr>
          <p:cNvPr id="12107" name="Rectangle 12106">
            <a:extLst>
              <a:ext uri="{FF2B5EF4-FFF2-40B4-BE49-F238E27FC236}">
                <a16:creationId xmlns:a16="http://schemas.microsoft.com/office/drawing/2014/main" id="{7B1D63A9-75B3-294F-9FAE-D4ACFE3B5BD2}"/>
              </a:ext>
            </a:extLst>
          </p:cNvPr>
          <p:cNvSpPr/>
          <p:nvPr/>
        </p:nvSpPr>
        <p:spPr>
          <a:xfrm>
            <a:off x="6916495" y="3570000"/>
            <a:ext cx="420000" cy="330000"/>
          </a:xfrm>
          <a:prstGeom prst="rect">
            <a:avLst/>
          </a:prstGeom>
          <a:solidFill>
            <a:srgbClr val="004068"/>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FFFFFF"/>
                </a:solidFill>
                <a:effectLst/>
              </a:rPr>
              <a:t>11</a:t>
            </a:r>
          </a:p>
          <a:p>
            <a:pPr algn="ctr">
              <a:buNone/>
            </a:pPr>
            <a:r>
              <a:rPr lang="en-US" sz="100">
                <a:effectLst/>
              </a:rPr>
              <a:t> </a:t>
            </a:r>
            <a:endParaRPr lang="en-US">
              <a:latin typeface="Barlow Condensed Light" panose="00000406000000000000" pitchFamily="2" charset="0"/>
            </a:endParaRPr>
          </a:p>
        </p:txBody>
      </p:sp>
      <p:sp>
        <p:nvSpPr>
          <p:cNvPr id="12137" name="Rectangle 12136">
            <a:extLst>
              <a:ext uri="{FF2B5EF4-FFF2-40B4-BE49-F238E27FC236}">
                <a16:creationId xmlns:a16="http://schemas.microsoft.com/office/drawing/2014/main" id="{4447053F-1172-B504-8B50-AE76A71DEE06}"/>
              </a:ext>
            </a:extLst>
          </p:cNvPr>
          <p:cNvSpPr/>
          <p:nvPr/>
        </p:nvSpPr>
        <p:spPr>
          <a:xfrm>
            <a:off x="7376495" y="3459992"/>
            <a:ext cx="1346165" cy="7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200" dirty="0">
                <a:solidFill>
                  <a:srgbClr val="3C3D3E"/>
                </a:solidFill>
                <a:effectLst/>
              </a:rPr>
              <a:t>svc-backup </a:t>
            </a:r>
            <a:r>
              <a:rPr lang="en-US" sz="1200" dirty="0" err="1">
                <a:solidFill>
                  <a:srgbClr val="3C3D3E"/>
                </a:solidFill>
                <a:effectLst/>
              </a:rPr>
              <a:t>wird</a:t>
            </a:r>
            <a:r>
              <a:rPr lang="en-US" sz="1200" dirty="0">
                <a:solidFill>
                  <a:srgbClr val="3C3D3E"/>
                </a:solidFill>
                <a:effectLst/>
              </a:rPr>
              <a:t> </a:t>
            </a:r>
            <a:r>
              <a:rPr lang="en-US" sz="1200" dirty="0" err="1">
                <a:solidFill>
                  <a:srgbClr val="3C3D3E"/>
                </a:solidFill>
                <a:effectLst/>
              </a:rPr>
              <a:t>deaktiviert</a:t>
            </a:r>
            <a:endParaRPr lang="en-US" sz="1200" dirty="0">
              <a:solidFill>
                <a:srgbClr val="3C3D3E"/>
              </a:solidFill>
              <a:effectLst/>
            </a:endParaRPr>
          </a:p>
          <a:p>
            <a:pPr algn="l">
              <a:buNone/>
            </a:pPr>
            <a:r>
              <a:rPr lang="en-US" sz="100" dirty="0">
                <a:effectLst/>
              </a:rPr>
              <a:t> </a:t>
            </a:r>
            <a:endParaRPr lang="en-US" dirty="0">
              <a:latin typeface="Barlow Condensed Light" panose="00000406000000000000" pitchFamily="2" charset="0"/>
            </a:endParaRPr>
          </a:p>
        </p:txBody>
      </p:sp>
      <p:sp>
        <p:nvSpPr>
          <p:cNvPr id="12168" name="Rectangle 12167">
            <a:extLst>
              <a:ext uri="{FF2B5EF4-FFF2-40B4-BE49-F238E27FC236}">
                <a16:creationId xmlns:a16="http://schemas.microsoft.com/office/drawing/2014/main" id="{BF18FEB2-FAC2-B5E3-9EBE-15E1C4B1EA59}"/>
              </a:ext>
            </a:extLst>
          </p:cNvPr>
          <p:cNvSpPr/>
          <p:nvPr/>
        </p:nvSpPr>
        <p:spPr>
          <a:xfrm>
            <a:off x="6916495" y="4360000"/>
            <a:ext cx="420000" cy="330000"/>
          </a:xfrm>
          <a:prstGeom prst="rect">
            <a:avLst/>
          </a:prstGeom>
          <a:solidFill>
            <a:srgbClr val="004068"/>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FFFFFF"/>
                </a:solidFill>
                <a:effectLst/>
              </a:rPr>
              <a:t>12</a:t>
            </a:r>
          </a:p>
          <a:p>
            <a:pPr algn="ctr">
              <a:buNone/>
            </a:pPr>
            <a:r>
              <a:rPr lang="en-US" sz="100">
                <a:effectLst/>
              </a:rPr>
              <a:t> </a:t>
            </a:r>
            <a:endParaRPr lang="en-US">
              <a:latin typeface="Barlow Condensed Light" panose="00000406000000000000" pitchFamily="2" charset="0"/>
            </a:endParaRPr>
          </a:p>
        </p:txBody>
      </p:sp>
      <p:sp>
        <p:nvSpPr>
          <p:cNvPr id="12200" name="Rectangle 12199">
            <a:extLst>
              <a:ext uri="{FF2B5EF4-FFF2-40B4-BE49-F238E27FC236}">
                <a16:creationId xmlns:a16="http://schemas.microsoft.com/office/drawing/2014/main" id="{5735C406-B6A3-3531-30EB-B529010E0EA1}"/>
              </a:ext>
            </a:extLst>
          </p:cNvPr>
          <p:cNvSpPr/>
          <p:nvPr/>
        </p:nvSpPr>
        <p:spPr>
          <a:xfrm>
            <a:off x="7376495" y="4249992"/>
            <a:ext cx="1346165" cy="7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200" dirty="0" err="1">
                <a:solidFill>
                  <a:srgbClr val="3C3D3E"/>
                </a:solidFill>
                <a:effectLst/>
              </a:rPr>
              <a:t>Protokolliert</a:t>
            </a:r>
            <a:r>
              <a:rPr lang="en-US" sz="1200" dirty="0">
                <a:solidFill>
                  <a:srgbClr val="3C3D3E"/>
                </a:solidFill>
                <a:effectLst/>
              </a:rPr>
              <a:t> </a:t>
            </a:r>
            <a:r>
              <a:rPr lang="en-US" sz="1200" dirty="0" err="1">
                <a:solidFill>
                  <a:srgbClr val="3C3D3E"/>
                </a:solidFill>
                <a:effectLst/>
              </a:rPr>
              <a:t>über</a:t>
            </a:r>
            <a:r>
              <a:rPr lang="en-US" sz="1200" dirty="0">
                <a:solidFill>
                  <a:srgbClr val="3C3D3E"/>
                </a:solidFill>
                <a:effectLst/>
              </a:rPr>
              <a:t> API Management</a:t>
            </a:r>
          </a:p>
          <a:p>
            <a:pPr algn="l">
              <a:buNone/>
            </a:pPr>
            <a:r>
              <a:rPr lang="en-US" sz="100" dirty="0">
                <a:effectLst/>
              </a:rPr>
              <a:t> </a:t>
            </a:r>
            <a:endParaRPr lang="en-US" dirty="0">
              <a:latin typeface="Barlow Condensed Light" panose="00000406000000000000" pitchFamily="2" charset="0"/>
            </a:endParaRPr>
          </a:p>
        </p:txBody>
      </p:sp>
      <p:sp>
        <p:nvSpPr>
          <p:cNvPr id="12233" name="Arrow: Chevron 12232">
            <a:extLst>
              <a:ext uri="{FF2B5EF4-FFF2-40B4-BE49-F238E27FC236}">
                <a16:creationId xmlns:a16="http://schemas.microsoft.com/office/drawing/2014/main" id="{9FE18498-5A9F-E445-C8F5-759F6050099F}"/>
              </a:ext>
            </a:extLst>
          </p:cNvPr>
          <p:cNvSpPr/>
          <p:nvPr/>
        </p:nvSpPr>
        <p:spPr>
          <a:xfrm>
            <a:off x="8932660" y="1900000"/>
            <a:ext cx="1986165" cy="620000"/>
          </a:xfrm>
          <a:prstGeom prst="chevron">
            <a:avLst/>
          </a:prstGeom>
          <a:solidFill>
            <a:srgbClr val="004068"/>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FFFFFF"/>
                </a:solidFill>
                <a:effectLst/>
                <a:latin typeface="Barlow Condensed Medium" panose="00000606000000000000" pitchFamily="2" charset="0"/>
              </a:rPr>
              <a:t>Verify</a:t>
            </a:r>
          </a:p>
          <a:p>
            <a:pPr algn="ctr">
              <a:buNone/>
            </a:pPr>
            <a:r>
              <a:rPr lang="en-US" sz="100">
                <a:effectLst/>
              </a:rPr>
              <a:t> </a:t>
            </a:r>
            <a:endParaRPr lang="en-US">
              <a:solidFill>
                <a:schemeClr val="tx1"/>
              </a:solidFill>
              <a:latin typeface="Barlow Condensed Light" panose="00000406000000000000" pitchFamily="2" charset="0"/>
            </a:endParaRPr>
          </a:p>
        </p:txBody>
      </p:sp>
      <p:sp>
        <p:nvSpPr>
          <p:cNvPr id="12267" name="Rectangle 12266">
            <a:extLst>
              <a:ext uri="{FF2B5EF4-FFF2-40B4-BE49-F238E27FC236}">
                <a16:creationId xmlns:a16="http://schemas.microsoft.com/office/drawing/2014/main" id="{069AD639-58AA-25FA-6948-9592385A0097}"/>
              </a:ext>
            </a:extLst>
          </p:cNvPr>
          <p:cNvSpPr/>
          <p:nvPr/>
        </p:nvSpPr>
        <p:spPr>
          <a:xfrm>
            <a:off x="8932660" y="2600000"/>
            <a:ext cx="1986165" cy="2500000"/>
          </a:xfrm>
          <a:prstGeom prst="rect">
            <a:avLst/>
          </a:prstGeom>
          <a:solidFill>
            <a:srgbClr val="F2F4F6"/>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a:solidFill>
                  <a:srgbClr val="3C3D3E"/>
                </a:solidFill>
                <a:effectLst/>
              </a:rPr>
              <a:t> </a:t>
            </a:r>
            <a:endParaRPr lang="en-US">
              <a:latin typeface="Barlow Condensed Light" panose="00000406000000000000" pitchFamily="2" charset="0"/>
            </a:endParaRPr>
          </a:p>
        </p:txBody>
      </p:sp>
      <p:sp>
        <p:nvSpPr>
          <p:cNvPr id="12302" name="Rectangle 12301">
            <a:extLst>
              <a:ext uri="{FF2B5EF4-FFF2-40B4-BE49-F238E27FC236}">
                <a16:creationId xmlns:a16="http://schemas.microsoft.com/office/drawing/2014/main" id="{897F59BE-46F5-9BFC-6967-5652CF0192CE}"/>
              </a:ext>
            </a:extLst>
          </p:cNvPr>
          <p:cNvSpPr/>
          <p:nvPr/>
        </p:nvSpPr>
        <p:spPr>
          <a:xfrm>
            <a:off x="9032660" y="2780000"/>
            <a:ext cx="420000" cy="330000"/>
          </a:xfrm>
          <a:prstGeom prst="rect">
            <a:avLst/>
          </a:prstGeom>
          <a:solidFill>
            <a:srgbClr val="004068"/>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FFFFFF"/>
                </a:solidFill>
                <a:effectLst/>
              </a:rPr>
              <a:t>13</a:t>
            </a:r>
          </a:p>
          <a:p>
            <a:pPr algn="ctr">
              <a:buNone/>
            </a:pPr>
            <a:r>
              <a:rPr lang="en-US" sz="100">
                <a:effectLst/>
              </a:rPr>
              <a:t> </a:t>
            </a:r>
            <a:endParaRPr lang="en-US">
              <a:latin typeface="Barlow Condensed Light" panose="00000406000000000000" pitchFamily="2" charset="0"/>
            </a:endParaRPr>
          </a:p>
        </p:txBody>
      </p:sp>
      <p:sp>
        <p:nvSpPr>
          <p:cNvPr id="12338" name="Rectangle 12337">
            <a:extLst>
              <a:ext uri="{FF2B5EF4-FFF2-40B4-BE49-F238E27FC236}">
                <a16:creationId xmlns:a16="http://schemas.microsoft.com/office/drawing/2014/main" id="{4F619CDA-3389-15A3-1E88-38DCCE83B674}"/>
              </a:ext>
            </a:extLst>
          </p:cNvPr>
          <p:cNvSpPr/>
          <p:nvPr/>
        </p:nvSpPr>
        <p:spPr>
          <a:xfrm>
            <a:off x="9492660" y="2720000"/>
            <a:ext cx="1346165" cy="7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3C3D3E"/>
                </a:solidFill>
                <a:effectLst/>
              </a:rPr>
              <a:t>Read-only MCP prüft unabhängig</a:t>
            </a:r>
          </a:p>
          <a:p>
            <a:pPr algn="l">
              <a:buNone/>
            </a:pPr>
            <a:r>
              <a:rPr lang="en-US" sz="100">
                <a:effectLst/>
              </a:rPr>
              <a:t> </a:t>
            </a:r>
            <a:endParaRPr lang="en-US">
              <a:latin typeface="Barlow Condensed Light" panose="00000406000000000000" pitchFamily="2" charset="0"/>
            </a:endParaRPr>
          </a:p>
        </p:txBody>
      </p:sp>
      <p:sp>
        <p:nvSpPr>
          <p:cNvPr id="12375" name="Rectangle 12374">
            <a:extLst>
              <a:ext uri="{FF2B5EF4-FFF2-40B4-BE49-F238E27FC236}">
                <a16:creationId xmlns:a16="http://schemas.microsoft.com/office/drawing/2014/main" id="{B9992D78-821B-9B41-E0F1-A3A907D343A8}"/>
              </a:ext>
            </a:extLst>
          </p:cNvPr>
          <p:cNvSpPr/>
          <p:nvPr/>
        </p:nvSpPr>
        <p:spPr>
          <a:xfrm>
            <a:off x="9032660" y="3570000"/>
            <a:ext cx="420000" cy="330000"/>
          </a:xfrm>
          <a:prstGeom prst="rect">
            <a:avLst/>
          </a:prstGeom>
          <a:solidFill>
            <a:srgbClr val="004068"/>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FFFFFF"/>
                </a:solidFill>
                <a:effectLst/>
              </a:rPr>
              <a:t>14</a:t>
            </a:r>
          </a:p>
          <a:p>
            <a:pPr algn="ctr">
              <a:buNone/>
            </a:pPr>
            <a:r>
              <a:rPr lang="en-US" sz="100">
                <a:effectLst/>
              </a:rPr>
              <a:t> </a:t>
            </a:r>
            <a:endParaRPr lang="en-US">
              <a:latin typeface="Barlow Condensed Light" panose="00000406000000000000" pitchFamily="2" charset="0"/>
            </a:endParaRPr>
          </a:p>
        </p:txBody>
      </p:sp>
      <p:sp>
        <p:nvSpPr>
          <p:cNvPr id="12413" name="Rectangle 12412">
            <a:extLst>
              <a:ext uri="{FF2B5EF4-FFF2-40B4-BE49-F238E27FC236}">
                <a16:creationId xmlns:a16="http://schemas.microsoft.com/office/drawing/2014/main" id="{4E10F00C-D9EC-6F2C-0A9A-B6F543E88A47}"/>
              </a:ext>
            </a:extLst>
          </p:cNvPr>
          <p:cNvSpPr/>
          <p:nvPr/>
        </p:nvSpPr>
        <p:spPr>
          <a:xfrm>
            <a:off x="9492660" y="3402840"/>
            <a:ext cx="1346165" cy="7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200" dirty="0" err="1">
                <a:solidFill>
                  <a:srgbClr val="3C3D3E"/>
                </a:solidFill>
                <a:effectLst/>
              </a:rPr>
              <a:t>Ergebnis</a:t>
            </a:r>
            <a:r>
              <a:rPr lang="en-US" sz="1200" dirty="0">
                <a:solidFill>
                  <a:srgbClr val="3C3D3E"/>
                </a:solidFill>
                <a:effectLst/>
              </a:rPr>
              <a:t>: Enabled = false</a:t>
            </a:r>
          </a:p>
          <a:p>
            <a:pPr algn="l">
              <a:buNone/>
            </a:pPr>
            <a:r>
              <a:rPr lang="en-US" sz="100" dirty="0">
                <a:effectLst/>
              </a:rPr>
              <a:t> </a:t>
            </a:r>
            <a:endParaRPr lang="en-US" dirty="0">
              <a:latin typeface="Barlow Condensed Light" panose="00000406000000000000" pitchFamily="2" charset="0"/>
            </a:endParaRPr>
          </a:p>
        </p:txBody>
      </p:sp>
      <p:sp>
        <p:nvSpPr>
          <p:cNvPr id="12452" name="Rectangle 12451">
            <a:extLst>
              <a:ext uri="{FF2B5EF4-FFF2-40B4-BE49-F238E27FC236}">
                <a16:creationId xmlns:a16="http://schemas.microsoft.com/office/drawing/2014/main" id="{A44D55BE-2382-FA50-FD2E-BE1819CDA059}"/>
              </a:ext>
            </a:extLst>
          </p:cNvPr>
          <p:cNvSpPr/>
          <p:nvPr/>
        </p:nvSpPr>
        <p:spPr>
          <a:xfrm>
            <a:off x="9032660" y="4360000"/>
            <a:ext cx="420000" cy="330000"/>
          </a:xfrm>
          <a:prstGeom prst="rect">
            <a:avLst/>
          </a:prstGeom>
          <a:solidFill>
            <a:srgbClr val="004068"/>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FFFFFF"/>
                </a:solidFill>
                <a:effectLst/>
              </a:rPr>
              <a:t>15</a:t>
            </a:r>
          </a:p>
          <a:p>
            <a:pPr algn="ctr">
              <a:buNone/>
            </a:pPr>
            <a:r>
              <a:rPr lang="en-US" sz="100">
                <a:effectLst/>
              </a:rPr>
              <a:t> </a:t>
            </a:r>
            <a:endParaRPr lang="en-US">
              <a:latin typeface="Barlow Condensed Light" panose="00000406000000000000" pitchFamily="2" charset="0"/>
            </a:endParaRPr>
          </a:p>
        </p:txBody>
      </p:sp>
      <p:sp>
        <p:nvSpPr>
          <p:cNvPr id="12492" name="Rectangle 12491">
            <a:extLst>
              <a:ext uri="{FF2B5EF4-FFF2-40B4-BE49-F238E27FC236}">
                <a16:creationId xmlns:a16="http://schemas.microsoft.com/office/drawing/2014/main" id="{8CDEA01B-DA0F-7250-95EA-6570C3E19094}"/>
              </a:ext>
            </a:extLst>
          </p:cNvPr>
          <p:cNvSpPr/>
          <p:nvPr/>
        </p:nvSpPr>
        <p:spPr>
          <a:xfrm>
            <a:off x="9492660" y="4264280"/>
            <a:ext cx="1346165" cy="7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200" dirty="0">
                <a:solidFill>
                  <a:srgbClr val="3C3D3E"/>
                </a:solidFill>
                <a:effectLst/>
              </a:rPr>
              <a:t>Optional: Rollback </a:t>
            </a:r>
            <a:r>
              <a:rPr lang="en-US" sz="1200" dirty="0" err="1">
                <a:solidFill>
                  <a:srgbClr val="3C3D3E"/>
                </a:solidFill>
                <a:effectLst/>
              </a:rPr>
              <a:t>mit</a:t>
            </a:r>
            <a:r>
              <a:rPr lang="en-US" sz="1200" dirty="0">
                <a:solidFill>
                  <a:srgbClr val="3C3D3E"/>
                </a:solidFill>
                <a:effectLst/>
              </a:rPr>
              <a:t> </a:t>
            </a:r>
            <a:r>
              <a:rPr lang="en-US" sz="1200" dirty="0" err="1">
                <a:solidFill>
                  <a:srgbClr val="3C3D3E"/>
                </a:solidFill>
                <a:effectLst/>
              </a:rPr>
              <a:t>enable_user</a:t>
            </a:r>
            <a:endParaRPr lang="en-US" sz="1200" dirty="0">
              <a:solidFill>
                <a:srgbClr val="3C3D3E"/>
              </a:solidFill>
              <a:effectLst/>
            </a:endParaRPr>
          </a:p>
          <a:p>
            <a:pPr algn="l">
              <a:buNone/>
            </a:pPr>
            <a:r>
              <a:rPr lang="en-US" sz="100" dirty="0">
                <a:effectLst/>
              </a:rPr>
              <a:t> </a:t>
            </a:r>
            <a:endParaRPr lang="en-US" dirty="0">
              <a:latin typeface="Barlow Condensed Light" panose="00000406000000000000" pitchFamily="2" charset="0"/>
            </a:endParaRPr>
          </a:p>
        </p:txBody>
      </p:sp>
      <p:sp>
        <p:nvSpPr>
          <p:cNvPr id="12533" name="Rectangle 12532">
            <a:extLst>
              <a:ext uri="{FF2B5EF4-FFF2-40B4-BE49-F238E27FC236}">
                <a16:creationId xmlns:a16="http://schemas.microsoft.com/office/drawing/2014/main" id="{981363F3-168E-A936-F8E1-A6A37FF26D4C}"/>
              </a:ext>
            </a:extLst>
          </p:cNvPr>
          <p:cNvSpPr/>
          <p:nvPr/>
        </p:nvSpPr>
        <p:spPr>
          <a:xfrm>
            <a:off x="468000" y="5250000"/>
            <a:ext cx="10450825" cy="1000000"/>
          </a:xfrm>
          <a:prstGeom prst="rect">
            <a:avLst/>
          </a:prstGeom>
          <a:solidFill>
            <a:srgbClr val="FDEEDF"/>
          </a:solidFill>
          <a:ln w="19050">
            <a:solidFill>
              <a:srgbClr val="F6871F"/>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a:solidFill>
                  <a:srgbClr val="736D62"/>
                </a:solidFill>
                <a:effectLst/>
              </a:rPr>
              <a:t> </a:t>
            </a:r>
            <a:endParaRPr lang="en-US">
              <a:latin typeface="Barlow Condensed Light" panose="00000406000000000000" pitchFamily="2" charset="0"/>
            </a:endParaRPr>
          </a:p>
        </p:txBody>
      </p:sp>
      <p:sp>
        <p:nvSpPr>
          <p:cNvPr id="12575" name="Rectangle 12574">
            <a:extLst>
              <a:ext uri="{FF2B5EF4-FFF2-40B4-BE49-F238E27FC236}">
                <a16:creationId xmlns:a16="http://schemas.microsoft.com/office/drawing/2014/main" id="{5339F733-A39D-7C68-E742-91EEF0915EA6}"/>
              </a:ext>
            </a:extLst>
          </p:cNvPr>
          <p:cNvSpPr/>
          <p:nvPr/>
        </p:nvSpPr>
        <p:spPr>
          <a:xfrm>
            <a:off x="648000" y="5310000"/>
            <a:ext cx="10090825" cy="33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500" b="1">
                <a:solidFill>
                  <a:srgbClr val="A55A15"/>
                </a:solidFill>
                <a:effectLst/>
                <a:latin typeface="Barlow Condensed Medium" panose="00000606000000000000" pitchFamily="2" charset="0"/>
              </a:rPr>
              <a:t>Worauf Sie achten sollten</a:t>
            </a:r>
          </a:p>
          <a:p>
            <a:pPr algn="l">
              <a:buNone/>
            </a:pPr>
            <a:r>
              <a:rPr lang="en-US" sz="100">
                <a:effectLst/>
              </a:rPr>
              <a:t> </a:t>
            </a:r>
            <a:endParaRPr lang="en-US">
              <a:latin typeface="Barlow Condensed Light" panose="00000406000000000000" pitchFamily="2" charset="0"/>
            </a:endParaRPr>
          </a:p>
        </p:txBody>
      </p:sp>
      <p:sp>
        <p:nvSpPr>
          <p:cNvPr id="12618" name="Rectangle 12617">
            <a:extLst>
              <a:ext uri="{FF2B5EF4-FFF2-40B4-BE49-F238E27FC236}">
                <a16:creationId xmlns:a16="http://schemas.microsoft.com/office/drawing/2014/main" id="{C2EA2E27-C28E-F589-FB61-701638F20EED}"/>
              </a:ext>
            </a:extLst>
          </p:cNvPr>
          <p:cNvSpPr/>
          <p:nvPr/>
        </p:nvSpPr>
        <p:spPr>
          <a:xfrm>
            <a:off x="648000" y="5640000"/>
            <a:ext cx="10090825" cy="5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300">
                <a:solidFill>
                  <a:srgbClr val="3C3D3E"/>
                </a:solidFill>
                <a:effectLst/>
              </a:rPr>
              <a:t>Der Agent wählt die Tools selbst · Analyse und Änderung sind getrennte Schritte · Vor dem Approval passiert nichts · Die Verifikation läuft über einen anderen Pfad</a:t>
            </a:r>
          </a:p>
          <a:p>
            <a:pPr algn="l">
              <a:buNone/>
            </a:pPr>
            <a:r>
              <a:rPr lang="en-US" sz="100">
                <a:effectLst/>
              </a:rPr>
              <a:t> </a:t>
            </a:r>
            <a:endParaRPr lang="en-US">
              <a:latin typeface="Barlow Condensed Light" panose="00000406000000000000" pitchFamily="2" charset="0"/>
            </a:endParaRPr>
          </a:p>
        </p:txBody>
      </p:sp>
      <p:sp>
        <p:nvSpPr>
          <p:cNvPr id="13336" name="Arrow: Chevron 13335">
            <a:extLst>
              <a:ext uri="{FF2B5EF4-FFF2-40B4-BE49-F238E27FC236}">
                <a16:creationId xmlns:a16="http://schemas.microsoft.com/office/drawing/2014/main" id="{81AE37B3-2693-6A14-8A10-D7FBD8236043}"/>
              </a:ext>
            </a:extLst>
          </p:cNvPr>
          <p:cNvSpPr/>
          <p:nvPr/>
        </p:nvSpPr>
        <p:spPr>
          <a:xfrm>
            <a:off x="6816495" y="1900000"/>
            <a:ext cx="1986165" cy="620000"/>
          </a:xfrm>
          <a:prstGeom prst="chevron">
            <a:avLst/>
          </a:prstGeom>
          <a:solidFill>
            <a:srgbClr val="004068"/>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FFFFFF"/>
                </a:solidFill>
                <a:effectLst/>
                <a:latin typeface="Barlow Condensed Medium" panose="00000606000000000000" pitchFamily="2" charset="0"/>
              </a:rPr>
              <a:t>Remediate</a:t>
            </a:r>
          </a:p>
          <a:p>
            <a:pPr algn="ctr">
              <a:buNone/>
            </a:pPr>
            <a:r>
              <a:rPr lang="en-US" sz="100">
                <a:effectLst/>
              </a:rPr>
              <a:t> </a:t>
            </a:r>
            <a:endParaRPr lang="en-US">
              <a:solidFill>
                <a:schemeClr val="tx1"/>
              </a:solidFill>
              <a:latin typeface="Barlow Condensed Light" panose="00000406000000000000" pitchFamily="2" charset="0"/>
            </a:endParaRPr>
          </a:p>
        </p:txBody>
      </p:sp>
    </p:spTree>
    <p:extLst>
      <p:ext uri="{BB962C8B-B14F-4D97-AF65-F5344CB8AC3E}">
        <p14:creationId xmlns:p14="http://schemas.microsoft.com/office/powerpoint/2010/main" val="256317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Untertitel 6">
            <a:extLst>
              <a:ext uri="{FF2B5EF4-FFF2-40B4-BE49-F238E27FC236}">
                <a16:creationId xmlns:a16="http://schemas.microsoft.com/office/drawing/2014/main" id="{C255CA80-702A-2F18-1DAA-D490892E5A65}"/>
              </a:ext>
            </a:extLst>
          </p:cNvPr>
          <p:cNvSpPr>
            <a:spLocks noGrp="1"/>
          </p:cNvSpPr>
          <p:nvPr>
            <p:ph type="subTitle" idx="1"/>
          </p:nvPr>
        </p:nvSpPr>
        <p:spPr/>
        <p:txBody>
          <a:bodyPr/>
          <a:lstStyle/>
          <a:p>
            <a:r>
              <a:rPr lang="de-DE"/>
              <a:t>Vom Finding zum Fix</a:t>
            </a:r>
          </a:p>
        </p:txBody>
      </p:sp>
      <p:sp>
        <p:nvSpPr>
          <p:cNvPr id="2" name="Slide Number Placeholder 1">
            <a:extLst>
              <a:ext uri="{FF2B5EF4-FFF2-40B4-BE49-F238E27FC236}">
                <a16:creationId xmlns:a16="http://schemas.microsoft.com/office/drawing/2014/main" id="{822DBF39-C400-6D47-46AA-452876941AD0}"/>
              </a:ext>
            </a:extLst>
          </p:cNvPr>
          <p:cNvSpPr>
            <a:spLocks noGrp="1"/>
          </p:cNvSpPr>
          <p:nvPr>
            <p:ph type="sldNum" sz="quarter" idx="11"/>
          </p:nvPr>
        </p:nvSpPr>
        <p:spPr>
          <a:xfrm>
            <a:off x="11277376" y="417380"/>
            <a:ext cx="914622" cy="365125"/>
          </a:xfrm>
        </p:spPr>
        <p:txBody>
          <a:bodyPr/>
          <a:lstStyle/>
          <a:p>
            <a:fld id="{9678312F-8BDE-4502-9E53-473B40D118CD}" type="slidenum">
              <a:rPr lang="de-DE" smtClean="0"/>
              <a:pPr/>
              <a:t>16</a:t>
            </a:fld>
            <a:endParaRPr lang="de-DE"/>
          </a:p>
        </p:txBody>
      </p:sp>
      <p:sp>
        <p:nvSpPr>
          <p:cNvPr id="6" name="Titel 5">
            <a:extLst>
              <a:ext uri="{FF2B5EF4-FFF2-40B4-BE49-F238E27FC236}">
                <a16:creationId xmlns:a16="http://schemas.microsoft.com/office/drawing/2014/main" id="{C7CE2544-7F8C-4E83-64ED-8CD236C4365B}"/>
              </a:ext>
            </a:extLst>
          </p:cNvPr>
          <p:cNvSpPr>
            <a:spLocks noGrp="1"/>
          </p:cNvSpPr>
          <p:nvPr>
            <p:ph type="title"/>
          </p:nvPr>
        </p:nvSpPr>
        <p:spPr/>
        <p:txBody>
          <a:bodyPr/>
          <a:lstStyle/>
          <a:p>
            <a:r>
              <a:rPr lang="de-DE"/>
              <a:t>Live Demo</a:t>
            </a:r>
          </a:p>
        </p:txBody>
      </p:sp>
      <p:sp>
        <p:nvSpPr>
          <p:cNvPr id="4075" name="Rectangle 4074">
            <a:extLst>
              <a:ext uri="{FF2B5EF4-FFF2-40B4-BE49-F238E27FC236}">
                <a16:creationId xmlns:a16="http://schemas.microsoft.com/office/drawing/2014/main" id="{3E9F98E2-BC69-F8EE-BEF0-D4BA1ECB8337}"/>
              </a:ext>
            </a:extLst>
          </p:cNvPr>
          <p:cNvSpPr/>
          <p:nvPr/>
        </p:nvSpPr>
        <p:spPr>
          <a:xfrm>
            <a:off x="468000" y="2380000"/>
            <a:ext cx="1786165" cy="4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5D7B9A"/>
                </a:solidFill>
                <a:effectLst/>
                <a:latin typeface="Barlow Condensed Medium" panose="00000606000000000000" pitchFamily="2" charset="0"/>
              </a:rPr>
              <a:t>Schritt 1</a:t>
            </a:r>
          </a:p>
          <a:p>
            <a:pPr algn="ctr">
              <a:buNone/>
            </a:pPr>
            <a:r>
              <a:rPr lang="en-US" sz="100">
                <a:effectLst/>
              </a:rPr>
              <a:t> </a:t>
            </a:r>
            <a:endParaRPr lang="en-US">
              <a:latin typeface="Barlow Condensed Light" panose="00000406000000000000" pitchFamily="2" charset="0"/>
            </a:endParaRPr>
          </a:p>
        </p:txBody>
      </p:sp>
      <p:sp>
        <p:nvSpPr>
          <p:cNvPr id="4084" name="Rectangle 4083">
            <a:extLst>
              <a:ext uri="{FF2B5EF4-FFF2-40B4-BE49-F238E27FC236}">
                <a16:creationId xmlns:a16="http://schemas.microsoft.com/office/drawing/2014/main" id="{61217909-9742-6C26-639A-4FF57EB87EB0}"/>
              </a:ext>
            </a:extLst>
          </p:cNvPr>
          <p:cNvSpPr/>
          <p:nvPr/>
        </p:nvSpPr>
        <p:spPr>
          <a:xfrm>
            <a:off x="2634165" y="2380000"/>
            <a:ext cx="1786165" cy="4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5D7B9A"/>
                </a:solidFill>
                <a:effectLst/>
                <a:latin typeface="Barlow Condensed Medium" panose="00000606000000000000" pitchFamily="2" charset="0"/>
              </a:rPr>
              <a:t>Schritt 2</a:t>
            </a:r>
          </a:p>
          <a:p>
            <a:pPr algn="ctr">
              <a:buNone/>
            </a:pPr>
            <a:r>
              <a:rPr lang="en-US" sz="100">
                <a:effectLst/>
              </a:rPr>
              <a:t> </a:t>
            </a:r>
            <a:endParaRPr lang="en-US">
              <a:latin typeface="Barlow Condensed Light" panose="00000406000000000000" pitchFamily="2" charset="0"/>
            </a:endParaRPr>
          </a:p>
        </p:txBody>
      </p:sp>
      <p:sp>
        <p:nvSpPr>
          <p:cNvPr id="4102" name="Rectangle 4101">
            <a:extLst>
              <a:ext uri="{FF2B5EF4-FFF2-40B4-BE49-F238E27FC236}">
                <a16:creationId xmlns:a16="http://schemas.microsoft.com/office/drawing/2014/main" id="{5B63ED21-408A-F83B-6A60-0E963B5DDBC5}"/>
              </a:ext>
            </a:extLst>
          </p:cNvPr>
          <p:cNvSpPr/>
          <p:nvPr/>
        </p:nvSpPr>
        <p:spPr>
          <a:xfrm>
            <a:off x="4800330" y="2380000"/>
            <a:ext cx="1786165" cy="4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5D7B9A"/>
                </a:solidFill>
                <a:effectLst/>
                <a:latin typeface="Barlow Condensed Medium" panose="00000606000000000000" pitchFamily="2" charset="0"/>
              </a:rPr>
              <a:t>Schritt 3</a:t>
            </a:r>
          </a:p>
          <a:p>
            <a:pPr algn="ctr">
              <a:buNone/>
            </a:pPr>
            <a:r>
              <a:rPr lang="en-US" sz="100">
                <a:effectLst/>
              </a:rPr>
              <a:t> </a:t>
            </a:r>
            <a:endParaRPr lang="en-US">
              <a:latin typeface="Barlow Condensed Light" panose="00000406000000000000" pitchFamily="2" charset="0"/>
            </a:endParaRPr>
          </a:p>
        </p:txBody>
      </p:sp>
      <p:sp>
        <p:nvSpPr>
          <p:cNvPr id="4129" name="Rectangle 4128">
            <a:extLst>
              <a:ext uri="{FF2B5EF4-FFF2-40B4-BE49-F238E27FC236}">
                <a16:creationId xmlns:a16="http://schemas.microsoft.com/office/drawing/2014/main" id="{6B2C7BA2-C29E-A0A5-E95F-D3D72AFD5F52}"/>
              </a:ext>
            </a:extLst>
          </p:cNvPr>
          <p:cNvSpPr/>
          <p:nvPr/>
        </p:nvSpPr>
        <p:spPr>
          <a:xfrm>
            <a:off x="6966495" y="2380000"/>
            <a:ext cx="1786165" cy="4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5D7B9A"/>
                </a:solidFill>
                <a:effectLst/>
                <a:latin typeface="Barlow Condensed Medium" panose="00000606000000000000" pitchFamily="2" charset="0"/>
              </a:rPr>
              <a:t>Schritt 4</a:t>
            </a:r>
          </a:p>
          <a:p>
            <a:pPr algn="ctr">
              <a:buNone/>
            </a:pPr>
            <a:r>
              <a:rPr lang="en-US" sz="100">
                <a:effectLst/>
              </a:rPr>
              <a:t> </a:t>
            </a:r>
            <a:endParaRPr lang="en-US">
              <a:latin typeface="Barlow Condensed Light" panose="00000406000000000000" pitchFamily="2" charset="0"/>
            </a:endParaRPr>
          </a:p>
        </p:txBody>
      </p:sp>
      <p:sp>
        <p:nvSpPr>
          <p:cNvPr id="4165" name="Rectangle 4164">
            <a:extLst>
              <a:ext uri="{FF2B5EF4-FFF2-40B4-BE49-F238E27FC236}">
                <a16:creationId xmlns:a16="http://schemas.microsoft.com/office/drawing/2014/main" id="{A559CBB4-D144-7BF6-FE7B-05AF6C59D505}"/>
              </a:ext>
            </a:extLst>
          </p:cNvPr>
          <p:cNvSpPr/>
          <p:nvPr/>
        </p:nvSpPr>
        <p:spPr>
          <a:xfrm>
            <a:off x="9132660" y="2380000"/>
            <a:ext cx="1786165" cy="4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5D7B9A"/>
                </a:solidFill>
                <a:effectLst/>
                <a:latin typeface="Barlow Condensed Medium" panose="00000606000000000000" pitchFamily="2" charset="0"/>
              </a:rPr>
              <a:t>Schritt 5</a:t>
            </a:r>
          </a:p>
          <a:p>
            <a:pPr algn="ctr">
              <a:buNone/>
            </a:pPr>
            <a:r>
              <a:rPr lang="en-US" sz="100">
                <a:effectLst/>
              </a:rPr>
              <a:t> </a:t>
            </a:r>
            <a:endParaRPr lang="en-US">
              <a:latin typeface="Barlow Condensed Light" panose="00000406000000000000" pitchFamily="2" charset="0"/>
            </a:endParaRPr>
          </a:p>
        </p:txBody>
      </p:sp>
      <p:sp>
        <p:nvSpPr>
          <p:cNvPr id="4194" name="Rectangle 4193">
            <a:extLst>
              <a:ext uri="{FF2B5EF4-FFF2-40B4-BE49-F238E27FC236}">
                <a16:creationId xmlns:a16="http://schemas.microsoft.com/office/drawing/2014/main" id="{B06BE8FD-4107-A472-A9D5-4C5660F088F9}"/>
              </a:ext>
            </a:extLst>
          </p:cNvPr>
          <p:cNvSpPr/>
          <p:nvPr/>
        </p:nvSpPr>
        <p:spPr>
          <a:xfrm>
            <a:off x="468000" y="4900000"/>
            <a:ext cx="10450825" cy="6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400">
                <a:solidFill>
                  <a:srgbClr val="3C3D3E"/>
                </a:solidFill>
                <a:effectLst/>
              </a:rPr>
              <a:t>Ein AI Agent analysiert ein klassisches Active Directory, korreliert Findings und bereitet die Remediation vor – mit Human Approval.</a:t>
            </a:r>
          </a:p>
          <a:p>
            <a:pPr algn="ctr">
              <a:buNone/>
            </a:pPr>
            <a:r>
              <a:rPr lang="en-US" sz="100">
                <a:effectLst/>
              </a:rPr>
              <a:t> </a:t>
            </a:r>
            <a:endParaRPr lang="en-US">
              <a:latin typeface="Barlow Condensed Light" panose="00000406000000000000" pitchFamily="2" charset="0"/>
            </a:endParaRPr>
          </a:p>
        </p:txBody>
      </p:sp>
      <p:sp>
        <p:nvSpPr>
          <p:cNvPr id="4502" name="Rectangle 4501">
            <a:extLst>
              <a:ext uri="{FF2B5EF4-FFF2-40B4-BE49-F238E27FC236}">
                <a16:creationId xmlns:a16="http://schemas.microsoft.com/office/drawing/2014/main" id="{E84300C5-EE55-E761-66FA-647743807652}"/>
              </a:ext>
            </a:extLst>
          </p:cNvPr>
          <p:cNvSpPr/>
          <p:nvPr/>
        </p:nvSpPr>
        <p:spPr>
          <a:xfrm>
            <a:off x="2254165" y="3300000"/>
            <a:ext cx="380000" cy="5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2000">
                <a:solidFill>
                  <a:srgbClr val="5D7B9A"/>
                </a:solidFill>
                <a:effectLst/>
              </a:rPr>
              <a:t>▶</a:t>
            </a:r>
          </a:p>
          <a:p>
            <a:pPr algn="ctr">
              <a:buNone/>
            </a:pPr>
            <a:r>
              <a:rPr lang="en-US" sz="100">
                <a:effectLst/>
              </a:rPr>
              <a:t> </a:t>
            </a:r>
            <a:endParaRPr lang="en-US">
              <a:latin typeface="Barlow Condensed Light" panose="00000406000000000000" pitchFamily="2" charset="0"/>
            </a:endParaRPr>
          </a:p>
        </p:txBody>
      </p:sp>
      <p:sp>
        <p:nvSpPr>
          <p:cNvPr id="4504" name="Rectangle 4503">
            <a:extLst>
              <a:ext uri="{FF2B5EF4-FFF2-40B4-BE49-F238E27FC236}">
                <a16:creationId xmlns:a16="http://schemas.microsoft.com/office/drawing/2014/main" id="{53029045-A47D-E3C4-8D00-A128625497E5}"/>
              </a:ext>
            </a:extLst>
          </p:cNvPr>
          <p:cNvSpPr/>
          <p:nvPr/>
        </p:nvSpPr>
        <p:spPr>
          <a:xfrm>
            <a:off x="4420330" y="3300000"/>
            <a:ext cx="380000" cy="5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2000">
                <a:solidFill>
                  <a:srgbClr val="5D7B9A"/>
                </a:solidFill>
                <a:effectLst/>
              </a:rPr>
              <a:t>▶</a:t>
            </a:r>
          </a:p>
          <a:p>
            <a:pPr algn="ctr">
              <a:buNone/>
            </a:pPr>
            <a:r>
              <a:rPr lang="en-US" sz="100">
                <a:effectLst/>
              </a:rPr>
              <a:t> </a:t>
            </a:r>
            <a:endParaRPr lang="en-US">
              <a:latin typeface="Barlow Condensed Light" panose="00000406000000000000" pitchFamily="2" charset="0"/>
            </a:endParaRPr>
          </a:p>
        </p:txBody>
      </p:sp>
      <p:sp>
        <p:nvSpPr>
          <p:cNvPr id="4507" name="Rectangle 4506">
            <a:extLst>
              <a:ext uri="{FF2B5EF4-FFF2-40B4-BE49-F238E27FC236}">
                <a16:creationId xmlns:a16="http://schemas.microsoft.com/office/drawing/2014/main" id="{FC7A2163-B172-3751-A6D5-0B1C95B3F4FD}"/>
              </a:ext>
            </a:extLst>
          </p:cNvPr>
          <p:cNvSpPr/>
          <p:nvPr/>
        </p:nvSpPr>
        <p:spPr>
          <a:xfrm>
            <a:off x="6586495" y="3300000"/>
            <a:ext cx="380000" cy="5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2000">
                <a:solidFill>
                  <a:srgbClr val="5D7B9A"/>
                </a:solidFill>
                <a:effectLst/>
              </a:rPr>
              <a:t>▶</a:t>
            </a:r>
          </a:p>
          <a:p>
            <a:pPr algn="ctr">
              <a:buNone/>
            </a:pPr>
            <a:r>
              <a:rPr lang="en-US" sz="100">
                <a:effectLst/>
              </a:rPr>
              <a:t> </a:t>
            </a:r>
            <a:endParaRPr lang="en-US">
              <a:latin typeface="Barlow Condensed Light" panose="00000406000000000000" pitchFamily="2" charset="0"/>
            </a:endParaRPr>
          </a:p>
        </p:txBody>
      </p:sp>
      <p:sp>
        <p:nvSpPr>
          <p:cNvPr id="4511" name="Rectangle 4510">
            <a:extLst>
              <a:ext uri="{FF2B5EF4-FFF2-40B4-BE49-F238E27FC236}">
                <a16:creationId xmlns:a16="http://schemas.microsoft.com/office/drawing/2014/main" id="{92073A30-8C27-7408-FC26-0B6840DD8705}"/>
              </a:ext>
            </a:extLst>
          </p:cNvPr>
          <p:cNvSpPr/>
          <p:nvPr/>
        </p:nvSpPr>
        <p:spPr>
          <a:xfrm>
            <a:off x="8752660" y="3300000"/>
            <a:ext cx="380000" cy="5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2000">
                <a:solidFill>
                  <a:srgbClr val="5D7B9A"/>
                </a:solidFill>
                <a:effectLst/>
              </a:rPr>
              <a:t>▶</a:t>
            </a:r>
          </a:p>
          <a:p>
            <a:pPr algn="ctr">
              <a:buNone/>
            </a:pPr>
            <a:r>
              <a:rPr lang="en-US" sz="100">
                <a:effectLst/>
              </a:rPr>
              <a:t> </a:t>
            </a:r>
            <a:endParaRPr lang="en-US">
              <a:latin typeface="Barlow Condensed Light" panose="00000406000000000000" pitchFamily="2" charset="0"/>
            </a:endParaRPr>
          </a:p>
        </p:txBody>
      </p:sp>
      <p:sp>
        <p:nvSpPr>
          <p:cNvPr id="4598" name="Rectangle 4597">
            <a:extLst>
              <a:ext uri="{FF2B5EF4-FFF2-40B4-BE49-F238E27FC236}">
                <a16:creationId xmlns:a16="http://schemas.microsoft.com/office/drawing/2014/main" id="{062E88BD-4A40-4456-4AB2-82F842AF00E5}"/>
              </a:ext>
            </a:extLst>
          </p:cNvPr>
          <p:cNvSpPr/>
          <p:nvPr/>
        </p:nvSpPr>
        <p:spPr>
          <a:xfrm>
            <a:off x="468000" y="2800000"/>
            <a:ext cx="1786165" cy="1500000"/>
          </a:xfrm>
          <a:prstGeom prst="rect">
            <a:avLst/>
          </a:prstGeom>
          <a:solidFill>
            <a:srgbClr val="00ACC4"/>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2800">
                <a:solidFill>
                  <a:srgbClr val="000000"/>
                </a:solidFill>
                <a:effectLst/>
                <a:latin typeface="Barlow Condensed Medium" panose="00000606000000000000" pitchFamily="2" charset="0"/>
              </a:rPr>
              <a:t>🔍</a:t>
            </a:r>
          </a:p>
          <a:p>
            <a:pPr algn="ctr">
              <a:buNone/>
            </a:pPr>
            <a:r>
              <a:rPr lang="en-US" sz="2200" b="1">
                <a:solidFill>
                  <a:srgbClr val="000000"/>
                </a:solidFill>
                <a:effectLst/>
                <a:latin typeface="Barlow Condensed Medium" panose="00000606000000000000" pitchFamily="2" charset="0"/>
              </a:rPr>
              <a:t>Detect</a:t>
            </a:r>
            <a:endParaRPr lang="en-US">
              <a:latin typeface="Barlow Condensed Light" panose="00000406000000000000" pitchFamily="2" charset="0"/>
            </a:endParaRPr>
          </a:p>
        </p:txBody>
      </p:sp>
      <p:sp>
        <p:nvSpPr>
          <p:cNvPr id="4600" name="Rectangle 4599">
            <a:extLst>
              <a:ext uri="{FF2B5EF4-FFF2-40B4-BE49-F238E27FC236}">
                <a16:creationId xmlns:a16="http://schemas.microsoft.com/office/drawing/2014/main" id="{6CEFCB96-2454-CA4F-6C6D-C86E9A1C916A}"/>
              </a:ext>
            </a:extLst>
          </p:cNvPr>
          <p:cNvSpPr/>
          <p:nvPr/>
        </p:nvSpPr>
        <p:spPr>
          <a:xfrm>
            <a:off x="2634165" y="2800000"/>
            <a:ext cx="1786166" cy="1500000"/>
          </a:xfrm>
          <a:prstGeom prst="rect">
            <a:avLst/>
          </a:prstGeom>
          <a:solidFill>
            <a:srgbClr val="00ACC4"/>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2800">
                <a:solidFill>
                  <a:srgbClr val="000000"/>
                </a:solidFill>
                <a:effectLst/>
                <a:latin typeface="Barlow Condensed Medium" panose="00000606000000000000" pitchFamily="2" charset="0"/>
              </a:rPr>
              <a:t>🧠</a:t>
            </a:r>
          </a:p>
          <a:p>
            <a:pPr algn="ctr">
              <a:buNone/>
            </a:pPr>
            <a:r>
              <a:rPr lang="en-US" sz="2200" b="1">
                <a:solidFill>
                  <a:srgbClr val="000000"/>
                </a:solidFill>
                <a:effectLst/>
                <a:latin typeface="Barlow Condensed Medium" panose="00000606000000000000" pitchFamily="2" charset="0"/>
              </a:rPr>
              <a:t>Assess</a:t>
            </a:r>
            <a:endParaRPr lang="en-US">
              <a:latin typeface="Barlow Condensed Light" panose="00000406000000000000" pitchFamily="2" charset="0"/>
            </a:endParaRPr>
          </a:p>
        </p:txBody>
      </p:sp>
      <p:sp>
        <p:nvSpPr>
          <p:cNvPr id="4603" name="Rectangle 4602">
            <a:extLst>
              <a:ext uri="{FF2B5EF4-FFF2-40B4-BE49-F238E27FC236}">
                <a16:creationId xmlns:a16="http://schemas.microsoft.com/office/drawing/2014/main" id="{0473CE37-CAEC-EB75-775E-C78DD5A1A54D}"/>
              </a:ext>
            </a:extLst>
          </p:cNvPr>
          <p:cNvSpPr/>
          <p:nvPr/>
        </p:nvSpPr>
        <p:spPr>
          <a:xfrm>
            <a:off x="4800330" y="2800000"/>
            <a:ext cx="1786167" cy="1500000"/>
          </a:xfrm>
          <a:prstGeom prst="rect">
            <a:avLst/>
          </a:prstGeom>
          <a:solidFill>
            <a:srgbClr val="F6871F"/>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2800">
                <a:solidFill>
                  <a:srgbClr val="000000"/>
                </a:solidFill>
                <a:effectLst/>
                <a:latin typeface="Barlow Condensed Medium" panose="00000606000000000000" pitchFamily="2" charset="0"/>
              </a:rPr>
              <a:t>✋</a:t>
            </a:r>
          </a:p>
          <a:p>
            <a:pPr algn="ctr">
              <a:buNone/>
            </a:pPr>
            <a:r>
              <a:rPr lang="en-US" sz="2200" b="1">
                <a:solidFill>
                  <a:srgbClr val="000000"/>
                </a:solidFill>
                <a:effectLst/>
                <a:latin typeface="Barlow Condensed Medium" panose="00000606000000000000" pitchFamily="2" charset="0"/>
              </a:rPr>
              <a:t>Approve</a:t>
            </a:r>
            <a:endParaRPr lang="en-US">
              <a:latin typeface="Barlow Condensed Light" panose="00000406000000000000" pitchFamily="2" charset="0"/>
            </a:endParaRPr>
          </a:p>
        </p:txBody>
      </p:sp>
      <p:sp>
        <p:nvSpPr>
          <p:cNvPr id="4607" name="Rectangle 4606">
            <a:extLst>
              <a:ext uri="{FF2B5EF4-FFF2-40B4-BE49-F238E27FC236}">
                <a16:creationId xmlns:a16="http://schemas.microsoft.com/office/drawing/2014/main" id="{64B3CE82-4374-5230-4C33-B2C7C79F8207}"/>
              </a:ext>
            </a:extLst>
          </p:cNvPr>
          <p:cNvSpPr/>
          <p:nvPr/>
        </p:nvSpPr>
        <p:spPr>
          <a:xfrm>
            <a:off x="6966495" y="2800000"/>
            <a:ext cx="1786168" cy="1500000"/>
          </a:xfrm>
          <a:prstGeom prst="rect">
            <a:avLst/>
          </a:prstGeom>
          <a:solidFill>
            <a:srgbClr val="004068"/>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2800">
                <a:solidFill>
                  <a:srgbClr val="FFFFFF"/>
                </a:solidFill>
                <a:effectLst/>
                <a:latin typeface="Barlow Condensed Medium" panose="00000606000000000000" pitchFamily="2" charset="0"/>
              </a:rPr>
              <a:t>🛠</a:t>
            </a:r>
          </a:p>
          <a:p>
            <a:pPr algn="ctr">
              <a:buNone/>
            </a:pPr>
            <a:r>
              <a:rPr lang="en-US" sz="2200" b="1">
                <a:solidFill>
                  <a:srgbClr val="FFFFFF"/>
                </a:solidFill>
                <a:effectLst/>
                <a:latin typeface="Barlow Condensed Medium" panose="00000606000000000000" pitchFamily="2" charset="0"/>
              </a:rPr>
              <a:t>Remediate</a:t>
            </a:r>
            <a:endParaRPr lang="en-US">
              <a:latin typeface="Barlow Condensed Light" panose="00000406000000000000" pitchFamily="2" charset="0"/>
            </a:endParaRPr>
          </a:p>
        </p:txBody>
      </p:sp>
      <p:sp>
        <p:nvSpPr>
          <p:cNvPr id="4612" name="Rectangle 4611">
            <a:extLst>
              <a:ext uri="{FF2B5EF4-FFF2-40B4-BE49-F238E27FC236}">
                <a16:creationId xmlns:a16="http://schemas.microsoft.com/office/drawing/2014/main" id="{F948A66C-9A8A-3B02-7B45-336C5D5073AF}"/>
              </a:ext>
            </a:extLst>
          </p:cNvPr>
          <p:cNvSpPr/>
          <p:nvPr/>
        </p:nvSpPr>
        <p:spPr>
          <a:xfrm>
            <a:off x="9132660" y="2800000"/>
            <a:ext cx="1786169" cy="1500000"/>
          </a:xfrm>
          <a:prstGeom prst="rect">
            <a:avLst/>
          </a:prstGeom>
          <a:solidFill>
            <a:srgbClr val="00A28F"/>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2800">
                <a:solidFill>
                  <a:srgbClr val="FFFFFF"/>
                </a:solidFill>
                <a:effectLst/>
                <a:latin typeface="Barlow Condensed Medium" panose="00000606000000000000" pitchFamily="2" charset="0"/>
              </a:rPr>
              <a:t>✅</a:t>
            </a:r>
          </a:p>
          <a:p>
            <a:pPr algn="ctr">
              <a:buNone/>
            </a:pPr>
            <a:r>
              <a:rPr lang="en-US" sz="2200" b="1">
                <a:solidFill>
                  <a:srgbClr val="FFFFFF"/>
                </a:solidFill>
                <a:effectLst/>
                <a:latin typeface="Barlow Condensed Medium" panose="00000606000000000000" pitchFamily="2" charset="0"/>
              </a:rPr>
              <a:t>Verify</a:t>
            </a:r>
            <a:endParaRPr lang="en-US">
              <a:latin typeface="Barlow Condensed Light" panose="00000406000000000000" pitchFamily="2" charset="0"/>
            </a:endParaRPr>
          </a:p>
        </p:txBody>
      </p:sp>
    </p:spTree>
    <p:extLst>
      <p:ext uri="{BB962C8B-B14F-4D97-AF65-F5344CB8AC3E}">
        <p14:creationId xmlns:p14="http://schemas.microsoft.com/office/powerpoint/2010/main" val="881817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Untertitel 6">
            <a:extLst>
              <a:ext uri="{FF2B5EF4-FFF2-40B4-BE49-F238E27FC236}">
                <a16:creationId xmlns:a16="http://schemas.microsoft.com/office/drawing/2014/main" id="{C255CA80-702A-2F18-1DAA-D490892E5A65}"/>
              </a:ext>
            </a:extLst>
          </p:cNvPr>
          <p:cNvSpPr>
            <a:spLocks noGrp="1"/>
          </p:cNvSpPr>
          <p:nvPr>
            <p:ph type="subTitle" idx="1"/>
          </p:nvPr>
        </p:nvSpPr>
        <p:spPr/>
        <p:txBody>
          <a:bodyPr/>
          <a:lstStyle/>
          <a:p>
            <a:r>
              <a:rPr lang="de-DE"/>
              <a:t>Was vor dem ersten Agenten im Active Directory geklärt sein sollte</a:t>
            </a:r>
          </a:p>
        </p:txBody>
      </p:sp>
      <p:sp>
        <p:nvSpPr>
          <p:cNvPr id="2" name="Slide Number Placeholder 1">
            <a:extLst>
              <a:ext uri="{FF2B5EF4-FFF2-40B4-BE49-F238E27FC236}">
                <a16:creationId xmlns:a16="http://schemas.microsoft.com/office/drawing/2014/main" id="{822DBF39-C400-6D47-46AA-452876941AD0}"/>
              </a:ext>
            </a:extLst>
          </p:cNvPr>
          <p:cNvSpPr>
            <a:spLocks noGrp="1"/>
          </p:cNvSpPr>
          <p:nvPr>
            <p:ph type="sldNum" sz="quarter" idx="11"/>
          </p:nvPr>
        </p:nvSpPr>
        <p:spPr>
          <a:xfrm>
            <a:off x="11277376" y="417380"/>
            <a:ext cx="914622" cy="365125"/>
          </a:xfrm>
        </p:spPr>
        <p:txBody>
          <a:bodyPr/>
          <a:lstStyle/>
          <a:p>
            <a:fld id="{9678312F-8BDE-4502-9E53-473B40D118CD}" type="slidenum">
              <a:rPr lang="de-DE" smtClean="0"/>
              <a:pPr/>
              <a:t>17</a:t>
            </a:fld>
            <a:endParaRPr lang="de-DE"/>
          </a:p>
        </p:txBody>
      </p:sp>
      <p:sp>
        <p:nvSpPr>
          <p:cNvPr id="6" name="Titel 5">
            <a:extLst>
              <a:ext uri="{FF2B5EF4-FFF2-40B4-BE49-F238E27FC236}">
                <a16:creationId xmlns:a16="http://schemas.microsoft.com/office/drawing/2014/main" id="{C7CE2544-7F8C-4E83-64ED-8CD236C4365B}"/>
              </a:ext>
            </a:extLst>
          </p:cNvPr>
          <p:cNvSpPr>
            <a:spLocks noGrp="1"/>
          </p:cNvSpPr>
          <p:nvPr>
            <p:ph type="title"/>
          </p:nvPr>
        </p:nvSpPr>
        <p:spPr/>
        <p:txBody>
          <a:bodyPr/>
          <a:lstStyle/>
          <a:p>
            <a:r>
              <a:rPr lang="de-DE"/>
              <a:t>Governance-Checkliste</a:t>
            </a:r>
          </a:p>
        </p:txBody>
      </p:sp>
      <p:sp>
        <p:nvSpPr>
          <p:cNvPr id="12619" name="Rectangle 12618">
            <a:extLst>
              <a:ext uri="{FF2B5EF4-FFF2-40B4-BE49-F238E27FC236}">
                <a16:creationId xmlns:a16="http://schemas.microsoft.com/office/drawing/2014/main" id="{94766F1C-0170-5650-3069-EE6832A4EF7C}"/>
              </a:ext>
            </a:extLst>
          </p:cNvPr>
          <p:cNvSpPr/>
          <p:nvPr/>
        </p:nvSpPr>
        <p:spPr>
          <a:xfrm>
            <a:off x="468000" y="1900000"/>
            <a:ext cx="5150412" cy="820000"/>
          </a:xfrm>
          <a:prstGeom prst="rect">
            <a:avLst/>
          </a:prstGeom>
          <a:solidFill>
            <a:srgbClr val="F2F4F6"/>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a:solidFill>
                  <a:srgbClr val="3C3D3E"/>
                </a:solidFill>
                <a:effectLst/>
              </a:rPr>
              <a:t> </a:t>
            </a:r>
            <a:endParaRPr lang="en-US">
              <a:latin typeface="Barlow Condensed Light" panose="00000406000000000000" pitchFamily="2" charset="0"/>
            </a:endParaRPr>
          </a:p>
        </p:txBody>
      </p:sp>
      <p:sp>
        <p:nvSpPr>
          <p:cNvPr id="12621" name="Rectangle 12620">
            <a:extLst>
              <a:ext uri="{FF2B5EF4-FFF2-40B4-BE49-F238E27FC236}">
                <a16:creationId xmlns:a16="http://schemas.microsoft.com/office/drawing/2014/main" id="{63C63ADB-C72B-B478-5E1E-CA0FEDAA8EA3}"/>
              </a:ext>
            </a:extLst>
          </p:cNvPr>
          <p:cNvSpPr/>
          <p:nvPr/>
        </p:nvSpPr>
        <p:spPr>
          <a:xfrm>
            <a:off x="468000" y="1900000"/>
            <a:ext cx="520000" cy="820000"/>
          </a:xfrm>
          <a:prstGeom prst="rect">
            <a:avLst/>
          </a:prstGeom>
          <a:solidFill>
            <a:srgbClr val="00ACC4"/>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000000"/>
                </a:solidFill>
                <a:effectLst/>
              </a:rPr>
              <a:t>✓</a:t>
            </a:r>
          </a:p>
          <a:p>
            <a:pPr algn="ctr">
              <a:buNone/>
            </a:pPr>
            <a:r>
              <a:rPr lang="en-US" sz="100">
                <a:effectLst/>
              </a:rPr>
              <a:t> </a:t>
            </a:r>
            <a:endParaRPr lang="en-US">
              <a:latin typeface="Barlow Condensed Light" panose="00000406000000000000" pitchFamily="2" charset="0"/>
            </a:endParaRPr>
          </a:p>
        </p:txBody>
      </p:sp>
      <p:sp>
        <p:nvSpPr>
          <p:cNvPr id="12624" name="Rectangle 12623">
            <a:extLst>
              <a:ext uri="{FF2B5EF4-FFF2-40B4-BE49-F238E27FC236}">
                <a16:creationId xmlns:a16="http://schemas.microsoft.com/office/drawing/2014/main" id="{B2AA8659-76AD-7D18-A46C-DD3088959406}"/>
              </a:ext>
            </a:extLst>
          </p:cNvPr>
          <p:cNvSpPr/>
          <p:nvPr/>
        </p:nvSpPr>
        <p:spPr>
          <a:xfrm>
            <a:off x="1118000" y="1960000"/>
            <a:ext cx="4350412" cy="3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004068"/>
                </a:solidFill>
                <a:effectLst/>
                <a:latin typeface="Barlow Condensed Medium" panose="00000606000000000000" pitchFamily="2" charset="0"/>
              </a:rPr>
              <a:t>Scope definieren</a:t>
            </a:r>
          </a:p>
          <a:p>
            <a:pPr algn="l">
              <a:buNone/>
            </a:pPr>
            <a:r>
              <a:rPr lang="en-US" sz="100">
                <a:effectLst/>
              </a:rPr>
              <a:t> </a:t>
            </a:r>
            <a:endParaRPr lang="en-US">
              <a:latin typeface="Barlow Condensed Light" panose="00000406000000000000" pitchFamily="2" charset="0"/>
            </a:endParaRPr>
          </a:p>
        </p:txBody>
      </p:sp>
      <p:sp>
        <p:nvSpPr>
          <p:cNvPr id="12628" name="Rectangle 12627">
            <a:extLst>
              <a:ext uri="{FF2B5EF4-FFF2-40B4-BE49-F238E27FC236}">
                <a16:creationId xmlns:a16="http://schemas.microsoft.com/office/drawing/2014/main" id="{5F7559CB-D243-6ECB-6DFD-01AD7B821C13}"/>
              </a:ext>
            </a:extLst>
          </p:cNvPr>
          <p:cNvSpPr/>
          <p:nvPr/>
        </p:nvSpPr>
        <p:spPr>
          <a:xfrm>
            <a:off x="1118000" y="2260000"/>
            <a:ext cx="4350412" cy="5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3C3D3E"/>
                </a:solidFill>
                <a:effectLst/>
              </a:rPr>
              <a:t>Welche Fragen darf der Agent stellen, welche Aktionen vorschlagen, welche ausführen?</a:t>
            </a:r>
          </a:p>
          <a:p>
            <a:pPr algn="l">
              <a:buNone/>
            </a:pPr>
            <a:r>
              <a:rPr lang="en-US" sz="100">
                <a:effectLst/>
              </a:rPr>
              <a:t> </a:t>
            </a:r>
            <a:endParaRPr lang="en-US">
              <a:latin typeface="Barlow Condensed Light" panose="00000406000000000000" pitchFamily="2" charset="0"/>
            </a:endParaRPr>
          </a:p>
        </p:txBody>
      </p:sp>
      <p:sp>
        <p:nvSpPr>
          <p:cNvPr id="12633" name="Rectangle 12632">
            <a:extLst>
              <a:ext uri="{FF2B5EF4-FFF2-40B4-BE49-F238E27FC236}">
                <a16:creationId xmlns:a16="http://schemas.microsoft.com/office/drawing/2014/main" id="{C27C1DF9-B818-FAA4-C1EA-5F7133DF7E4D}"/>
              </a:ext>
            </a:extLst>
          </p:cNvPr>
          <p:cNvSpPr/>
          <p:nvPr/>
        </p:nvSpPr>
        <p:spPr>
          <a:xfrm>
            <a:off x="5768412" y="1900000"/>
            <a:ext cx="5150412" cy="820000"/>
          </a:xfrm>
          <a:prstGeom prst="rect">
            <a:avLst/>
          </a:prstGeom>
          <a:solidFill>
            <a:srgbClr val="F2F4F6"/>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a:solidFill>
                  <a:srgbClr val="3C3D3E"/>
                </a:solidFill>
                <a:effectLst/>
              </a:rPr>
              <a:t> </a:t>
            </a:r>
            <a:endParaRPr lang="en-US">
              <a:latin typeface="Barlow Condensed Light" panose="00000406000000000000" pitchFamily="2" charset="0"/>
            </a:endParaRPr>
          </a:p>
        </p:txBody>
      </p:sp>
      <p:sp>
        <p:nvSpPr>
          <p:cNvPr id="12639" name="Rectangle 12638">
            <a:extLst>
              <a:ext uri="{FF2B5EF4-FFF2-40B4-BE49-F238E27FC236}">
                <a16:creationId xmlns:a16="http://schemas.microsoft.com/office/drawing/2014/main" id="{25652D6E-7260-E2EC-A10C-8B3D082AD597}"/>
              </a:ext>
            </a:extLst>
          </p:cNvPr>
          <p:cNvSpPr/>
          <p:nvPr/>
        </p:nvSpPr>
        <p:spPr>
          <a:xfrm>
            <a:off x="5768412" y="1900000"/>
            <a:ext cx="520000" cy="820000"/>
          </a:xfrm>
          <a:prstGeom prst="rect">
            <a:avLst/>
          </a:prstGeom>
          <a:solidFill>
            <a:srgbClr val="00ACC4"/>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000000"/>
                </a:solidFill>
                <a:effectLst/>
              </a:rPr>
              <a:t>✓</a:t>
            </a:r>
          </a:p>
          <a:p>
            <a:pPr algn="ctr">
              <a:buNone/>
            </a:pPr>
            <a:r>
              <a:rPr lang="en-US" sz="100">
                <a:effectLst/>
              </a:rPr>
              <a:t> </a:t>
            </a:r>
            <a:endParaRPr lang="en-US">
              <a:latin typeface="Barlow Condensed Light" panose="00000406000000000000" pitchFamily="2" charset="0"/>
            </a:endParaRPr>
          </a:p>
        </p:txBody>
      </p:sp>
      <p:sp>
        <p:nvSpPr>
          <p:cNvPr id="12646" name="Rectangle 12645">
            <a:extLst>
              <a:ext uri="{FF2B5EF4-FFF2-40B4-BE49-F238E27FC236}">
                <a16:creationId xmlns:a16="http://schemas.microsoft.com/office/drawing/2014/main" id="{8E296746-5499-DA8F-753D-008814EB03E7}"/>
              </a:ext>
            </a:extLst>
          </p:cNvPr>
          <p:cNvSpPr/>
          <p:nvPr/>
        </p:nvSpPr>
        <p:spPr>
          <a:xfrm>
            <a:off x="6418412" y="1960000"/>
            <a:ext cx="4350412" cy="3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004068"/>
                </a:solidFill>
                <a:effectLst/>
                <a:latin typeface="Barlow Condensed Medium" panose="00000606000000000000" pitchFamily="2" charset="0"/>
              </a:rPr>
              <a:t>Least Privilege technisch</a:t>
            </a:r>
          </a:p>
          <a:p>
            <a:pPr algn="l">
              <a:buNone/>
            </a:pPr>
            <a:r>
              <a:rPr lang="en-US" sz="100">
                <a:effectLst/>
              </a:rPr>
              <a:t> </a:t>
            </a:r>
            <a:endParaRPr lang="en-US">
              <a:latin typeface="Barlow Condensed Light" panose="00000406000000000000" pitchFamily="2" charset="0"/>
            </a:endParaRPr>
          </a:p>
        </p:txBody>
      </p:sp>
      <p:sp>
        <p:nvSpPr>
          <p:cNvPr id="12654" name="Rectangle 12653">
            <a:extLst>
              <a:ext uri="{FF2B5EF4-FFF2-40B4-BE49-F238E27FC236}">
                <a16:creationId xmlns:a16="http://schemas.microsoft.com/office/drawing/2014/main" id="{1D30A9C5-7302-B8DA-0D13-8B94219CA15D}"/>
              </a:ext>
            </a:extLst>
          </p:cNvPr>
          <p:cNvSpPr/>
          <p:nvPr/>
        </p:nvSpPr>
        <p:spPr>
          <a:xfrm>
            <a:off x="6418412" y="2260000"/>
            <a:ext cx="4350412" cy="5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3C3D3E"/>
                </a:solidFill>
                <a:effectLst/>
              </a:rPr>
              <a:t>Eigene Service Accounts je Pfad, gezielte Delegation statt Admin-Gruppen</a:t>
            </a:r>
          </a:p>
          <a:p>
            <a:pPr algn="l">
              <a:buNone/>
            </a:pPr>
            <a:r>
              <a:rPr lang="en-US" sz="100">
                <a:effectLst/>
              </a:rPr>
              <a:t> </a:t>
            </a:r>
            <a:endParaRPr lang="en-US">
              <a:latin typeface="Barlow Condensed Light" panose="00000406000000000000" pitchFamily="2" charset="0"/>
            </a:endParaRPr>
          </a:p>
        </p:txBody>
      </p:sp>
      <p:sp>
        <p:nvSpPr>
          <p:cNvPr id="12663" name="Rectangle 12662">
            <a:extLst>
              <a:ext uri="{FF2B5EF4-FFF2-40B4-BE49-F238E27FC236}">
                <a16:creationId xmlns:a16="http://schemas.microsoft.com/office/drawing/2014/main" id="{5CDA546E-0949-3E54-AC22-89D79BFDCB45}"/>
              </a:ext>
            </a:extLst>
          </p:cNvPr>
          <p:cNvSpPr/>
          <p:nvPr/>
        </p:nvSpPr>
        <p:spPr>
          <a:xfrm>
            <a:off x="468000" y="2800000"/>
            <a:ext cx="5150412" cy="820000"/>
          </a:xfrm>
          <a:prstGeom prst="rect">
            <a:avLst/>
          </a:prstGeom>
          <a:solidFill>
            <a:srgbClr val="F2F4F6"/>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a:solidFill>
                  <a:srgbClr val="3C3D3E"/>
                </a:solidFill>
                <a:effectLst/>
              </a:rPr>
              <a:t> </a:t>
            </a:r>
            <a:endParaRPr lang="en-US">
              <a:latin typeface="Barlow Condensed Light" panose="00000406000000000000" pitchFamily="2" charset="0"/>
            </a:endParaRPr>
          </a:p>
        </p:txBody>
      </p:sp>
      <p:sp>
        <p:nvSpPr>
          <p:cNvPr id="12673" name="Rectangle 12672">
            <a:extLst>
              <a:ext uri="{FF2B5EF4-FFF2-40B4-BE49-F238E27FC236}">
                <a16:creationId xmlns:a16="http://schemas.microsoft.com/office/drawing/2014/main" id="{D72475C1-5771-7E33-29C4-F02F57B8DD99}"/>
              </a:ext>
            </a:extLst>
          </p:cNvPr>
          <p:cNvSpPr/>
          <p:nvPr/>
        </p:nvSpPr>
        <p:spPr>
          <a:xfrm>
            <a:off x="468000" y="2800000"/>
            <a:ext cx="520000" cy="820000"/>
          </a:xfrm>
          <a:prstGeom prst="rect">
            <a:avLst/>
          </a:prstGeom>
          <a:solidFill>
            <a:srgbClr val="00ACC4"/>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000000"/>
                </a:solidFill>
                <a:effectLst/>
              </a:rPr>
              <a:t>✓</a:t>
            </a:r>
          </a:p>
          <a:p>
            <a:pPr algn="ctr">
              <a:buNone/>
            </a:pPr>
            <a:r>
              <a:rPr lang="en-US" sz="100">
                <a:effectLst/>
              </a:rPr>
              <a:t> </a:t>
            </a:r>
            <a:endParaRPr lang="en-US">
              <a:latin typeface="Barlow Condensed Light" panose="00000406000000000000" pitchFamily="2" charset="0"/>
            </a:endParaRPr>
          </a:p>
        </p:txBody>
      </p:sp>
      <p:sp>
        <p:nvSpPr>
          <p:cNvPr id="12684" name="Rectangle 12683">
            <a:extLst>
              <a:ext uri="{FF2B5EF4-FFF2-40B4-BE49-F238E27FC236}">
                <a16:creationId xmlns:a16="http://schemas.microsoft.com/office/drawing/2014/main" id="{3F970886-2860-5892-B48B-8E3ACC314175}"/>
              </a:ext>
            </a:extLst>
          </p:cNvPr>
          <p:cNvSpPr/>
          <p:nvPr/>
        </p:nvSpPr>
        <p:spPr>
          <a:xfrm>
            <a:off x="1118000" y="2860000"/>
            <a:ext cx="4350412" cy="3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004068"/>
                </a:solidFill>
                <a:effectLst/>
                <a:latin typeface="Barlow Condensed Medium" panose="00000606000000000000" pitchFamily="2" charset="0"/>
              </a:rPr>
              <a:t>Read und Write trennen</a:t>
            </a:r>
          </a:p>
          <a:p>
            <a:pPr algn="l">
              <a:buNone/>
            </a:pPr>
            <a:r>
              <a:rPr lang="en-US" sz="100">
                <a:effectLst/>
              </a:rPr>
              <a:t> </a:t>
            </a:r>
            <a:endParaRPr lang="en-US">
              <a:latin typeface="Barlow Condensed Light" panose="00000406000000000000" pitchFamily="2" charset="0"/>
            </a:endParaRPr>
          </a:p>
        </p:txBody>
      </p:sp>
      <p:sp>
        <p:nvSpPr>
          <p:cNvPr id="12696" name="Rectangle 12695">
            <a:extLst>
              <a:ext uri="{FF2B5EF4-FFF2-40B4-BE49-F238E27FC236}">
                <a16:creationId xmlns:a16="http://schemas.microsoft.com/office/drawing/2014/main" id="{D9AA2A9B-D028-CEB9-F2FE-9EC136362A2A}"/>
              </a:ext>
            </a:extLst>
          </p:cNvPr>
          <p:cNvSpPr/>
          <p:nvPr/>
        </p:nvSpPr>
        <p:spPr>
          <a:xfrm>
            <a:off x="1118000" y="3160000"/>
            <a:ext cx="4350412" cy="4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3C3D3E"/>
                </a:solidFill>
                <a:effectLst/>
              </a:rPr>
              <a:t>Zwei MCP-Server, zwei Container, zwei Berechtigungssätze</a:t>
            </a:r>
          </a:p>
          <a:p>
            <a:pPr algn="l">
              <a:buNone/>
            </a:pPr>
            <a:r>
              <a:rPr lang="en-US" sz="100">
                <a:effectLst/>
              </a:rPr>
              <a:t> </a:t>
            </a:r>
            <a:endParaRPr lang="en-US">
              <a:latin typeface="Barlow Condensed Light" panose="00000406000000000000" pitchFamily="2" charset="0"/>
            </a:endParaRPr>
          </a:p>
        </p:txBody>
      </p:sp>
      <p:sp>
        <p:nvSpPr>
          <p:cNvPr id="12709" name="Rectangle 12708">
            <a:extLst>
              <a:ext uri="{FF2B5EF4-FFF2-40B4-BE49-F238E27FC236}">
                <a16:creationId xmlns:a16="http://schemas.microsoft.com/office/drawing/2014/main" id="{7275A5F5-D8FA-A562-5256-537022B5AB9F}"/>
              </a:ext>
            </a:extLst>
          </p:cNvPr>
          <p:cNvSpPr/>
          <p:nvPr/>
        </p:nvSpPr>
        <p:spPr>
          <a:xfrm>
            <a:off x="5768412" y="2800000"/>
            <a:ext cx="5150412" cy="820000"/>
          </a:xfrm>
          <a:prstGeom prst="rect">
            <a:avLst/>
          </a:prstGeom>
          <a:solidFill>
            <a:srgbClr val="F2F4F6"/>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a:solidFill>
                  <a:srgbClr val="3C3D3E"/>
                </a:solidFill>
                <a:effectLst/>
              </a:rPr>
              <a:t> </a:t>
            </a:r>
            <a:endParaRPr lang="en-US">
              <a:latin typeface="Barlow Condensed Light" panose="00000406000000000000" pitchFamily="2" charset="0"/>
            </a:endParaRPr>
          </a:p>
        </p:txBody>
      </p:sp>
      <p:sp>
        <p:nvSpPr>
          <p:cNvPr id="12723" name="Rectangle 12722">
            <a:extLst>
              <a:ext uri="{FF2B5EF4-FFF2-40B4-BE49-F238E27FC236}">
                <a16:creationId xmlns:a16="http://schemas.microsoft.com/office/drawing/2014/main" id="{C6816E06-43A6-3C3F-8ED5-902117213AE7}"/>
              </a:ext>
            </a:extLst>
          </p:cNvPr>
          <p:cNvSpPr/>
          <p:nvPr/>
        </p:nvSpPr>
        <p:spPr>
          <a:xfrm>
            <a:off x="5768412" y="2800000"/>
            <a:ext cx="520000" cy="820000"/>
          </a:xfrm>
          <a:prstGeom prst="rect">
            <a:avLst/>
          </a:prstGeom>
          <a:solidFill>
            <a:srgbClr val="00ACC4"/>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000000"/>
                </a:solidFill>
                <a:effectLst/>
              </a:rPr>
              <a:t>✓</a:t>
            </a:r>
          </a:p>
          <a:p>
            <a:pPr algn="ctr">
              <a:buNone/>
            </a:pPr>
            <a:r>
              <a:rPr lang="en-US" sz="100">
                <a:effectLst/>
              </a:rPr>
              <a:t> </a:t>
            </a:r>
            <a:endParaRPr lang="en-US">
              <a:latin typeface="Barlow Condensed Light" panose="00000406000000000000" pitchFamily="2" charset="0"/>
            </a:endParaRPr>
          </a:p>
        </p:txBody>
      </p:sp>
      <p:sp>
        <p:nvSpPr>
          <p:cNvPr id="12738" name="Rectangle 12737">
            <a:extLst>
              <a:ext uri="{FF2B5EF4-FFF2-40B4-BE49-F238E27FC236}">
                <a16:creationId xmlns:a16="http://schemas.microsoft.com/office/drawing/2014/main" id="{2A71152A-0A1C-7B07-13FC-11414A194AB5}"/>
              </a:ext>
            </a:extLst>
          </p:cNvPr>
          <p:cNvSpPr/>
          <p:nvPr/>
        </p:nvSpPr>
        <p:spPr>
          <a:xfrm>
            <a:off x="6418412" y="2860000"/>
            <a:ext cx="4350412" cy="3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004068"/>
                </a:solidFill>
                <a:effectLst/>
                <a:latin typeface="Barlow Condensed Medium" panose="00000606000000000000" pitchFamily="2" charset="0"/>
              </a:rPr>
              <a:t>Approval-Regeln festlegen</a:t>
            </a:r>
          </a:p>
          <a:p>
            <a:pPr algn="l">
              <a:buNone/>
            </a:pPr>
            <a:r>
              <a:rPr lang="en-US" sz="100">
                <a:effectLst/>
              </a:rPr>
              <a:t> </a:t>
            </a:r>
            <a:endParaRPr lang="en-US">
              <a:latin typeface="Barlow Condensed Light" panose="00000406000000000000" pitchFamily="2" charset="0"/>
            </a:endParaRPr>
          </a:p>
        </p:txBody>
      </p:sp>
      <p:sp>
        <p:nvSpPr>
          <p:cNvPr id="12754" name="Rectangle 12753">
            <a:extLst>
              <a:ext uri="{FF2B5EF4-FFF2-40B4-BE49-F238E27FC236}">
                <a16:creationId xmlns:a16="http://schemas.microsoft.com/office/drawing/2014/main" id="{5195DC5D-A6AF-1149-0B67-09A71D6554B8}"/>
              </a:ext>
            </a:extLst>
          </p:cNvPr>
          <p:cNvSpPr/>
          <p:nvPr/>
        </p:nvSpPr>
        <p:spPr>
          <a:xfrm>
            <a:off x="6418412" y="3160000"/>
            <a:ext cx="4350412" cy="5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3C3D3E"/>
                </a:solidFill>
                <a:effectLst/>
              </a:rPr>
              <a:t>Welche Tools brauchen Freigabe, wer darf freigeben, wie wird eskaliert?</a:t>
            </a:r>
          </a:p>
          <a:p>
            <a:pPr algn="l">
              <a:buNone/>
            </a:pPr>
            <a:r>
              <a:rPr lang="en-US" sz="100">
                <a:effectLst/>
              </a:rPr>
              <a:t> </a:t>
            </a:r>
            <a:endParaRPr lang="en-US">
              <a:latin typeface="Barlow Condensed Light" panose="00000406000000000000" pitchFamily="2" charset="0"/>
            </a:endParaRPr>
          </a:p>
        </p:txBody>
      </p:sp>
      <p:sp>
        <p:nvSpPr>
          <p:cNvPr id="12771" name="Rectangle 12770">
            <a:extLst>
              <a:ext uri="{FF2B5EF4-FFF2-40B4-BE49-F238E27FC236}">
                <a16:creationId xmlns:a16="http://schemas.microsoft.com/office/drawing/2014/main" id="{F25CC3E2-31D1-00A9-CE7A-AB9FB29CD0C6}"/>
              </a:ext>
            </a:extLst>
          </p:cNvPr>
          <p:cNvSpPr/>
          <p:nvPr/>
        </p:nvSpPr>
        <p:spPr>
          <a:xfrm>
            <a:off x="468000" y="3700000"/>
            <a:ext cx="5150412" cy="820000"/>
          </a:xfrm>
          <a:prstGeom prst="rect">
            <a:avLst/>
          </a:prstGeom>
          <a:solidFill>
            <a:srgbClr val="F2F4F6"/>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a:solidFill>
                  <a:srgbClr val="3C3D3E"/>
                </a:solidFill>
                <a:effectLst/>
              </a:rPr>
              <a:t> </a:t>
            </a:r>
            <a:endParaRPr lang="en-US">
              <a:latin typeface="Barlow Condensed Light" panose="00000406000000000000" pitchFamily="2" charset="0"/>
            </a:endParaRPr>
          </a:p>
        </p:txBody>
      </p:sp>
      <p:sp>
        <p:nvSpPr>
          <p:cNvPr id="12789" name="Rectangle 12788">
            <a:extLst>
              <a:ext uri="{FF2B5EF4-FFF2-40B4-BE49-F238E27FC236}">
                <a16:creationId xmlns:a16="http://schemas.microsoft.com/office/drawing/2014/main" id="{74E231BE-833A-12B3-D1FE-8F2A6D9859A2}"/>
              </a:ext>
            </a:extLst>
          </p:cNvPr>
          <p:cNvSpPr/>
          <p:nvPr/>
        </p:nvSpPr>
        <p:spPr>
          <a:xfrm>
            <a:off x="468000" y="3700000"/>
            <a:ext cx="520000" cy="820000"/>
          </a:xfrm>
          <a:prstGeom prst="rect">
            <a:avLst/>
          </a:prstGeom>
          <a:solidFill>
            <a:srgbClr val="00ACC4"/>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000000"/>
                </a:solidFill>
                <a:effectLst/>
              </a:rPr>
              <a:t>✓</a:t>
            </a:r>
          </a:p>
          <a:p>
            <a:pPr algn="ctr">
              <a:buNone/>
            </a:pPr>
            <a:r>
              <a:rPr lang="en-US" sz="100">
                <a:effectLst/>
              </a:rPr>
              <a:t> </a:t>
            </a:r>
            <a:endParaRPr lang="en-US">
              <a:latin typeface="Barlow Condensed Light" panose="00000406000000000000" pitchFamily="2" charset="0"/>
            </a:endParaRPr>
          </a:p>
        </p:txBody>
      </p:sp>
      <p:sp>
        <p:nvSpPr>
          <p:cNvPr id="12808" name="Rectangle 12807">
            <a:extLst>
              <a:ext uri="{FF2B5EF4-FFF2-40B4-BE49-F238E27FC236}">
                <a16:creationId xmlns:a16="http://schemas.microsoft.com/office/drawing/2014/main" id="{F239DF5D-8A11-67FB-AE3B-F30EED961EE3}"/>
              </a:ext>
            </a:extLst>
          </p:cNvPr>
          <p:cNvSpPr/>
          <p:nvPr/>
        </p:nvSpPr>
        <p:spPr>
          <a:xfrm>
            <a:off x="1118000" y="3760000"/>
            <a:ext cx="4350412" cy="3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004068"/>
                </a:solidFill>
                <a:effectLst/>
                <a:latin typeface="Barlow Condensed Medium" panose="00000606000000000000" pitchFamily="2" charset="0"/>
              </a:rPr>
              <a:t>Audit und Logging</a:t>
            </a:r>
          </a:p>
          <a:p>
            <a:pPr algn="l">
              <a:buNone/>
            </a:pPr>
            <a:r>
              <a:rPr lang="en-US" sz="100">
                <a:effectLst/>
              </a:rPr>
              <a:t> </a:t>
            </a:r>
            <a:endParaRPr lang="en-US">
              <a:latin typeface="Barlow Condensed Light" panose="00000406000000000000" pitchFamily="2" charset="0"/>
            </a:endParaRPr>
          </a:p>
        </p:txBody>
      </p:sp>
      <p:sp>
        <p:nvSpPr>
          <p:cNvPr id="12828" name="Rectangle 12827">
            <a:extLst>
              <a:ext uri="{FF2B5EF4-FFF2-40B4-BE49-F238E27FC236}">
                <a16:creationId xmlns:a16="http://schemas.microsoft.com/office/drawing/2014/main" id="{0DA8C79E-DAFA-4C34-F3E2-43DA56965076}"/>
              </a:ext>
            </a:extLst>
          </p:cNvPr>
          <p:cNvSpPr/>
          <p:nvPr/>
        </p:nvSpPr>
        <p:spPr>
          <a:xfrm>
            <a:off x="1118000" y="4060000"/>
            <a:ext cx="4350412" cy="5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3C3D3E"/>
                </a:solidFill>
                <a:effectLst/>
              </a:rPr>
              <a:t>Jeder Tool-Aufruf über API Management protokolliert – auswertbar und revisionsfähig</a:t>
            </a:r>
          </a:p>
          <a:p>
            <a:pPr algn="l">
              <a:buNone/>
            </a:pPr>
            <a:r>
              <a:rPr lang="en-US" sz="100">
                <a:effectLst/>
              </a:rPr>
              <a:t> </a:t>
            </a:r>
            <a:endParaRPr lang="en-US">
              <a:latin typeface="Barlow Condensed Light" panose="00000406000000000000" pitchFamily="2" charset="0"/>
            </a:endParaRPr>
          </a:p>
        </p:txBody>
      </p:sp>
      <p:sp>
        <p:nvSpPr>
          <p:cNvPr id="12849" name="Rectangle 12848">
            <a:extLst>
              <a:ext uri="{FF2B5EF4-FFF2-40B4-BE49-F238E27FC236}">
                <a16:creationId xmlns:a16="http://schemas.microsoft.com/office/drawing/2014/main" id="{526AAAC0-98F1-9968-BE4C-7348505254D7}"/>
              </a:ext>
            </a:extLst>
          </p:cNvPr>
          <p:cNvSpPr/>
          <p:nvPr/>
        </p:nvSpPr>
        <p:spPr>
          <a:xfrm>
            <a:off x="5768412" y="3700000"/>
            <a:ext cx="5150412" cy="820000"/>
          </a:xfrm>
          <a:prstGeom prst="rect">
            <a:avLst/>
          </a:prstGeom>
          <a:solidFill>
            <a:srgbClr val="F2F4F6"/>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a:solidFill>
                  <a:srgbClr val="3C3D3E"/>
                </a:solidFill>
                <a:effectLst/>
              </a:rPr>
              <a:t> </a:t>
            </a:r>
            <a:endParaRPr lang="en-US">
              <a:latin typeface="Barlow Condensed Light" panose="00000406000000000000" pitchFamily="2" charset="0"/>
            </a:endParaRPr>
          </a:p>
        </p:txBody>
      </p:sp>
      <p:sp>
        <p:nvSpPr>
          <p:cNvPr id="12871" name="Rectangle 12870">
            <a:extLst>
              <a:ext uri="{FF2B5EF4-FFF2-40B4-BE49-F238E27FC236}">
                <a16:creationId xmlns:a16="http://schemas.microsoft.com/office/drawing/2014/main" id="{3E42E538-7DA7-30B7-B98C-D9B7A7BA761A}"/>
              </a:ext>
            </a:extLst>
          </p:cNvPr>
          <p:cNvSpPr/>
          <p:nvPr/>
        </p:nvSpPr>
        <p:spPr>
          <a:xfrm>
            <a:off x="5768412" y="3700000"/>
            <a:ext cx="520000" cy="820000"/>
          </a:xfrm>
          <a:prstGeom prst="rect">
            <a:avLst/>
          </a:prstGeom>
          <a:solidFill>
            <a:srgbClr val="00ACC4"/>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000000"/>
                </a:solidFill>
                <a:effectLst/>
              </a:rPr>
              <a:t>✓</a:t>
            </a:r>
          </a:p>
          <a:p>
            <a:pPr algn="ctr">
              <a:buNone/>
            </a:pPr>
            <a:r>
              <a:rPr lang="en-US" sz="100">
                <a:effectLst/>
              </a:rPr>
              <a:t> </a:t>
            </a:r>
            <a:endParaRPr lang="en-US">
              <a:latin typeface="Barlow Condensed Light" panose="00000406000000000000" pitchFamily="2" charset="0"/>
            </a:endParaRPr>
          </a:p>
        </p:txBody>
      </p:sp>
      <p:sp>
        <p:nvSpPr>
          <p:cNvPr id="12894" name="Rectangle 12893">
            <a:extLst>
              <a:ext uri="{FF2B5EF4-FFF2-40B4-BE49-F238E27FC236}">
                <a16:creationId xmlns:a16="http://schemas.microsoft.com/office/drawing/2014/main" id="{0B8B668A-6C8A-470A-9BBC-19C8BE6A6B33}"/>
              </a:ext>
            </a:extLst>
          </p:cNvPr>
          <p:cNvSpPr/>
          <p:nvPr/>
        </p:nvSpPr>
        <p:spPr>
          <a:xfrm>
            <a:off x="6418412" y="3760000"/>
            <a:ext cx="4350412" cy="3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004068"/>
                </a:solidFill>
                <a:effectLst/>
                <a:latin typeface="Barlow Condensed Medium" panose="00000606000000000000" pitchFamily="2" charset="0"/>
              </a:rPr>
              <a:t>Rollback vorsehen</a:t>
            </a:r>
          </a:p>
          <a:p>
            <a:pPr algn="l">
              <a:buNone/>
            </a:pPr>
            <a:r>
              <a:rPr lang="en-US" sz="100">
                <a:effectLst/>
              </a:rPr>
              <a:t> </a:t>
            </a:r>
            <a:endParaRPr lang="en-US">
              <a:latin typeface="Barlow Condensed Light" panose="00000406000000000000" pitchFamily="2" charset="0"/>
            </a:endParaRPr>
          </a:p>
        </p:txBody>
      </p:sp>
      <p:sp>
        <p:nvSpPr>
          <p:cNvPr id="12918" name="Rectangle 12917">
            <a:extLst>
              <a:ext uri="{FF2B5EF4-FFF2-40B4-BE49-F238E27FC236}">
                <a16:creationId xmlns:a16="http://schemas.microsoft.com/office/drawing/2014/main" id="{E4FD52F1-AD89-C3D6-A993-CF58BB97F472}"/>
              </a:ext>
            </a:extLst>
          </p:cNvPr>
          <p:cNvSpPr/>
          <p:nvPr/>
        </p:nvSpPr>
        <p:spPr>
          <a:xfrm>
            <a:off x="6418412" y="4060000"/>
            <a:ext cx="4350412" cy="4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3C3D3E"/>
                </a:solidFill>
                <a:effectLst/>
              </a:rPr>
              <a:t>Jede Remediation hat einen definierten Rückweg (z. B. enable_user)</a:t>
            </a:r>
          </a:p>
          <a:p>
            <a:pPr algn="l">
              <a:buNone/>
            </a:pPr>
            <a:r>
              <a:rPr lang="en-US" sz="100">
                <a:effectLst/>
              </a:rPr>
              <a:t> </a:t>
            </a:r>
            <a:endParaRPr lang="en-US">
              <a:latin typeface="Barlow Condensed Light" panose="00000406000000000000" pitchFamily="2" charset="0"/>
            </a:endParaRPr>
          </a:p>
        </p:txBody>
      </p:sp>
      <p:sp>
        <p:nvSpPr>
          <p:cNvPr id="12943" name="Rectangle 12942">
            <a:extLst>
              <a:ext uri="{FF2B5EF4-FFF2-40B4-BE49-F238E27FC236}">
                <a16:creationId xmlns:a16="http://schemas.microsoft.com/office/drawing/2014/main" id="{2835E8F3-E05A-833D-6F15-453F84F1AC74}"/>
              </a:ext>
            </a:extLst>
          </p:cNvPr>
          <p:cNvSpPr/>
          <p:nvPr/>
        </p:nvSpPr>
        <p:spPr>
          <a:xfrm>
            <a:off x="468000" y="4600000"/>
            <a:ext cx="5150412" cy="820000"/>
          </a:xfrm>
          <a:prstGeom prst="rect">
            <a:avLst/>
          </a:prstGeom>
          <a:solidFill>
            <a:srgbClr val="F2F4F6"/>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a:solidFill>
                  <a:srgbClr val="3C3D3E"/>
                </a:solidFill>
                <a:effectLst/>
              </a:rPr>
              <a:t> </a:t>
            </a:r>
            <a:endParaRPr lang="en-US">
              <a:latin typeface="Barlow Condensed Light" panose="00000406000000000000" pitchFamily="2" charset="0"/>
            </a:endParaRPr>
          </a:p>
        </p:txBody>
      </p:sp>
      <p:sp>
        <p:nvSpPr>
          <p:cNvPr id="12969" name="Rectangle 12968">
            <a:extLst>
              <a:ext uri="{FF2B5EF4-FFF2-40B4-BE49-F238E27FC236}">
                <a16:creationId xmlns:a16="http://schemas.microsoft.com/office/drawing/2014/main" id="{B2300C25-2876-C271-68C1-E20A53165DCB}"/>
              </a:ext>
            </a:extLst>
          </p:cNvPr>
          <p:cNvSpPr/>
          <p:nvPr/>
        </p:nvSpPr>
        <p:spPr>
          <a:xfrm>
            <a:off x="468000" y="4600000"/>
            <a:ext cx="520000" cy="820000"/>
          </a:xfrm>
          <a:prstGeom prst="rect">
            <a:avLst/>
          </a:prstGeom>
          <a:solidFill>
            <a:srgbClr val="00ACC4"/>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000000"/>
                </a:solidFill>
                <a:effectLst/>
              </a:rPr>
              <a:t>✓</a:t>
            </a:r>
          </a:p>
          <a:p>
            <a:pPr algn="ctr">
              <a:buNone/>
            </a:pPr>
            <a:r>
              <a:rPr lang="en-US" sz="100">
                <a:effectLst/>
              </a:rPr>
              <a:t> </a:t>
            </a:r>
            <a:endParaRPr lang="en-US">
              <a:latin typeface="Barlow Condensed Light" panose="00000406000000000000" pitchFamily="2" charset="0"/>
            </a:endParaRPr>
          </a:p>
        </p:txBody>
      </p:sp>
      <p:sp>
        <p:nvSpPr>
          <p:cNvPr id="12996" name="Rectangle 12995">
            <a:extLst>
              <a:ext uri="{FF2B5EF4-FFF2-40B4-BE49-F238E27FC236}">
                <a16:creationId xmlns:a16="http://schemas.microsoft.com/office/drawing/2014/main" id="{E304B7F4-C053-3FA1-3F78-1B25A2FDEEDB}"/>
              </a:ext>
            </a:extLst>
          </p:cNvPr>
          <p:cNvSpPr/>
          <p:nvPr/>
        </p:nvSpPr>
        <p:spPr>
          <a:xfrm>
            <a:off x="1118000" y="4545696"/>
            <a:ext cx="4350412" cy="468477"/>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400" b="1" dirty="0" err="1">
                <a:solidFill>
                  <a:srgbClr val="004068"/>
                </a:solidFill>
                <a:effectLst/>
                <a:latin typeface="Barlow Condensed Medium" panose="00000606000000000000" pitchFamily="2" charset="0"/>
              </a:rPr>
              <a:t>Evidenzpflicht</a:t>
            </a:r>
            <a:endParaRPr lang="en-US" sz="1400" b="1" dirty="0">
              <a:solidFill>
                <a:srgbClr val="004068"/>
              </a:solidFill>
              <a:effectLst/>
              <a:latin typeface="Barlow Condensed Medium" panose="00000606000000000000" pitchFamily="2" charset="0"/>
            </a:endParaRPr>
          </a:p>
          <a:p>
            <a:pPr algn="l">
              <a:buNone/>
            </a:pPr>
            <a:r>
              <a:rPr lang="en-US" sz="100" dirty="0">
                <a:effectLst/>
              </a:rPr>
              <a:t> </a:t>
            </a:r>
            <a:endParaRPr lang="en-US" dirty="0">
              <a:latin typeface="Barlow Condensed Light" panose="00000406000000000000" pitchFamily="2" charset="0"/>
            </a:endParaRPr>
          </a:p>
        </p:txBody>
      </p:sp>
      <p:sp>
        <p:nvSpPr>
          <p:cNvPr id="13024" name="Rectangle 13023">
            <a:extLst>
              <a:ext uri="{FF2B5EF4-FFF2-40B4-BE49-F238E27FC236}">
                <a16:creationId xmlns:a16="http://schemas.microsoft.com/office/drawing/2014/main" id="{DF3A8DBF-2CD8-9719-F61A-FA60D40265FD}"/>
              </a:ext>
            </a:extLst>
          </p:cNvPr>
          <p:cNvSpPr/>
          <p:nvPr/>
        </p:nvSpPr>
        <p:spPr>
          <a:xfrm>
            <a:off x="1118000" y="4930000"/>
            <a:ext cx="4350412" cy="47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3C3D3E"/>
                </a:solidFill>
                <a:effectLst/>
              </a:rPr>
              <a:t>Kein Finding ohne Datenquelle – der Agent muss zeigen, woher er es weiß</a:t>
            </a:r>
          </a:p>
          <a:p>
            <a:pPr algn="l">
              <a:buNone/>
            </a:pPr>
            <a:r>
              <a:rPr lang="en-US" sz="100">
                <a:effectLst/>
              </a:rPr>
              <a:t> </a:t>
            </a:r>
            <a:endParaRPr lang="en-US">
              <a:latin typeface="Barlow Condensed Light" panose="00000406000000000000" pitchFamily="2" charset="0"/>
            </a:endParaRPr>
          </a:p>
        </p:txBody>
      </p:sp>
      <p:sp>
        <p:nvSpPr>
          <p:cNvPr id="13053" name="Rectangle 13052">
            <a:extLst>
              <a:ext uri="{FF2B5EF4-FFF2-40B4-BE49-F238E27FC236}">
                <a16:creationId xmlns:a16="http://schemas.microsoft.com/office/drawing/2014/main" id="{044EFC61-66B1-2F32-4ABB-16B56B14938D}"/>
              </a:ext>
            </a:extLst>
          </p:cNvPr>
          <p:cNvSpPr/>
          <p:nvPr/>
        </p:nvSpPr>
        <p:spPr>
          <a:xfrm>
            <a:off x="5768412" y="4600000"/>
            <a:ext cx="5150412" cy="820000"/>
          </a:xfrm>
          <a:prstGeom prst="rect">
            <a:avLst/>
          </a:prstGeom>
          <a:solidFill>
            <a:srgbClr val="F2F4F6"/>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a:solidFill>
                  <a:srgbClr val="3C3D3E"/>
                </a:solidFill>
                <a:effectLst/>
              </a:rPr>
              <a:t> </a:t>
            </a:r>
            <a:endParaRPr lang="en-US">
              <a:latin typeface="Barlow Condensed Light" panose="00000406000000000000" pitchFamily="2" charset="0"/>
            </a:endParaRPr>
          </a:p>
        </p:txBody>
      </p:sp>
      <p:sp>
        <p:nvSpPr>
          <p:cNvPr id="13083" name="Rectangle 13082">
            <a:extLst>
              <a:ext uri="{FF2B5EF4-FFF2-40B4-BE49-F238E27FC236}">
                <a16:creationId xmlns:a16="http://schemas.microsoft.com/office/drawing/2014/main" id="{3A065877-FCA7-C6CF-DBC2-375A212FD510}"/>
              </a:ext>
            </a:extLst>
          </p:cNvPr>
          <p:cNvSpPr/>
          <p:nvPr/>
        </p:nvSpPr>
        <p:spPr>
          <a:xfrm>
            <a:off x="5768412" y="4600000"/>
            <a:ext cx="520000" cy="820000"/>
          </a:xfrm>
          <a:prstGeom prst="rect">
            <a:avLst/>
          </a:prstGeom>
          <a:solidFill>
            <a:srgbClr val="00ACC4"/>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000000"/>
                </a:solidFill>
                <a:effectLst/>
              </a:rPr>
              <a:t>✓</a:t>
            </a:r>
          </a:p>
          <a:p>
            <a:pPr algn="ctr">
              <a:buNone/>
            </a:pPr>
            <a:r>
              <a:rPr lang="en-US" sz="100">
                <a:effectLst/>
              </a:rPr>
              <a:t> </a:t>
            </a:r>
            <a:endParaRPr lang="en-US">
              <a:latin typeface="Barlow Condensed Light" panose="00000406000000000000" pitchFamily="2" charset="0"/>
            </a:endParaRPr>
          </a:p>
        </p:txBody>
      </p:sp>
      <p:sp>
        <p:nvSpPr>
          <p:cNvPr id="13114" name="Rectangle 13113">
            <a:extLst>
              <a:ext uri="{FF2B5EF4-FFF2-40B4-BE49-F238E27FC236}">
                <a16:creationId xmlns:a16="http://schemas.microsoft.com/office/drawing/2014/main" id="{59460893-A1A4-BDC0-16F3-82E9A36FD74B}"/>
              </a:ext>
            </a:extLst>
          </p:cNvPr>
          <p:cNvSpPr/>
          <p:nvPr/>
        </p:nvSpPr>
        <p:spPr>
          <a:xfrm>
            <a:off x="6418412" y="4545696"/>
            <a:ext cx="4350412" cy="468477"/>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400" b="1">
                <a:solidFill>
                  <a:srgbClr val="004068"/>
                </a:solidFill>
                <a:effectLst/>
                <a:latin typeface="Barlow Condensed Medium" panose="00000606000000000000" pitchFamily="2" charset="0"/>
              </a:rPr>
              <a:t>Pilot statt Big Bang</a:t>
            </a:r>
          </a:p>
          <a:p>
            <a:pPr algn="l">
              <a:buNone/>
            </a:pPr>
            <a:r>
              <a:rPr lang="en-US" sz="100">
                <a:effectLst/>
              </a:rPr>
              <a:t> </a:t>
            </a:r>
            <a:endParaRPr lang="en-US">
              <a:latin typeface="Barlow Condensed Light" panose="00000406000000000000" pitchFamily="2" charset="0"/>
            </a:endParaRPr>
          </a:p>
        </p:txBody>
      </p:sp>
      <p:sp>
        <p:nvSpPr>
          <p:cNvPr id="13146" name="Rectangle 13145">
            <a:extLst>
              <a:ext uri="{FF2B5EF4-FFF2-40B4-BE49-F238E27FC236}">
                <a16:creationId xmlns:a16="http://schemas.microsoft.com/office/drawing/2014/main" id="{E8F1BCAC-6E9F-29DB-C95D-592CE26A457A}"/>
              </a:ext>
            </a:extLst>
          </p:cNvPr>
          <p:cNvSpPr/>
          <p:nvPr/>
        </p:nvSpPr>
        <p:spPr>
          <a:xfrm>
            <a:off x="6418412" y="4930000"/>
            <a:ext cx="4350412" cy="47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3C3D3E"/>
                </a:solidFill>
                <a:effectLst/>
              </a:rPr>
              <a:t>Mit Read-only in einer OU oder Testdomäne starten, dann erweitern</a:t>
            </a:r>
          </a:p>
          <a:p>
            <a:pPr algn="l">
              <a:buNone/>
            </a:pPr>
            <a:r>
              <a:rPr lang="en-US" sz="100">
                <a:effectLst/>
              </a:rPr>
              <a:t> </a:t>
            </a:r>
            <a:endParaRPr lang="en-US">
              <a:latin typeface="Barlow Condensed Light" panose="00000406000000000000" pitchFamily="2" charset="0"/>
            </a:endParaRPr>
          </a:p>
        </p:txBody>
      </p:sp>
      <p:sp>
        <p:nvSpPr>
          <p:cNvPr id="13179" name="Rectangle 13178">
            <a:extLst>
              <a:ext uri="{FF2B5EF4-FFF2-40B4-BE49-F238E27FC236}">
                <a16:creationId xmlns:a16="http://schemas.microsoft.com/office/drawing/2014/main" id="{B5434400-3F89-F1DB-9739-CC9605D5F6A3}"/>
              </a:ext>
            </a:extLst>
          </p:cNvPr>
          <p:cNvSpPr/>
          <p:nvPr/>
        </p:nvSpPr>
        <p:spPr>
          <a:xfrm>
            <a:off x="468000" y="5560000"/>
            <a:ext cx="10450825" cy="6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004068"/>
                </a:solidFill>
                <a:effectLst/>
                <a:latin typeface="Barlow Condensed Medium" panose="00000606000000000000" pitchFamily="2" charset="0"/>
              </a:rPr>
              <a:t>Diese acht Punkte sind in der Demo-Umgebung umgesetzt – sie sind der Unterschied zwischen Experiment und Betrieb.</a:t>
            </a:r>
          </a:p>
          <a:p>
            <a:pPr algn="l">
              <a:buNone/>
            </a:pPr>
            <a:r>
              <a:rPr lang="en-US" sz="100">
                <a:effectLst/>
              </a:rPr>
              <a:t> </a:t>
            </a:r>
            <a:endParaRPr lang="en-US">
              <a:latin typeface="Barlow Condensed Light" panose="00000406000000000000" pitchFamily="2" charset="0"/>
            </a:endParaRPr>
          </a:p>
        </p:txBody>
      </p:sp>
    </p:spTree>
    <p:extLst>
      <p:ext uri="{BB962C8B-B14F-4D97-AF65-F5344CB8AC3E}">
        <p14:creationId xmlns:p14="http://schemas.microsoft.com/office/powerpoint/2010/main" val="12722120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Untertitel 6">
            <a:extLst>
              <a:ext uri="{FF2B5EF4-FFF2-40B4-BE49-F238E27FC236}">
                <a16:creationId xmlns:a16="http://schemas.microsoft.com/office/drawing/2014/main" id="{C255CA80-702A-2F18-1DAA-D490892E5A65}"/>
              </a:ext>
            </a:extLst>
          </p:cNvPr>
          <p:cNvSpPr>
            <a:spLocks noGrp="1"/>
          </p:cNvSpPr>
          <p:nvPr>
            <p:ph type="subTitle" idx="1"/>
          </p:nvPr>
        </p:nvSpPr>
        <p:spPr/>
        <p:txBody>
          <a:bodyPr/>
          <a:lstStyle/>
          <a:p>
            <a:r>
              <a:rPr lang="de-DE"/>
              <a:t>Nicht alles sollte autonom passieren</a:t>
            </a:r>
          </a:p>
        </p:txBody>
      </p:sp>
      <p:sp>
        <p:nvSpPr>
          <p:cNvPr id="2" name="Slide Number Placeholder 1">
            <a:extLst>
              <a:ext uri="{FF2B5EF4-FFF2-40B4-BE49-F238E27FC236}">
                <a16:creationId xmlns:a16="http://schemas.microsoft.com/office/drawing/2014/main" id="{822DBF39-C400-6D47-46AA-452876941AD0}"/>
              </a:ext>
            </a:extLst>
          </p:cNvPr>
          <p:cNvSpPr>
            <a:spLocks noGrp="1"/>
          </p:cNvSpPr>
          <p:nvPr>
            <p:ph type="sldNum" sz="quarter" idx="11"/>
          </p:nvPr>
        </p:nvSpPr>
        <p:spPr>
          <a:xfrm>
            <a:off x="11277376" y="417380"/>
            <a:ext cx="914622" cy="365125"/>
          </a:xfrm>
        </p:spPr>
        <p:txBody>
          <a:bodyPr/>
          <a:lstStyle/>
          <a:p>
            <a:fld id="{9678312F-8BDE-4502-9E53-473B40D118CD}" type="slidenum">
              <a:rPr lang="de-DE" smtClean="0"/>
              <a:pPr/>
              <a:t>18</a:t>
            </a:fld>
            <a:endParaRPr lang="de-DE"/>
          </a:p>
        </p:txBody>
      </p:sp>
      <p:sp>
        <p:nvSpPr>
          <p:cNvPr id="6" name="Titel 5">
            <a:extLst>
              <a:ext uri="{FF2B5EF4-FFF2-40B4-BE49-F238E27FC236}">
                <a16:creationId xmlns:a16="http://schemas.microsoft.com/office/drawing/2014/main" id="{C7CE2544-7F8C-4E83-64ED-8CD236C4365B}"/>
              </a:ext>
            </a:extLst>
          </p:cNvPr>
          <p:cNvSpPr>
            <a:spLocks noGrp="1"/>
          </p:cNvSpPr>
          <p:nvPr>
            <p:ph type="title"/>
          </p:nvPr>
        </p:nvSpPr>
        <p:spPr/>
        <p:txBody>
          <a:bodyPr/>
          <a:lstStyle/>
          <a:p>
            <a:r>
              <a:rPr lang="de-DE"/>
              <a:t>Chancen und Grenzen</a:t>
            </a:r>
          </a:p>
        </p:txBody>
      </p:sp>
      <p:sp>
        <p:nvSpPr>
          <p:cNvPr id="2457" name="Rectangle 2456">
            <a:extLst>
              <a:ext uri="{FF2B5EF4-FFF2-40B4-BE49-F238E27FC236}">
                <a16:creationId xmlns:a16="http://schemas.microsoft.com/office/drawing/2014/main" id="{1F4C3F8D-AC1A-05A8-B318-A96A8917B888}"/>
              </a:ext>
            </a:extLst>
          </p:cNvPr>
          <p:cNvSpPr/>
          <p:nvPr/>
        </p:nvSpPr>
        <p:spPr>
          <a:xfrm>
            <a:off x="468000" y="1900000"/>
            <a:ext cx="5125412" cy="3600000"/>
          </a:xfrm>
          <a:prstGeom prst="rect">
            <a:avLst/>
          </a:prstGeom>
          <a:solidFill>
            <a:srgbClr val="E3F5F8"/>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2462" name="Rectangle 2461">
            <a:extLst>
              <a:ext uri="{FF2B5EF4-FFF2-40B4-BE49-F238E27FC236}">
                <a16:creationId xmlns:a16="http://schemas.microsoft.com/office/drawing/2014/main" id="{E78B1191-2420-C817-FC23-245F4F396107}"/>
              </a:ext>
            </a:extLst>
          </p:cNvPr>
          <p:cNvSpPr/>
          <p:nvPr/>
        </p:nvSpPr>
        <p:spPr>
          <a:xfrm>
            <a:off x="668000" y="2050000"/>
            <a:ext cx="4725412" cy="5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2600" b="1">
                <a:solidFill>
                  <a:srgbClr val="007A8A"/>
                </a:solidFill>
                <a:effectLst/>
                <a:latin typeface="Barlow Condensed Medium" panose="00000606000000000000" pitchFamily="2" charset="0"/>
              </a:rPr>
              <a:t>Chancen</a:t>
            </a:r>
          </a:p>
          <a:p>
            <a:pPr algn="l">
              <a:buNone/>
            </a:pPr>
            <a:r>
              <a:rPr lang="en-US" sz="100">
                <a:effectLst/>
              </a:rPr>
              <a:t> </a:t>
            </a:r>
            <a:endParaRPr lang="en-US">
              <a:latin typeface="Barlow Condensed Light" panose="00000406000000000000" pitchFamily="2" charset="0"/>
            </a:endParaRPr>
          </a:p>
        </p:txBody>
      </p:sp>
      <p:sp>
        <p:nvSpPr>
          <p:cNvPr id="2471" name="Oval 2470">
            <a:extLst>
              <a:ext uri="{FF2B5EF4-FFF2-40B4-BE49-F238E27FC236}">
                <a16:creationId xmlns:a16="http://schemas.microsoft.com/office/drawing/2014/main" id="{00DAA111-B133-D4EB-E7E8-E9A619DC957F}"/>
              </a:ext>
            </a:extLst>
          </p:cNvPr>
          <p:cNvSpPr/>
          <p:nvPr/>
        </p:nvSpPr>
        <p:spPr>
          <a:xfrm>
            <a:off x="668000" y="2740000"/>
            <a:ext cx="200000" cy="200000"/>
          </a:xfrm>
          <a:prstGeom prst="ellipse">
            <a:avLst/>
          </a:prstGeom>
          <a:solidFill>
            <a:srgbClr val="00ACC4"/>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2477" name="Rectangle 2476">
            <a:extLst>
              <a:ext uri="{FF2B5EF4-FFF2-40B4-BE49-F238E27FC236}">
                <a16:creationId xmlns:a16="http://schemas.microsoft.com/office/drawing/2014/main" id="{CD58342B-2C20-8296-F8C8-78C58349772B}"/>
              </a:ext>
            </a:extLst>
          </p:cNvPr>
          <p:cNvSpPr/>
          <p:nvPr/>
        </p:nvSpPr>
        <p:spPr>
          <a:xfrm>
            <a:off x="988000" y="2600000"/>
            <a:ext cx="4405412" cy="6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3C3D3E"/>
                </a:solidFill>
                <a:effectLst/>
              </a:rPr>
              <a:t>Ein Assessment-Durchlauf statt vieler einzelner Abfragen und Skripte</a:t>
            </a:r>
          </a:p>
          <a:p>
            <a:pPr algn="l">
              <a:buNone/>
            </a:pPr>
            <a:r>
              <a:rPr lang="en-US" sz="100">
                <a:effectLst/>
              </a:rPr>
              <a:t> </a:t>
            </a:r>
            <a:endParaRPr lang="en-US">
              <a:latin typeface="Barlow Condensed Light" panose="00000406000000000000" pitchFamily="2" charset="0"/>
            </a:endParaRPr>
          </a:p>
        </p:txBody>
      </p:sp>
      <p:sp>
        <p:nvSpPr>
          <p:cNvPr id="2484" name="Oval 2483">
            <a:extLst>
              <a:ext uri="{FF2B5EF4-FFF2-40B4-BE49-F238E27FC236}">
                <a16:creationId xmlns:a16="http://schemas.microsoft.com/office/drawing/2014/main" id="{942CBC79-5ECB-C1C6-D813-FC7FACA02465}"/>
              </a:ext>
            </a:extLst>
          </p:cNvPr>
          <p:cNvSpPr/>
          <p:nvPr/>
        </p:nvSpPr>
        <p:spPr>
          <a:xfrm>
            <a:off x="668000" y="3440000"/>
            <a:ext cx="200000" cy="200000"/>
          </a:xfrm>
          <a:prstGeom prst="ellipse">
            <a:avLst/>
          </a:prstGeom>
          <a:solidFill>
            <a:srgbClr val="00ACC4"/>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2492" name="Rectangle 2491">
            <a:extLst>
              <a:ext uri="{FF2B5EF4-FFF2-40B4-BE49-F238E27FC236}">
                <a16:creationId xmlns:a16="http://schemas.microsoft.com/office/drawing/2014/main" id="{56608441-317C-54E2-B490-85A41A9DB1AC}"/>
              </a:ext>
            </a:extLst>
          </p:cNvPr>
          <p:cNvSpPr/>
          <p:nvPr/>
        </p:nvSpPr>
        <p:spPr>
          <a:xfrm>
            <a:off x="988000" y="3300000"/>
            <a:ext cx="4405412" cy="6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3C3D3E"/>
                </a:solidFill>
                <a:effectLst/>
              </a:rPr>
              <a:t>Korrelation von Findings über Gruppen, Konten und Richtlinien hinweg</a:t>
            </a:r>
          </a:p>
          <a:p>
            <a:pPr algn="l">
              <a:buNone/>
            </a:pPr>
            <a:r>
              <a:rPr lang="en-US" sz="100">
                <a:effectLst/>
              </a:rPr>
              <a:t> </a:t>
            </a:r>
            <a:endParaRPr lang="en-US">
              <a:latin typeface="Barlow Condensed Light" panose="00000406000000000000" pitchFamily="2" charset="0"/>
            </a:endParaRPr>
          </a:p>
        </p:txBody>
      </p:sp>
      <p:sp>
        <p:nvSpPr>
          <p:cNvPr id="2501" name="Oval 2500">
            <a:extLst>
              <a:ext uri="{FF2B5EF4-FFF2-40B4-BE49-F238E27FC236}">
                <a16:creationId xmlns:a16="http://schemas.microsoft.com/office/drawing/2014/main" id="{6BBA5172-22FF-0F47-2BC9-FA1E8627C0E6}"/>
              </a:ext>
            </a:extLst>
          </p:cNvPr>
          <p:cNvSpPr/>
          <p:nvPr/>
        </p:nvSpPr>
        <p:spPr>
          <a:xfrm>
            <a:off x="668000" y="4140000"/>
            <a:ext cx="200000" cy="200000"/>
          </a:xfrm>
          <a:prstGeom prst="ellipse">
            <a:avLst/>
          </a:prstGeom>
          <a:solidFill>
            <a:srgbClr val="00ACC4"/>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2511" name="Rectangle 2510">
            <a:extLst>
              <a:ext uri="{FF2B5EF4-FFF2-40B4-BE49-F238E27FC236}">
                <a16:creationId xmlns:a16="http://schemas.microsoft.com/office/drawing/2014/main" id="{5BBF6AC6-9F78-75F9-15DC-5B605DDADE3B}"/>
              </a:ext>
            </a:extLst>
          </p:cNvPr>
          <p:cNvSpPr/>
          <p:nvPr/>
        </p:nvSpPr>
        <p:spPr>
          <a:xfrm>
            <a:off x="988000" y="4000000"/>
            <a:ext cx="4405412" cy="6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3C3D3E"/>
                </a:solidFill>
                <a:effectLst/>
              </a:rPr>
              <a:t>Nachvollziehbare Remediation-Pläne mit Evidenz für jedes Finding</a:t>
            </a:r>
          </a:p>
          <a:p>
            <a:pPr algn="l">
              <a:buNone/>
            </a:pPr>
            <a:r>
              <a:rPr lang="en-US" sz="100">
                <a:effectLst/>
              </a:rPr>
              <a:t> </a:t>
            </a:r>
            <a:endParaRPr lang="en-US">
              <a:latin typeface="Barlow Condensed Light" panose="00000406000000000000" pitchFamily="2" charset="0"/>
            </a:endParaRPr>
          </a:p>
        </p:txBody>
      </p:sp>
      <p:sp>
        <p:nvSpPr>
          <p:cNvPr id="2522" name="Oval 2521">
            <a:extLst>
              <a:ext uri="{FF2B5EF4-FFF2-40B4-BE49-F238E27FC236}">
                <a16:creationId xmlns:a16="http://schemas.microsoft.com/office/drawing/2014/main" id="{B726BF45-0E83-286B-215D-C9EDB5013136}"/>
              </a:ext>
            </a:extLst>
          </p:cNvPr>
          <p:cNvSpPr/>
          <p:nvPr/>
        </p:nvSpPr>
        <p:spPr>
          <a:xfrm>
            <a:off x="668000" y="4840000"/>
            <a:ext cx="200000" cy="200000"/>
          </a:xfrm>
          <a:prstGeom prst="ellipse">
            <a:avLst/>
          </a:prstGeom>
          <a:solidFill>
            <a:srgbClr val="00ACC4"/>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2534" name="Rectangle 2533">
            <a:extLst>
              <a:ext uri="{FF2B5EF4-FFF2-40B4-BE49-F238E27FC236}">
                <a16:creationId xmlns:a16="http://schemas.microsoft.com/office/drawing/2014/main" id="{A0FFCB73-534D-049E-4B2D-766074EB7D7F}"/>
              </a:ext>
            </a:extLst>
          </p:cNvPr>
          <p:cNvSpPr/>
          <p:nvPr/>
        </p:nvSpPr>
        <p:spPr>
          <a:xfrm>
            <a:off x="988000" y="4700000"/>
            <a:ext cx="4405412" cy="6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3C3D3E"/>
                </a:solidFill>
                <a:effectLst/>
              </a:rPr>
              <a:t>Entlastung der Administratoren bei wiederkehrenden Prüfungen</a:t>
            </a:r>
          </a:p>
          <a:p>
            <a:pPr algn="l">
              <a:buNone/>
            </a:pPr>
            <a:r>
              <a:rPr lang="en-US" sz="100">
                <a:effectLst/>
              </a:rPr>
              <a:t> </a:t>
            </a:r>
            <a:endParaRPr lang="en-US">
              <a:latin typeface="Barlow Condensed Light" panose="00000406000000000000" pitchFamily="2" charset="0"/>
            </a:endParaRPr>
          </a:p>
        </p:txBody>
      </p:sp>
      <p:sp>
        <p:nvSpPr>
          <p:cNvPr id="2687" name="Rectangle 2686">
            <a:extLst>
              <a:ext uri="{FF2B5EF4-FFF2-40B4-BE49-F238E27FC236}">
                <a16:creationId xmlns:a16="http://schemas.microsoft.com/office/drawing/2014/main" id="{2BBDCC4C-FAE1-DCD4-6D4E-FE01099AE874}"/>
              </a:ext>
            </a:extLst>
          </p:cNvPr>
          <p:cNvSpPr/>
          <p:nvPr/>
        </p:nvSpPr>
        <p:spPr>
          <a:xfrm>
            <a:off x="468000" y="5700000"/>
            <a:ext cx="10450825" cy="6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004068"/>
                </a:solidFill>
                <a:effectLst/>
                <a:latin typeface="Barlow Condensed Medium" panose="00000606000000000000" pitchFamily="2" charset="0"/>
              </a:rPr>
              <a:t>Der Agent erweitert das Team – die Sicherheitsarchitektur entscheidet, was er tatsächlich darf.</a:t>
            </a:r>
          </a:p>
          <a:p>
            <a:pPr algn="l">
              <a:buNone/>
            </a:pPr>
            <a:r>
              <a:rPr lang="en-US" sz="100">
                <a:effectLst/>
              </a:rPr>
              <a:t> </a:t>
            </a:r>
            <a:endParaRPr lang="en-US">
              <a:latin typeface="Barlow Condensed Light" panose="00000406000000000000" pitchFamily="2" charset="0"/>
            </a:endParaRPr>
          </a:p>
        </p:txBody>
      </p:sp>
      <p:sp>
        <p:nvSpPr>
          <p:cNvPr id="4528" name="Rectangle 4527">
            <a:extLst>
              <a:ext uri="{FF2B5EF4-FFF2-40B4-BE49-F238E27FC236}">
                <a16:creationId xmlns:a16="http://schemas.microsoft.com/office/drawing/2014/main" id="{ADF8EFE2-0C53-FEF5-0936-55D899E77553}"/>
              </a:ext>
            </a:extLst>
          </p:cNvPr>
          <p:cNvSpPr/>
          <p:nvPr/>
        </p:nvSpPr>
        <p:spPr>
          <a:xfrm>
            <a:off x="5793412" y="1900000"/>
            <a:ext cx="5125412" cy="3600000"/>
          </a:xfrm>
          <a:prstGeom prst="rect">
            <a:avLst/>
          </a:prstGeom>
          <a:solidFill>
            <a:srgbClr val="E4EAEF"/>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a:solidFill>
                  <a:srgbClr val="3C3D3E"/>
                </a:solidFill>
                <a:effectLst/>
              </a:rPr>
              <a:t> </a:t>
            </a:r>
            <a:endParaRPr lang="en-US">
              <a:latin typeface="Barlow Condensed Light" panose="00000406000000000000" pitchFamily="2" charset="0"/>
            </a:endParaRPr>
          </a:p>
        </p:txBody>
      </p:sp>
      <p:sp>
        <p:nvSpPr>
          <p:cNvPr id="4530" name="Rectangle 4529">
            <a:extLst>
              <a:ext uri="{FF2B5EF4-FFF2-40B4-BE49-F238E27FC236}">
                <a16:creationId xmlns:a16="http://schemas.microsoft.com/office/drawing/2014/main" id="{DF919471-45D8-2BB3-D486-4A96692594C5}"/>
              </a:ext>
            </a:extLst>
          </p:cNvPr>
          <p:cNvSpPr/>
          <p:nvPr/>
        </p:nvSpPr>
        <p:spPr>
          <a:xfrm>
            <a:off x="5993412" y="2050000"/>
            <a:ext cx="4725412" cy="5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2400" b="1">
                <a:solidFill>
                  <a:srgbClr val="004068"/>
                </a:solidFill>
                <a:effectLst/>
                <a:latin typeface="Barlow Condensed Medium" panose="00000606000000000000" pitchFamily="2" charset="0"/>
              </a:rPr>
              <a:t>Grenzen und Leitplanken</a:t>
            </a:r>
          </a:p>
          <a:p>
            <a:pPr algn="l">
              <a:buNone/>
            </a:pPr>
            <a:r>
              <a:rPr lang="en-US" sz="100">
                <a:effectLst/>
              </a:rPr>
              <a:t> </a:t>
            </a:r>
            <a:endParaRPr lang="en-US">
              <a:latin typeface="Barlow Condensed Light" panose="00000406000000000000" pitchFamily="2" charset="0"/>
            </a:endParaRPr>
          </a:p>
        </p:txBody>
      </p:sp>
      <p:sp>
        <p:nvSpPr>
          <p:cNvPr id="4533" name="Oval 4532">
            <a:extLst>
              <a:ext uri="{FF2B5EF4-FFF2-40B4-BE49-F238E27FC236}">
                <a16:creationId xmlns:a16="http://schemas.microsoft.com/office/drawing/2014/main" id="{EF20568E-44AA-307A-800F-1CE8BEE85403}"/>
              </a:ext>
            </a:extLst>
          </p:cNvPr>
          <p:cNvSpPr/>
          <p:nvPr/>
        </p:nvSpPr>
        <p:spPr>
          <a:xfrm>
            <a:off x="5993412" y="2720000"/>
            <a:ext cx="200000" cy="200000"/>
          </a:xfrm>
          <a:prstGeom prst="ellipse">
            <a:avLst/>
          </a:prstGeom>
          <a:solidFill>
            <a:srgbClr val="004068"/>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4537" name="Rectangle 4536">
            <a:extLst>
              <a:ext uri="{FF2B5EF4-FFF2-40B4-BE49-F238E27FC236}">
                <a16:creationId xmlns:a16="http://schemas.microsoft.com/office/drawing/2014/main" id="{841D5C16-0457-2E39-77EE-A0E2B4CE477F}"/>
              </a:ext>
            </a:extLst>
          </p:cNvPr>
          <p:cNvSpPr/>
          <p:nvPr/>
        </p:nvSpPr>
        <p:spPr>
          <a:xfrm>
            <a:off x="6313412" y="2600000"/>
            <a:ext cx="4405412" cy="6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3C3D3E"/>
                </a:solidFill>
                <a:effectLst/>
              </a:rPr>
              <a:t>Nicht alles sollte autonom durchgeführt werden – kritische Änderungen bleiben beim Menschen</a:t>
            </a:r>
          </a:p>
          <a:p>
            <a:pPr algn="l">
              <a:buNone/>
            </a:pPr>
            <a:r>
              <a:rPr lang="en-US" sz="100">
                <a:effectLst/>
              </a:rPr>
              <a:t> </a:t>
            </a:r>
            <a:endParaRPr lang="en-US">
              <a:latin typeface="Barlow Condensed Light" panose="00000406000000000000" pitchFamily="2" charset="0"/>
            </a:endParaRPr>
          </a:p>
        </p:txBody>
      </p:sp>
      <p:sp>
        <p:nvSpPr>
          <p:cNvPr id="4542" name="Oval 4541">
            <a:extLst>
              <a:ext uri="{FF2B5EF4-FFF2-40B4-BE49-F238E27FC236}">
                <a16:creationId xmlns:a16="http://schemas.microsoft.com/office/drawing/2014/main" id="{677C5880-BC79-09C1-F51D-69034BE1D13D}"/>
              </a:ext>
            </a:extLst>
          </p:cNvPr>
          <p:cNvSpPr/>
          <p:nvPr/>
        </p:nvSpPr>
        <p:spPr>
          <a:xfrm>
            <a:off x="5993412" y="3420000"/>
            <a:ext cx="200000" cy="200000"/>
          </a:xfrm>
          <a:prstGeom prst="ellipse">
            <a:avLst/>
          </a:prstGeom>
          <a:solidFill>
            <a:srgbClr val="004068"/>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4548" name="Rectangle 4547">
            <a:extLst>
              <a:ext uri="{FF2B5EF4-FFF2-40B4-BE49-F238E27FC236}">
                <a16:creationId xmlns:a16="http://schemas.microsoft.com/office/drawing/2014/main" id="{AFCF6123-7F42-D464-2FE5-F4F9BB53DB48}"/>
              </a:ext>
            </a:extLst>
          </p:cNvPr>
          <p:cNvSpPr/>
          <p:nvPr/>
        </p:nvSpPr>
        <p:spPr>
          <a:xfrm>
            <a:off x="6313412" y="3300000"/>
            <a:ext cx="4405412" cy="6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3C3D3E"/>
                </a:solidFill>
                <a:effectLst/>
              </a:rPr>
              <a:t>MCP-Tooling und Berechtigungen bestimmen, was tatsächlich möglich ist</a:t>
            </a:r>
          </a:p>
          <a:p>
            <a:pPr algn="l">
              <a:buNone/>
            </a:pPr>
            <a:r>
              <a:rPr lang="en-US" sz="100">
                <a:effectLst/>
              </a:rPr>
              <a:t> </a:t>
            </a:r>
            <a:endParaRPr lang="en-US">
              <a:latin typeface="Barlow Condensed Light" panose="00000406000000000000" pitchFamily="2" charset="0"/>
            </a:endParaRPr>
          </a:p>
        </p:txBody>
      </p:sp>
      <p:sp>
        <p:nvSpPr>
          <p:cNvPr id="4555" name="Oval 4554">
            <a:extLst>
              <a:ext uri="{FF2B5EF4-FFF2-40B4-BE49-F238E27FC236}">
                <a16:creationId xmlns:a16="http://schemas.microsoft.com/office/drawing/2014/main" id="{1E8F0C71-460B-3EF0-1026-81CB43008FC1}"/>
              </a:ext>
            </a:extLst>
          </p:cNvPr>
          <p:cNvSpPr/>
          <p:nvPr/>
        </p:nvSpPr>
        <p:spPr>
          <a:xfrm>
            <a:off x="5993412" y="4120000"/>
            <a:ext cx="200000" cy="200000"/>
          </a:xfrm>
          <a:prstGeom prst="ellipse">
            <a:avLst/>
          </a:prstGeom>
          <a:solidFill>
            <a:srgbClr val="004068"/>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4563" name="Rectangle 4562">
            <a:extLst>
              <a:ext uri="{FF2B5EF4-FFF2-40B4-BE49-F238E27FC236}">
                <a16:creationId xmlns:a16="http://schemas.microsoft.com/office/drawing/2014/main" id="{85F02483-3C96-6F4A-0B8F-E8D31AB7050F}"/>
              </a:ext>
            </a:extLst>
          </p:cNvPr>
          <p:cNvSpPr/>
          <p:nvPr/>
        </p:nvSpPr>
        <p:spPr>
          <a:xfrm>
            <a:off x="6313412" y="4000000"/>
            <a:ext cx="4405412" cy="6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3C3D3E"/>
                </a:solidFill>
                <a:effectLst/>
              </a:rPr>
              <a:t>AI-Ausgaben müssen evidenzbasiert und prüfbar sein – kein Vertrauen ohne Daten</a:t>
            </a:r>
          </a:p>
          <a:p>
            <a:pPr algn="l">
              <a:buNone/>
            </a:pPr>
            <a:r>
              <a:rPr lang="en-US" sz="100">
                <a:effectLst/>
              </a:rPr>
              <a:t> </a:t>
            </a:r>
            <a:endParaRPr lang="en-US">
              <a:latin typeface="Barlow Condensed Light" panose="00000406000000000000" pitchFamily="2" charset="0"/>
            </a:endParaRPr>
          </a:p>
        </p:txBody>
      </p:sp>
      <p:sp>
        <p:nvSpPr>
          <p:cNvPr id="4572" name="Oval 4571">
            <a:extLst>
              <a:ext uri="{FF2B5EF4-FFF2-40B4-BE49-F238E27FC236}">
                <a16:creationId xmlns:a16="http://schemas.microsoft.com/office/drawing/2014/main" id="{3AC8B283-B44A-B8B4-820C-F2568F8A048B}"/>
              </a:ext>
            </a:extLst>
          </p:cNvPr>
          <p:cNvSpPr/>
          <p:nvPr/>
        </p:nvSpPr>
        <p:spPr>
          <a:xfrm>
            <a:off x="5993412" y="4820000"/>
            <a:ext cx="200000" cy="200000"/>
          </a:xfrm>
          <a:prstGeom prst="ellipse">
            <a:avLst/>
          </a:prstGeom>
          <a:solidFill>
            <a:srgbClr val="004068"/>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4582" name="Rectangle 4581">
            <a:extLst>
              <a:ext uri="{FF2B5EF4-FFF2-40B4-BE49-F238E27FC236}">
                <a16:creationId xmlns:a16="http://schemas.microsoft.com/office/drawing/2014/main" id="{BFBE3527-F9EA-08F7-85D5-CDD0E33E6132}"/>
              </a:ext>
            </a:extLst>
          </p:cNvPr>
          <p:cNvSpPr/>
          <p:nvPr/>
        </p:nvSpPr>
        <p:spPr>
          <a:xfrm>
            <a:off x="6313412" y="4700000"/>
            <a:ext cx="4405412" cy="6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3C3D3E"/>
                </a:solidFill>
                <a:effectLst/>
              </a:rPr>
              <a:t>Human-in-the-Loop bleibt insbesondere für kritische Änderungen relevant</a:t>
            </a:r>
          </a:p>
          <a:p>
            <a:pPr algn="l">
              <a:buNone/>
            </a:pPr>
            <a:r>
              <a:rPr lang="en-US" sz="100">
                <a:effectLst/>
              </a:rPr>
              <a:t> </a:t>
            </a:r>
            <a:endParaRPr lang="en-US">
              <a:latin typeface="Barlow Condensed Light" panose="00000406000000000000" pitchFamily="2" charset="0"/>
            </a:endParaRPr>
          </a:p>
        </p:txBody>
      </p:sp>
    </p:spTree>
    <p:extLst>
      <p:ext uri="{BB962C8B-B14F-4D97-AF65-F5344CB8AC3E}">
        <p14:creationId xmlns:p14="http://schemas.microsoft.com/office/powerpoint/2010/main" val="16319927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Untertitel 6">
            <a:extLst>
              <a:ext uri="{FF2B5EF4-FFF2-40B4-BE49-F238E27FC236}">
                <a16:creationId xmlns:a16="http://schemas.microsoft.com/office/drawing/2014/main" id="{C255CA80-702A-2F18-1DAA-D490892E5A65}"/>
              </a:ext>
            </a:extLst>
          </p:cNvPr>
          <p:cNvSpPr>
            <a:spLocks noGrp="1"/>
          </p:cNvSpPr>
          <p:nvPr>
            <p:ph type="subTitle" idx="1"/>
          </p:nvPr>
        </p:nvSpPr>
        <p:spPr/>
        <p:txBody>
          <a:bodyPr/>
          <a:lstStyle/>
          <a:p>
            <a:r>
              <a:rPr lang="de-DE"/>
              <a:t>Ein möglicher Weg in vier Stufen</a:t>
            </a:r>
          </a:p>
        </p:txBody>
      </p:sp>
      <p:sp>
        <p:nvSpPr>
          <p:cNvPr id="2" name="Slide Number Placeholder 1">
            <a:extLst>
              <a:ext uri="{FF2B5EF4-FFF2-40B4-BE49-F238E27FC236}">
                <a16:creationId xmlns:a16="http://schemas.microsoft.com/office/drawing/2014/main" id="{822DBF39-C400-6D47-46AA-452876941AD0}"/>
              </a:ext>
            </a:extLst>
          </p:cNvPr>
          <p:cNvSpPr>
            <a:spLocks noGrp="1"/>
          </p:cNvSpPr>
          <p:nvPr>
            <p:ph type="sldNum" sz="quarter" idx="11"/>
          </p:nvPr>
        </p:nvSpPr>
        <p:spPr>
          <a:xfrm>
            <a:off x="11277376" y="417380"/>
            <a:ext cx="914622" cy="365125"/>
          </a:xfrm>
        </p:spPr>
        <p:txBody>
          <a:bodyPr/>
          <a:lstStyle/>
          <a:p>
            <a:fld id="{9678312F-8BDE-4502-9E53-473B40D118CD}" type="slidenum">
              <a:rPr lang="de-DE" smtClean="0"/>
              <a:pPr/>
              <a:t>19</a:t>
            </a:fld>
            <a:endParaRPr lang="de-DE"/>
          </a:p>
        </p:txBody>
      </p:sp>
      <p:sp>
        <p:nvSpPr>
          <p:cNvPr id="6" name="Titel 5">
            <a:extLst>
              <a:ext uri="{FF2B5EF4-FFF2-40B4-BE49-F238E27FC236}">
                <a16:creationId xmlns:a16="http://schemas.microsoft.com/office/drawing/2014/main" id="{C7CE2544-7F8C-4E83-64ED-8CD236C4365B}"/>
              </a:ext>
            </a:extLst>
          </p:cNvPr>
          <p:cNvSpPr>
            <a:spLocks noGrp="1"/>
          </p:cNvSpPr>
          <p:nvPr>
            <p:ph type="title"/>
          </p:nvPr>
        </p:nvSpPr>
        <p:spPr/>
        <p:txBody>
          <a:bodyPr/>
          <a:lstStyle/>
          <a:p>
            <a:r>
              <a:rPr lang="de-DE"/>
              <a:t>Vom Piloten zum Betrieb</a:t>
            </a:r>
          </a:p>
        </p:txBody>
      </p:sp>
      <p:sp>
        <p:nvSpPr>
          <p:cNvPr id="13180" name="Rectangle 13179">
            <a:extLst>
              <a:ext uri="{FF2B5EF4-FFF2-40B4-BE49-F238E27FC236}">
                <a16:creationId xmlns:a16="http://schemas.microsoft.com/office/drawing/2014/main" id="{344C7A2F-08E1-053B-C6F5-E96976DD805B}"/>
              </a:ext>
            </a:extLst>
          </p:cNvPr>
          <p:cNvSpPr/>
          <p:nvPr/>
        </p:nvSpPr>
        <p:spPr>
          <a:xfrm>
            <a:off x="468000" y="3650000"/>
            <a:ext cx="2500206" cy="1200000"/>
          </a:xfrm>
          <a:prstGeom prst="rect">
            <a:avLst/>
          </a:prstGeom>
          <a:solidFill>
            <a:srgbClr val="00ACC4"/>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13182" name="Rectangle 13181">
            <a:extLst>
              <a:ext uri="{FF2B5EF4-FFF2-40B4-BE49-F238E27FC236}">
                <a16:creationId xmlns:a16="http://schemas.microsoft.com/office/drawing/2014/main" id="{574EE121-B71A-65E5-47DD-AF185CE19D95}"/>
              </a:ext>
            </a:extLst>
          </p:cNvPr>
          <p:cNvSpPr/>
          <p:nvPr/>
        </p:nvSpPr>
        <p:spPr>
          <a:xfrm>
            <a:off x="588000" y="3750000"/>
            <a:ext cx="2260206" cy="3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300" b="1">
                <a:solidFill>
                  <a:srgbClr val="000000"/>
                </a:solidFill>
                <a:effectLst/>
                <a:latin typeface="Barlow Condensed Medium" panose="00000606000000000000" pitchFamily="2" charset="0"/>
              </a:rPr>
              <a:t>Stufe 1</a:t>
            </a:r>
          </a:p>
          <a:p>
            <a:pPr algn="l">
              <a:buNone/>
            </a:pPr>
            <a:r>
              <a:rPr lang="en-US" sz="100">
                <a:effectLst/>
              </a:rPr>
              <a:t> </a:t>
            </a:r>
            <a:endParaRPr lang="en-US">
              <a:latin typeface="Barlow Condensed Light" panose="00000406000000000000" pitchFamily="2" charset="0"/>
            </a:endParaRPr>
          </a:p>
        </p:txBody>
      </p:sp>
      <p:sp>
        <p:nvSpPr>
          <p:cNvPr id="13185" name="Rectangle 13184">
            <a:extLst>
              <a:ext uri="{FF2B5EF4-FFF2-40B4-BE49-F238E27FC236}">
                <a16:creationId xmlns:a16="http://schemas.microsoft.com/office/drawing/2014/main" id="{3473A121-E789-7B49-B29C-A2746994953D}"/>
              </a:ext>
            </a:extLst>
          </p:cNvPr>
          <p:cNvSpPr/>
          <p:nvPr/>
        </p:nvSpPr>
        <p:spPr>
          <a:xfrm>
            <a:off x="588000" y="4050000"/>
            <a:ext cx="2260206" cy="4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000000"/>
                </a:solidFill>
                <a:effectLst/>
                <a:latin typeface="Barlow Condensed Medium" panose="00000606000000000000" pitchFamily="2" charset="0"/>
              </a:rPr>
              <a:t>Read-only Assessment</a:t>
            </a:r>
          </a:p>
          <a:p>
            <a:pPr algn="l">
              <a:buNone/>
            </a:pPr>
            <a:r>
              <a:rPr lang="en-US" sz="100">
                <a:effectLst/>
              </a:rPr>
              <a:t> </a:t>
            </a:r>
            <a:endParaRPr lang="en-US">
              <a:latin typeface="Barlow Condensed Light" panose="00000406000000000000" pitchFamily="2" charset="0"/>
            </a:endParaRPr>
          </a:p>
        </p:txBody>
      </p:sp>
      <p:sp>
        <p:nvSpPr>
          <p:cNvPr id="13189" name="Rectangle 13188">
            <a:extLst>
              <a:ext uri="{FF2B5EF4-FFF2-40B4-BE49-F238E27FC236}">
                <a16:creationId xmlns:a16="http://schemas.microsoft.com/office/drawing/2014/main" id="{A93A69C0-C4FD-6967-EE87-C7A4C6B7DD3E}"/>
              </a:ext>
            </a:extLst>
          </p:cNvPr>
          <p:cNvSpPr/>
          <p:nvPr/>
        </p:nvSpPr>
        <p:spPr>
          <a:xfrm>
            <a:off x="588000" y="4950000"/>
            <a:ext cx="2260206" cy="10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3C3D3E"/>
                </a:solidFill>
                <a:effectLst/>
              </a:rPr>
              <a:t>Agent liest nur. Findings, Reports, Korrelation. Kein Schreibzugriff – null Risiko für den Betrieb.</a:t>
            </a:r>
          </a:p>
          <a:p>
            <a:pPr algn="l">
              <a:buNone/>
            </a:pPr>
            <a:r>
              <a:rPr lang="en-US" sz="100">
                <a:effectLst/>
              </a:rPr>
              <a:t> </a:t>
            </a:r>
            <a:endParaRPr lang="en-US">
              <a:latin typeface="Barlow Condensed Light" panose="00000406000000000000" pitchFamily="2" charset="0"/>
            </a:endParaRPr>
          </a:p>
        </p:txBody>
      </p:sp>
      <p:sp>
        <p:nvSpPr>
          <p:cNvPr id="13194" name="Rectangle 13193">
            <a:extLst>
              <a:ext uri="{FF2B5EF4-FFF2-40B4-BE49-F238E27FC236}">
                <a16:creationId xmlns:a16="http://schemas.microsoft.com/office/drawing/2014/main" id="{154920F2-DB94-4C70-6206-00FAF5485DC9}"/>
              </a:ext>
            </a:extLst>
          </p:cNvPr>
          <p:cNvSpPr/>
          <p:nvPr/>
        </p:nvSpPr>
        <p:spPr>
          <a:xfrm>
            <a:off x="3118206" y="3200000"/>
            <a:ext cx="2500206" cy="1650000"/>
          </a:xfrm>
          <a:prstGeom prst="rect">
            <a:avLst/>
          </a:prstGeom>
          <a:solidFill>
            <a:srgbClr val="F6871F"/>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13200" name="Rectangle 13199">
            <a:extLst>
              <a:ext uri="{FF2B5EF4-FFF2-40B4-BE49-F238E27FC236}">
                <a16:creationId xmlns:a16="http://schemas.microsoft.com/office/drawing/2014/main" id="{C765F292-70AA-F2E7-6215-148B663F7E80}"/>
              </a:ext>
            </a:extLst>
          </p:cNvPr>
          <p:cNvSpPr/>
          <p:nvPr/>
        </p:nvSpPr>
        <p:spPr>
          <a:xfrm>
            <a:off x="3238206" y="3300000"/>
            <a:ext cx="2260206" cy="3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300" b="1">
                <a:solidFill>
                  <a:srgbClr val="000000"/>
                </a:solidFill>
                <a:effectLst/>
                <a:latin typeface="Barlow Condensed Medium" panose="00000606000000000000" pitchFamily="2" charset="0"/>
              </a:rPr>
              <a:t>Stufe 2</a:t>
            </a:r>
          </a:p>
          <a:p>
            <a:pPr algn="l">
              <a:buNone/>
            </a:pPr>
            <a:r>
              <a:rPr lang="en-US" sz="100">
                <a:effectLst/>
              </a:rPr>
              <a:t> </a:t>
            </a:r>
            <a:endParaRPr lang="en-US">
              <a:latin typeface="Barlow Condensed Light" panose="00000406000000000000" pitchFamily="2" charset="0"/>
            </a:endParaRPr>
          </a:p>
        </p:txBody>
      </p:sp>
      <p:sp>
        <p:nvSpPr>
          <p:cNvPr id="13207" name="Rectangle 13206">
            <a:extLst>
              <a:ext uri="{FF2B5EF4-FFF2-40B4-BE49-F238E27FC236}">
                <a16:creationId xmlns:a16="http://schemas.microsoft.com/office/drawing/2014/main" id="{C581D3A0-A20F-CE9C-6A82-A27D281B2DFA}"/>
              </a:ext>
            </a:extLst>
          </p:cNvPr>
          <p:cNvSpPr/>
          <p:nvPr/>
        </p:nvSpPr>
        <p:spPr>
          <a:xfrm>
            <a:off x="3238206" y="3600000"/>
            <a:ext cx="2260206" cy="4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000000"/>
                </a:solidFill>
                <a:effectLst/>
                <a:latin typeface="Barlow Condensed Medium" panose="00000606000000000000" pitchFamily="2" charset="0"/>
              </a:rPr>
              <a:t>Assisted Remediation</a:t>
            </a:r>
          </a:p>
          <a:p>
            <a:pPr algn="l">
              <a:buNone/>
            </a:pPr>
            <a:r>
              <a:rPr lang="en-US" sz="100">
                <a:effectLst/>
              </a:rPr>
              <a:t> </a:t>
            </a:r>
            <a:endParaRPr lang="en-US">
              <a:latin typeface="Barlow Condensed Light" panose="00000406000000000000" pitchFamily="2" charset="0"/>
            </a:endParaRPr>
          </a:p>
        </p:txBody>
      </p:sp>
      <p:sp>
        <p:nvSpPr>
          <p:cNvPr id="13215" name="Rectangle 13214">
            <a:extLst>
              <a:ext uri="{FF2B5EF4-FFF2-40B4-BE49-F238E27FC236}">
                <a16:creationId xmlns:a16="http://schemas.microsoft.com/office/drawing/2014/main" id="{B251610C-407B-E467-277D-A1EC4638B57B}"/>
              </a:ext>
            </a:extLst>
          </p:cNvPr>
          <p:cNvSpPr/>
          <p:nvPr/>
        </p:nvSpPr>
        <p:spPr>
          <a:xfrm>
            <a:off x="3238206" y="4950000"/>
            <a:ext cx="2260206" cy="10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3C3D3E"/>
                </a:solidFill>
                <a:effectLst/>
              </a:rPr>
              <a:t>Agent schlägt vor, Mensch gibt frei. Einfache, reversible Aktionen wie disable/enable.</a:t>
            </a:r>
          </a:p>
          <a:p>
            <a:pPr algn="l">
              <a:buNone/>
            </a:pPr>
            <a:r>
              <a:rPr lang="en-US" sz="100">
                <a:effectLst/>
              </a:rPr>
              <a:t> </a:t>
            </a:r>
            <a:endParaRPr lang="en-US">
              <a:latin typeface="Barlow Condensed Light" panose="00000406000000000000" pitchFamily="2" charset="0"/>
            </a:endParaRPr>
          </a:p>
        </p:txBody>
      </p:sp>
      <p:sp>
        <p:nvSpPr>
          <p:cNvPr id="13224" name="Rectangle 13223">
            <a:extLst>
              <a:ext uri="{FF2B5EF4-FFF2-40B4-BE49-F238E27FC236}">
                <a16:creationId xmlns:a16="http://schemas.microsoft.com/office/drawing/2014/main" id="{320D1D6D-6C8C-8B69-99F1-42183D9A8ED7}"/>
              </a:ext>
            </a:extLst>
          </p:cNvPr>
          <p:cNvSpPr/>
          <p:nvPr/>
        </p:nvSpPr>
        <p:spPr>
          <a:xfrm>
            <a:off x="5768412" y="2750000"/>
            <a:ext cx="2500206" cy="2100000"/>
          </a:xfrm>
          <a:prstGeom prst="rect">
            <a:avLst/>
          </a:prstGeom>
          <a:solidFill>
            <a:srgbClr val="00ACC4"/>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13234" name="Rectangle 13233">
            <a:extLst>
              <a:ext uri="{FF2B5EF4-FFF2-40B4-BE49-F238E27FC236}">
                <a16:creationId xmlns:a16="http://schemas.microsoft.com/office/drawing/2014/main" id="{08E691E2-0C91-9759-9272-D73F91C00D9B}"/>
              </a:ext>
            </a:extLst>
          </p:cNvPr>
          <p:cNvSpPr/>
          <p:nvPr/>
        </p:nvSpPr>
        <p:spPr>
          <a:xfrm>
            <a:off x="5888412" y="2850000"/>
            <a:ext cx="2260206" cy="3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300" b="1">
                <a:solidFill>
                  <a:srgbClr val="000000"/>
                </a:solidFill>
                <a:effectLst/>
                <a:latin typeface="Barlow Condensed Medium" panose="00000606000000000000" pitchFamily="2" charset="0"/>
              </a:rPr>
              <a:t>Stufe 3</a:t>
            </a:r>
          </a:p>
          <a:p>
            <a:pPr algn="l">
              <a:buNone/>
            </a:pPr>
            <a:r>
              <a:rPr lang="en-US" sz="100">
                <a:effectLst/>
              </a:rPr>
              <a:t> </a:t>
            </a:r>
            <a:endParaRPr lang="en-US">
              <a:latin typeface="Barlow Condensed Light" panose="00000406000000000000" pitchFamily="2" charset="0"/>
            </a:endParaRPr>
          </a:p>
        </p:txBody>
      </p:sp>
      <p:sp>
        <p:nvSpPr>
          <p:cNvPr id="13245" name="Rectangle 13244">
            <a:extLst>
              <a:ext uri="{FF2B5EF4-FFF2-40B4-BE49-F238E27FC236}">
                <a16:creationId xmlns:a16="http://schemas.microsoft.com/office/drawing/2014/main" id="{BF12E1C3-9E8A-BBE6-624E-2EAF39F98BFE}"/>
              </a:ext>
            </a:extLst>
          </p:cNvPr>
          <p:cNvSpPr/>
          <p:nvPr/>
        </p:nvSpPr>
        <p:spPr>
          <a:xfrm>
            <a:off x="5888412" y="3150000"/>
            <a:ext cx="2260206" cy="4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000000"/>
                </a:solidFill>
                <a:effectLst/>
                <a:latin typeface="Barlow Condensed Medium" panose="00000606000000000000" pitchFamily="2" charset="0"/>
              </a:rPr>
              <a:t>Erweiterte Tools</a:t>
            </a:r>
          </a:p>
          <a:p>
            <a:pPr algn="l">
              <a:buNone/>
            </a:pPr>
            <a:r>
              <a:rPr lang="en-US" sz="100">
                <a:effectLst/>
              </a:rPr>
              <a:t> </a:t>
            </a:r>
            <a:endParaRPr lang="en-US">
              <a:latin typeface="Barlow Condensed Light" panose="00000406000000000000" pitchFamily="2" charset="0"/>
            </a:endParaRPr>
          </a:p>
        </p:txBody>
      </p:sp>
      <p:sp>
        <p:nvSpPr>
          <p:cNvPr id="13257" name="Rectangle 13256">
            <a:extLst>
              <a:ext uri="{FF2B5EF4-FFF2-40B4-BE49-F238E27FC236}">
                <a16:creationId xmlns:a16="http://schemas.microsoft.com/office/drawing/2014/main" id="{90A663D2-1CC9-A239-0895-CE69A6B13F32}"/>
              </a:ext>
            </a:extLst>
          </p:cNvPr>
          <p:cNvSpPr/>
          <p:nvPr/>
        </p:nvSpPr>
        <p:spPr>
          <a:xfrm>
            <a:off x="5888412" y="4950000"/>
            <a:ext cx="2260206" cy="10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3C3D3E"/>
                </a:solidFill>
                <a:effectLst/>
              </a:rPr>
              <a:t>Gruppen, Passwort-Rotation, Attribute – jeweils gezielt delegiert und mit Approval.</a:t>
            </a:r>
          </a:p>
          <a:p>
            <a:pPr algn="l">
              <a:buNone/>
            </a:pPr>
            <a:r>
              <a:rPr lang="en-US" sz="100">
                <a:effectLst/>
              </a:rPr>
              <a:t> </a:t>
            </a:r>
            <a:endParaRPr lang="en-US">
              <a:latin typeface="Barlow Condensed Light" panose="00000406000000000000" pitchFamily="2" charset="0"/>
            </a:endParaRPr>
          </a:p>
        </p:txBody>
      </p:sp>
      <p:sp>
        <p:nvSpPr>
          <p:cNvPr id="13270" name="Rectangle 13269">
            <a:extLst>
              <a:ext uri="{FF2B5EF4-FFF2-40B4-BE49-F238E27FC236}">
                <a16:creationId xmlns:a16="http://schemas.microsoft.com/office/drawing/2014/main" id="{9A5FEA92-34AE-478F-0DEE-19609BF19351}"/>
              </a:ext>
            </a:extLst>
          </p:cNvPr>
          <p:cNvSpPr/>
          <p:nvPr/>
        </p:nvSpPr>
        <p:spPr>
          <a:xfrm>
            <a:off x="8418618" y="2300000"/>
            <a:ext cx="2500206" cy="2550000"/>
          </a:xfrm>
          <a:prstGeom prst="rect">
            <a:avLst/>
          </a:prstGeom>
          <a:solidFill>
            <a:srgbClr val="004068"/>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13284" name="Rectangle 13283">
            <a:extLst>
              <a:ext uri="{FF2B5EF4-FFF2-40B4-BE49-F238E27FC236}">
                <a16:creationId xmlns:a16="http://schemas.microsoft.com/office/drawing/2014/main" id="{1B36176F-94A7-8F81-2E9F-9351F2AEFF67}"/>
              </a:ext>
            </a:extLst>
          </p:cNvPr>
          <p:cNvSpPr/>
          <p:nvPr/>
        </p:nvSpPr>
        <p:spPr>
          <a:xfrm>
            <a:off x="8538618" y="2400000"/>
            <a:ext cx="2260206" cy="3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300" b="1">
                <a:solidFill>
                  <a:srgbClr val="FFFFFF"/>
                </a:solidFill>
                <a:effectLst/>
                <a:latin typeface="Barlow Condensed Medium" panose="00000606000000000000" pitchFamily="2" charset="0"/>
              </a:rPr>
              <a:t>Stufe 4</a:t>
            </a:r>
          </a:p>
          <a:p>
            <a:pPr algn="l">
              <a:buNone/>
            </a:pPr>
            <a:r>
              <a:rPr lang="en-US" sz="100">
                <a:effectLst/>
              </a:rPr>
              <a:t> </a:t>
            </a:r>
            <a:endParaRPr lang="en-US">
              <a:latin typeface="Barlow Condensed Light" panose="00000406000000000000" pitchFamily="2" charset="0"/>
            </a:endParaRPr>
          </a:p>
        </p:txBody>
      </p:sp>
      <p:sp>
        <p:nvSpPr>
          <p:cNvPr id="13299" name="Rectangle 13298">
            <a:extLst>
              <a:ext uri="{FF2B5EF4-FFF2-40B4-BE49-F238E27FC236}">
                <a16:creationId xmlns:a16="http://schemas.microsoft.com/office/drawing/2014/main" id="{3B3DADE9-B2D5-7F4A-BD02-D845D05961A2}"/>
              </a:ext>
            </a:extLst>
          </p:cNvPr>
          <p:cNvSpPr/>
          <p:nvPr/>
        </p:nvSpPr>
        <p:spPr>
          <a:xfrm>
            <a:off x="8538618" y="2700000"/>
            <a:ext cx="2260206" cy="4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Barlow Condensed Medium" panose="00000606000000000000" pitchFamily="2" charset="0"/>
              </a:rPr>
              <a:t>Integration</a:t>
            </a:r>
          </a:p>
          <a:p>
            <a:pPr algn="l">
              <a:buNone/>
            </a:pPr>
            <a:r>
              <a:rPr lang="en-US" sz="100">
                <a:effectLst/>
              </a:rPr>
              <a:t> </a:t>
            </a:r>
            <a:endParaRPr lang="en-US">
              <a:latin typeface="Barlow Condensed Light" panose="00000406000000000000" pitchFamily="2" charset="0"/>
            </a:endParaRPr>
          </a:p>
        </p:txBody>
      </p:sp>
      <p:sp>
        <p:nvSpPr>
          <p:cNvPr id="13315" name="Rectangle 13314">
            <a:extLst>
              <a:ext uri="{FF2B5EF4-FFF2-40B4-BE49-F238E27FC236}">
                <a16:creationId xmlns:a16="http://schemas.microsoft.com/office/drawing/2014/main" id="{7B108C2F-20E9-0148-9C3F-1ED295A910AB}"/>
              </a:ext>
            </a:extLst>
          </p:cNvPr>
          <p:cNvSpPr/>
          <p:nvPr/>
        </p:nvSpPr>
        <p:spPr>
          <a:xfrm>
            <a:off x="8538618" y="4950000"/>
            <a:ext cx="2260206" cy="10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3C3D3E"/>
                </a:solidFill>
                <a:effectLst/>
              </a:rPr>
              <a:t>Anbindung an SIEM, ITSM und Ticketing – Findings werden zu Vorgängen, Approvals zu Workflows.</a:t>
            </a:r>
          </a:p>
          <a:p>
            <a:pPr algn="l">
              <a:buNone/>
            </a:pPr>
            <a:r>
              <a:rPr lang="en-US" sz="100">
                <a:effectLst/>
              </a:rPr>
              <a:t> </a:t>
            </a:r>
            <a:endParaRPr lang="en-US">
              <a:latin typeface="Barlow Condensed Light" panose="00000406000000000000" pitchFamily="2" charset="0"/>
            </a:endParaRPr>
          </a:p>
        </p:txBody>
      </p:sp>
      <p:sp>
        <p:nvSpPr>
          <p:cNvPr id="13332" name="Rectangle 13331">
            <a:extLst>
              <a:ext uri="{FF2B5EF4-FFF2-40B4-BE49-F238E27FC236}">
                <a16:creationId xmlns:a16="http://schemas.microsoft.com/office/drawing/2014/main" id="{90039058-27EE-6940-6F06-8A036E25A081}"/>
              </a:ext>
            </a:extLst>
          </p:cNvPr>
          <p:cNvSpPr/>
          <p:nvPr/>
        </p:nvSpPr>
        <p:spPr>
          <a:xfrm>
            <a:off x="468000" y="6100000"/>
            <a:ext cx="10450825" cy="5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004068"/>
                </a:solidFill>
                <a:effectLst/>
                <a:latin typeface="Barlow Condensed Medium" panose="00000606000000000000" pitchFamily="2" charset="0"/>
              </a:rPr>
              <a:t>Jede Stufe erweitert, was der Agent darf – nie, was er umgehen kann.</a:t>
            </a:r>
          </a:p>
          <a:p>
            <a:pPr algn="l">
              <a:buNone/>
            </a:pPr>
            <a:r>
              <a:rPr lang="en-US" sz="100">
                <a:effectLst/>
              </a:rPr>
              <a:t> </a:t>
            </a:r>
            <a:endParaRPr lang="en-US">
              <a:latin typeface="Barlow Condensed Light" panose="00000406000000000000" pitchFamily="2" charset="0"/>
            </a:endParaRPr>
          </a:p>
        </p:txBody>
      </p:sp>
    </p:spTree>
    <p:extLst>
      <p:ext uri="{BB962C8B-B14F-4D97-AF65-F5344CB8AC3E}">
        <p14:creationId xmlns:p14="http://schemas.microsoft.com/office/powerpoint/2010/main" val="1194733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Untertitel 6">
            <a:extLst>
              <a:ext uri="{FF2B5EF4-FFF2-40B4-BE49-F238E27FC236}">
                <a16:creationId xmlns:a16="http://schemas.microsoft.com/office/drawing/2014/main" id="{C255CA80-702A-2F18-1DAA-D490892E5A65}"/>
              </a:ext>
            </a:extLst>
          </p:cNvPr>
          <p:cNvSpPr>
            <a:spLocks noGrp="1"/>
          </p:cNvSpPr>
          <p:nvPr>
            <p:ph type="subTitle" idx="1"/>
          </p:nvPr>
        </p:nvSpPr>
        <p:spPr/>
        <p:txBody>
          <a:bodyPr/>
          <a:lstStyle/>
          <a:p>
            <a:r>
              <a:rPr lang="de-DE"/>
              <a:t>Vier Aussagen, die hängen bleiben sollen</a:t>
            </a:r>
          </a:p>
        </p:txBody>
      </p:sp>
      <p:sp>
        <p:nvSpPr>
          <p:cNvPr id="2" name="Slide Number Placeholder 1">
            <a:extLst>
              <a:ext uri="{FF2B5EF4-FFF2-40B4-BE49-F238E27FC236}">
                <a16:creationId xmlns:a16="http://schemas.microsoft.com/office/drawing/2014/main" id="{822DBF39-C400-6D47-46AA-452876941AD0}"/>
              </a:ext>
            </a:extLst>
          </p:cNvPr>
          <p:cNvSpPr>
            <a:spLocks noGrp="1"/>
          </p:cNvSpPr>
          <p:nvPr>
            <p:ph type="sldNum" sz="quarter" idx="11"/>
          </p:nvPr>
        </p:nvSpPr>
        <p:spPr>
          <a:xfrm>
            <a:off x="11277376" y="417380"/>
            <a:ext cx="914622" cy="365125"/>
          </a:xfrm>
        </p:spPr>
        <p:txBody>
          <a:bodyPr/>
          <a:lstStyle/>
          <a:p>
            <a:fld id="{9678312F-8BDE-4502-9E53-473B40D118CD}" type="slidenum">
              <a:rPr lang="de-DE" smtClean="0"/>
              <a:pPr/>
              <a:t>20</a:t>
            </a:fld>
            <a:endParaRPr lang="de-DE"/>
          </a:p>
        </p:txBody>
      </p:sp>
      <p:sp>
        <p:nvSpPr>
          <p:cNvPr id="6" name="Titel 5">
            <a:extLst>
              <a:ext uri="{FF2B5EF4-FFF2-40B4-BE49-F238E27FC236}">
                <a16:creationId xmlns:a16="http://schemas.microsoft.com/office/drawing/2014/main" id="{C7CE2544-7F8C-4E83-64ED-8CD236C4365B}"/>
              </a:ext>
            </a:extLst>
          </p:cNvPr>
          <p:cNvSpPr>
            <a:spLocks noGrp="1"/>
          </p:cNvSpPr>
          <p:nvPr>
            <p:ph type="title"/>
          </p:nvPr>
        </p:nvSpPr>
        <p:spPr/>
        <p:txBody>
          <a:bodyPr/>
          <a:lstStyle/>
          <a:p>
            <a:r>
              <a:rPr lang="de-DE"/>
              <a:t>Takeaways</a:t>
            </a:r>
          </a:p>
        </p:txBody>
      </p:sp>
      <p:sp>
        <p:nvSpPr>
          <p:cNvPr id="2688" name="Rectangle 2687">
            <a:extLst>
              <a:ext uri="{FF2B5EF4-FFF2-40B4-BE49-F238E27FC236}">
                <a16:creationId xmlns:a16="http://schemas.microsoft.com/office/drawing/2014/main" id="{531BFB3C-1A7A-9848-91EC-E69E9F141B37}"/>
              </a:ext>
            </a:extLst>
          </p:cNvPr>
          <p:cNvSpPr/>
          <p:nvPr/>
        </p:nvSpPr>
        <p:spPr>
          <a:xfrm>
            <a:off x="468000" y="1900000"/>
            <a:ext cx="900000" cy="980000"/>
          </a:xfrm>
          <a:prstGeom prst="rect">
            <a:avLst/>
          </a:prstGeom>
          <a:solidFill>
            <a:srgbClr val="00ACC4"/>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4000" b="1">
                <a:solidFill>
                  <a:srgbClr val="000000"/>
                </a:solidFill>
                <a:effectLst/>
                <a:latin typeface="Barlow Condensed Medium" panose="00000606000000000000" pitchFamily="2" charset="0"/>
              </a:rPr>
              <a:t>1</a:t>
            </a:r>
          </a:p>
          <a:p>
            <a:pPr algn="ctr">
              <a:buNone/>
            </a:pPr>
            <a:r>
              <a:rPr lang="en-US" sz="100">
                <a:effectLst/>
              </a:rPr>
              <a:t> </a:t>
            </a:r>
            <a:endParaRPr lang="en-US">
              <a:latin typeface="Barlow Condensed Light" panose="00000406000000000000" pitchFamily="2" charset="0"/>
            </a:endParaRPr>
          </a:p>
        </p:txBody>
      </p:sp>
      <p:sp>
        <p:nvSpPr>
          <p:cNvPr id="2690" name="Rectangle 2689">
            <a:extLst>
              <a:ext uri="{FF2B5EF4-FFF2-40B4-BE49-F238E27FC236}">
                <a16:creationId xmlns:a16="http://schemas.microsoft.com/office/drawing/2014/main" id="{2E7B1F0F-89EE-A951-0631-7C81AC79EC73}"/>
              </a:ext>
            </a:extLst>
          </p:cNvPr>
          <p:cNvSpPr/>
          <p:nvPr/>
        </p:nvSpPr>
        <p:spPr>
          <a:xfrm>
            <a:off x="1368000" y="1900000"/>
            <a:ext cx="9550825" cy="980000"/>
          </a:xfrm>
          <a:prstGeom prst="rect">
            <a:avLst/>
          </a:prstGeom>
          <a:solidFill>
            <a:srgbClr val="F2F4F6"/>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2693" name="Rectangle 2692">
            <a:extLst>
              <a:ext uri="{FF2B5EF4-FFF2-40B4-BE49-F238E27FC236}">
                <a16:creationId xmlns:a16="http://schemas.microsoft.com/office/drawing/2014/main" id="{A2C0AA63-3C03-5B7B-6431-E873534664EF}"/>
              </a:ext>
            </a:extLst>
          </p:cNvPr>
          <p:cNvSpPr/>
          <p:nvPr/>
        </p:nvSpPr>
        <p:spPr>
          <a:xfrm>
            <a:off x="1618000" y="2000000"/>
            <a:ext cx="9050825" cy="7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700" b="1">
                <a:solidFill>
                  <a:srgbClr val="3C3D3E"/>
                </a:solidFill>
                <a:effectLst/>
              </a:rPr>
              <a:t>MCP macht klassische Infrastruktur für AI Agents kontrolliert zugänglich.</a:t>
            </a:r>
          </a:p>
          <a:p>
            <a:pPr algn="l">
              <a:buNone/>
            </a:pPr>
            <a:r>
              <a:rPr lang="en-US" sz="100">
                <a:effectLst/>
              </a:rPr>
              <a:t> </a:t>
            </a:r>
            <a:endParaRPr lang="en-US">
              <a:latin typeface="Barlow Condensed Light" panose="00000406000000000000" pitchFamily="2" charset="0"/>
            </a:endParaRPr>
          </a:p>
        </p:txBody>
      </p:sp>
      <p:sp>
        <p:nvSpPr>
          <p:cNvPr id="2697" name="Rectangle 2696">
            <a:extLst>
              <a:ext uri="{FF2B5EF4-FFF2-40B4-BE49-F238E27FC236}">
                <a16:creationId xmlns:a16="http://schemas.microsoft.com/office/drawing/2014/main" id="{A2686F00-400F-EFB7-D177-0F3471C9EA08}"/>
              </a:ext>
            </a:extLst>
          </p:cNvPr>
          <p:cNvSpPr/>
          <p:nvPr/>
        </p:nvSpPr>
        <p:spPr>
          <a:xfrm>
            <a:off x="468000" y="2980000"/>
            <a:ext cx="900000" cy="980000"/>
          </a:xfrm>
          <a:prstGeom prst="rect">
            <a:avLst/>
          </a:prstGeom>
          <a:solidFill>
            <a:srgbClr val="00ACC4"/>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4000" b="1">
                <a:solidFill>
                  <a:srgbClr val="000000"/>
                </a:solidFill>
                <a:effectLst/>
                <a:latin typeface="Barlow Condensed Medium" panose="00000606000000000000" pitchFamily="2" charset="0"/>
              </a:rPr>
              <a:t>2</a:t>
            </a:r>
          </a:p>
          <a:p>
            <a:pPr algn="ctr">
              <a:buNone/>
            </a:pPr>
            <a:r>
              <a:rPr lang="en-US" sz="100">
                <a:effectLst/>
              </a:rPr>
              <a:t> </a:t>
            </a:r>
            <a:endParaRPr lang="en-US">
              <a:latin typeface="Barlow Condensed Light" panose="00000406000000000000" pitchFamily="2" charset="0"/>
            </a:endParaRPr>
          </a:p>
        </p:txBody>
      </p:sp>
      <p:sp>
        <p:nvSpPr>
          <p:cNvPr id="2715" name="Rectangle 2714">
            <a:extLst>
              <a:ext uri="{FF2B5EF4-FFF2-40B4-BE49-F238E27FC236}">
                <a16:creationId xmlns:a16="http://schemas.microsoft.com/office/drawing/2014/main" id="{65A56B8A-281E-BF66-E9D5-5E7A9E5828C3}"/>
              </a:ext>
            </a:extLst>
          </p:cNvPr>
          <p:cNvSpPr/>
          <p:nvPr/>
        </p:nvSpPr>
        <p:spPr>
          <a:xfrm>
            <a:off x="468000" y="4060000"/>
            <a:ext cx="900000" cy="980000"/>
          </a:xfrm>
          <a:prstGeom prst="rect">
            <a:avLst/>
          </a:prstGeom>
          <a:solidFill>
            <a:srgbClr val="00ACC4"/>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4000" b="1">
                <a:solidFill>
                  <a:srgbClr val="000000"/>
                </a:solidFill>
                <a:effectLst/>
                <a:latin typeface="Barlow Condensed Medium" panose="00000606000000000000" pitchFamily="2" charset="0"/>
              </a:rPr>
              <a:t>3</a:t>
            </a:r>
          </a:p>
          <a:p>
            <a:pPr algn="ctr">
              <a:buNone/>
            </a:pPr>
            <a:r>
              <a:rPr lang="en-US" sz="100">
                <a:effectLst/>
              </a:rPr>
              <a:t> </a:t>
            </a:r>
            <a:endParaRPr lang="en-US">
              <a:latin typeface="Barlow Condensed Light" panose="00000406000000000000" pitchFamily="2" charset="0"/>
            </a:endParaRPr>
          </a:p>
        </p:txBody>
      </p:sp>
      <p:sp>
        <p:nvSpPr>
          <p:cNvPr id="2723" name="Rectangle 2722">
            <a:extLst>
              <a:ext uri="{FF2B5EF4-FFF2-40B4-BE49-F238E27FC236}">
                <a16:creationId xmlns:a16="http://schemas.microsoft.com/office/drawing/2014/main" id="{724C322A-857A-29C0-6966-35EEFAAD6FB0}"/>
              </a:ext>
            </a:extLst>
          </p:cNvPr>
          <p:cNvSpPr/>
          <p:nvPr/>
        </p:nvSpPr>
        <p:spPr>
          <a:xfrm>
            <a:off x="1368000" y="4060000"/>
            <a:ext cx="9550825" cy="980000"/>
          </a:xfrm>
          <a:prstGeom prst="rect">
            <a:avLst/>
          </a:prstGeom>
          <a:solidFill>
            <a:srgbClr val="F2F4F6"/>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2732" name="Rectangle 2731">
            <a:extLst>
              <a:ext uri="{FF2B5EF4-FFF2-40B4-BE49-F238E27FC236}">
                <a16:creationId xmlns:a16="http://schemas.microsoft.com/office/drawing/2014/main" id="{226AA49C-3C00-8DD4-6D7D-93E60989CF48}"/>
              </a:ext>
            </a:extLst>
          </p:cNvPr>
          <p:cNvSpPr/>
          <p:nvPr/>
        </p:nvSpPr>
        <p:spPr>
          <a:xfrm>
            <a:off x="1618000" y="4160000"/>
            <a:ext cx="9050825" cy="7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700" b="1">
                <a:solidFill>
                  <a:srgbClr val="3C3D3E"/>
                </a:solidFill>
                <a:effectLst/>
              </a:rPr>
              <a:t>Ein AI Agent braucht keine weitreichenden Admin-Rechte: Assessment und Remediation lassen sich mit Least Privilege technisch trennen.</a:t>
            </a:r>
          </a:p>
          <a:p>
            <a:pPr algn="l">
              <a:buNone/>
            </a:pPr>
            <a:r>
              <a:rPr lang="en-US" sz="100">
                <a:effectLst/>
              </a:rPr>
              <a:t> </a:t>
            </a:r>
            <a:endParaRPr lang="en-US">
              <a:latin typeface="Barlow Condensed Light" panose="00000406000000000000" pitchFamily="2" charset="0"/>
            </a:endParaRPr>
          </a:p>
        </p:txBody>
      </p:sp>
      <p:sp>
        <p:nvSpPr>
          <p:cNvPr id="2742" name="Rectangle 2741">
            <a:extLst>
              <a:ext uri="{FF2B5EF4-FFF2-40B4-BE49-F238E27FC236}">
                <a16:creationId xmlns:a16="http://schemas.microsoft.com/office/drawing/2014/main" id="{9753136E-EF87-226A-930E-0CB55030CF9B}"/>
              </a:ext>
            </a:extLst>
          </p:cNvPr>
          <p:cNvSpPr/>
          <p:nvPr/>
        </p:nvSpPr>
        <p:spPr>
          <a:xfrm>
            <a:off x="468000" y="5140000"/>
            <a:ext cx="900000" cy="980000"/>
          </a:xfrm>
          <a:prstGeom prst="rect">
            <a:avLst/>
          </a:prstGeom>
          <a:solidFill>
            <a:srgbClr val="F6871F"/>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4000" b="1">
                <a:solidFill>
                  <a:srgbClr val="000000"/>
                </a:solidFill>
                <a:effectLst/>
                <a:latin typeface="Barlow Condensed Medium" panose="00000606000000000000" pitchFamily="2" charset="0"/>
              </a:rPr>
              <a:t>4</a:t>
            </a:r>
          </a:p>
          <a:p>
            <a:pPr algn="ctr">
              <a:buNone/>
            </a:pPr>
            <a:r>
              <a:rPr lang="en-US" sz="100">
                <a:effectLst/>
              </a:rPr>
              <a:t> </a:t>
            </a:r>
            <a:endParaRPr lang="en-US">
              <a:latin typeface="Barlow Condensed Light" panose="00000406000000000000" pitchFamily="2" charset="0"/>
            </a:endParaRPr>
          </a:p>
        </p:txBody>
      </p:sp>
      <p:sp>
        <p:nvSpPr>
          <p:cNvPr id="2753" name="Rectangle 2752">
            <a:extLst>
              <a:ext uri="{FF2B5EF4-FFF2-40B4-BE49-F238E27FC236}">
                <a16:creationId xmlns:a16="http://schemas.microsoft.com/office/drawing/2014/main" id="{7AA0423F-F758-927E-9AD0-6AF70DFBA567}"/>
              </a:ext>
            </a:extLst>
          </p:cNvPr>
          <p:cNvSpPr/>
          <p:nvPr/>
        </p:nvSpPr>
        <p:spPr>
          <a:xfrm>
            <a:off x="1368000" y="5140000"/>
            <a:ext cx="9550825" cy="980000"/>
          </a:xfrm>
          <a:prstGeom prst="rect">
            <a:avLst/>
          </a:prstGeom>
          <a:solidFill>
            <a:srgbClr val="F2F4F6"/>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2765" name="Rectangle 2764">
            <a:extLst>
              <a:ext uri="{FF2B5EF4-FFF2-40B4-BE49-F238E27FC236}">
                <a16:creationId xmlns:a16="http://schemas.microsoft.com/office/drawing/2014/main" id="{DF5E6F07-F007-9137-BF15-BD7C4538FF06}"/>
              </a:ext>
            </a:extLst>
          </p:cNvPr>
          <p:cNvSpPr/>
          <p:nvPr/>
        </p:nvSpPr>
        <p:spPr>
          <a:xfrm>
            <a:off x="1618000" y="5240000"/>
            <a:ext cx="9050825" cy="7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700" b="1">
                <a:solidFill>
                  <a:srgbClr val="3C3D3E"/>
                </a:solidFill>
                <a:effectLst/>
              </a:rPr>
              <a:t>Human Approval schafft den kontrollierten Übergang von Analyse zu Änderung – die Sicherheitsarchitektur entscheidet, was der Agent darf.</a:t>
            </a:r>
          </a:p>
          <a:p>
            <a:pPr algn="l">
              <a:buNone/>
            </a:pPr>
            <a:r>
              <a:rPr lang="en-US" sz="100">
                <a:effectLst/>
              </a:rPr>
              <a:t> </a:t>
            </a:r>
            <a:endParaRPr lang="en-US">
              <a:latin typeface="Barlow Condensed Light" panose="00000406000000000000" pitchFamily="2" charset="0"/>
            </a:endParaRPr>
          </a:p>
        </p:txBody>
      </p:sp>
      <p:sp>
        <p:nvSpPr>
          <p:cNvPr id="4583" name="Rectangle 4582">
            <a:extLst>
              <a:ext uri="{FF2B5EF4-FFF2-40B4-BE49-F238E27FC236}">
                <a16:creationId xmlns:a16="http://schemas.microsoft.com/office/drawing/2014/main" id="{537B6F1D-31A0-0E03-219A-B26A993D32D8}"/>
              </a:ext>
            </a:extLst>
          </p:cNvPr>
          <p:cNvSpPr/>
          <p:nvPr/>
        </p:nvSpPr>
        <p:spPr>
          <a:xfrm>
            <a:off x="1368000" y="2980000"/>
            <a:ext cx="9550825" cy="980000"/>
          </a:xfrm>
          <a:prstGeom prst="rect">
            <a:avLst/>
          </a:prstGeom>
          <a:solidFill>
            <a:srgbClr val="F2F4F6"/>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a:solidFill>
                  <a:srgbClr val="3C3D3E"/>
                </a:solidFill>
                <a:effectLst/>
              </a:rPr>
              <a:t> </a:t>
            </a:r>
            <a:endParaRPr lang="en-US">
              <a:latin typeface="Barlow Condensed Light" panose="00000406000000000000" pitchFamily="2" charset="0"/>
            </a:endParaRPr>
          </a:p>
        </p:txBody>
      </p:sp>
      <p:sp>
        <p:nvSpPr>
          <p:cNvPr id="4585" name="Rectangle 4584">
            <a:extLst>
              <a:ext uri="{FF2B5EF4-FFF2-40B4-BE49-F238E27FC236}">
                <a16:creationId xmlns:a16="http://schemas.microsoft.com/office/drawing/2014/main" id="{69ACC1BA-DF4F-C803-DA82-2681BA74154C}"/>
              </a:ext>
            </a:extLst>
          </p:cNvPr>
          <p:cNvSpPr/>
          <p:nvPr/>
        </p:nvSpPr>
        <p:spPr>
          <a:xfrm>
            <a:off x="1618000" y="3080000"/>
            <a:ext cx="9050825" cy="7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700" b="1">
                <a:solidFill>
                  <a:srgbClr val="3C3D3E"/>
                </a:solidFill>
                <a:effectLst/>
              </a:rPr>
              <a:t>Der Mehrwert entsteht durch Orchestrierung und Korrelation mehrerer Tools – nicht durch einzelne Abfragen.</a:t>
            </a:r>
          </a:p>
          <a:p>
            <a:pPr algn="l">
              <a:buNone/>
            </a:pPr>
            <a:r>
              <a:rPr lang="en-US" sz="100">
                <a:effectLst/>
              </a:rPr>
              <a:t> </a:t>
            </a:r>
            <a:endParaRPr lang="en-US">
              <a:latin typeface="Barlow Condensed Light" panose="00000406000000000000" pitchFamily="2" charset="0"/>
            </a:endParaRPr>
          </a:p>
        </p:txBody>
      </p:sp>
    </p:spTree>
    <p:extLst>
      <p:ext uri="{BB962C8B-B14F-4D97-AF65-F5344CB8AC3E}">
        <p14:creationId xmlns:p14="http://schemas.microsoft.com/office/powerpoint/2010/main" val="27206240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Untertitel 6">
            <a:extLst>
              <a:ext uri="{FF2B5EF4-FFF2-40B4-BE49-F238E27FC236}">
                <a16:creationId xmlns:a16="http://schemas.microsoft.com/office/drawing/2014/main" id="{C255CA80-702A-2F18-1DAA-D490892E5A65}"/>
              </a:ext>
            </a:extLst>
          </p:cNvPr>
          <p:cNvSpPr>
            <a:spLocks noGrp="1"/>
          </p:cNvSpPr>
          <p:nvPr>
            <p:ph type="subTitle" idx="1"/>
          </p:nvPr>
        </p:nvSpPr>
        <p:spPr/>
        <p:txBody>
          <a:bodyPr/>
          <a:lstStyle/>
          <a:p>
            <a:r>
              <a:rPr lang="de-DE"/>
              <a:t>We Care. We Collaborate. We Deliver.</a:t>
            </a:r>
          </a:p>
        </p:txBody>
      </p:sp>
      <p:sp>
        <p:nvSpPr>
          <p:cNvPr id="2" name="Slide Number Placeholder 1">
            <a:extLst>
              <a:ext uri="{FF2B5EF4-FFF2-40B4-BE49-F238E27FC236}">
                <a16:creationId xmlns:a16="http://schemas.microsoft.com/office/drawing/2014/main" id="{822DBF39-C400-6D47-46AA-452876941AD0}"/>
              </a:ext>
            </a:extLst>
          </p:cNvPr>
          <p:cNvSpPr>
            <a:spLocks noGrp="1"/>
          </p:cNvSpPr>
          <p:nvPr>
            <p:ph type="sldNum" sz="quarter" idx="11"/>
          </p:nvPr>
        </p:nvSpPr>
        <p:spPr>
          <a:xfrm>
            <a:off x="11277376" y="417380"/>
            <a:ext cx="914622" cy="365125"/>
          </a:xfrm>
        </p:spPr>
        <p:txBody>
          <a:bodyPr/>
          <a:lstStyle/>
          <a:p>
            <a:fld id="{9678312F-8BDE-4502-9E53-473B40D118CD}" type="slidenum">
              <a:rPr lang="de-DE" smtClean="0"/>
              <a:pPr/>
              <a:t>21</a:t>
            </a:fld>
            <a:endParaRPr lang="de-DE"/>
          </a:p>
        </p:txBody>
      </p:sp>
      <p:sp>
        <p:nvSpPr>
          <p:cNvPr id="6" name="Titel 5">
            <a:extLst>
              <a:ext uri="{FF2B5EF4-FFF2-40B4-BE49-F238E27FC236}">
                <a16:creationId xmlns:a16="http://schemas.microsoft.com/office/drawing/2014/main" id="{C7CE2544-7F8C-4E83-64ED-8CD236C4365B}"/>
              </a:ext>
            </a:extLst>
          </p:cNvPr>
          <p:cNvSpPr>
            <a:spLocks noGrp="1"/>
          </p:cNvSpPr>
          <p:nvPr>
            <p:ph type="title"/>
          </p:nvPr>
        </p:nvSpPr>
        <p:spPr/>
        <p:txBody>
          <a:bodyPr/>
          <a:lstStyle/>
          <a:p>
            <a:r>
              <a:rPr lang="de-DE"/>
              <a:t>Vielen Dank</a:t>
            </a:r>
          </a:p>
        </p:txBody>
      </p:sp>
      <p:sp>
        <p:nvSpPr>
          <p:cNvPr id="4689" name="Rectangle 4688">
            <a:extLst>
              <a:ext uri="{FF2B5EF4-FFF2-40B4-BE49-F238E27FC236}">
                <a16:creationId xmlns:a16="http://schemas.microsoft.com/office/drawing/2014/main" id="{7D4466BB-4E03-7C16-AE5B-1BA0414EE3EA}"/>
              </a:ext>
            </a:extLst>
          </p:cNvPr>
          <p:cNvSpPr/>
          <p:nvPr/>
        </p:nvSpPr>
        <p:spPr>
          <a:xfrm>
            <a:off x="468000" y="2000000"/>
            <a:ext cx="6400000" cy="9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5400" b="1">
                <a:solidFill>
                  <a:srgbClr val="004068"/>
                </a:solidFill>
                <a:effectLst/>
                <a:latin typeface="Barlow Condensed Medium" panose="00000606000000000000" pitchFamily="2" charset="0"/>
              </a:rPr>
              <a:t>Ihre Fragen?</a:t>
            </a:r>
          </a:p>
          <a:p>
            <a:pPr algn="l">
              <a:buNone/>
            </a:pPr>
            <a:r>
              <a:rPr lang="en-US" sz="100">
                <a:effectLst/>
              </a:rPr>
              <a:t> </a:t>
            </a:r>
            <a:endParaRPr lang="en-US">
              <a:latin typeface="Barlow Condensed Light" panose="00000406000000000000" pitchFamily="2" charset="0"/>
            </a:endParaRPr>
          </a:p>
        </p:txBody>
      </p:sp>
      <p:sp>
        <p:nvSpPr>
          <p:cNvPr id="4691" name="Rectangle 4690">
            <a:extLst>
              <a:ext uri="{FF2B5EF4-FFF2-40B4-BE49-F238E27FC236}">
                <a16:creationId xmlns:a16="http://schemas.microsoft.com/office/drawing/2014/main" id="{4A7DC1A1-4BCC-1FB6-1A04-E8434BC3E3A0}"/>
              </a:ext>
            </a:extLst>
          </p:cNvPr>
          <p:cNvSpPr/>
          <p:nvPr/>
        </p:nvSpPr>
        <p:spPr>
          <a:xfrm>
            <a:off x="468000" y="2950000"/>
            <a:ext cx="6400000" cy="7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00ACC4"/>
                </a:solidFill>
                <a:effectLst/>
                <a:latin typeface="Barlow Condensed Medium" panose="00000606000000000000" pitchFamily="2" charset="0"/>
              </a:rPr>
              <a:t>Vom Finding zum Fix – Active Directory Security mit AI Agents und Model Context Protocol (MCP)</a:t>
            </a:r>
          </a:p>
          <a:p>
            <a:pPr algn="l">
              <a:buNone/>
            </a:pPr>
            <a:r>
              <a:rPr lang="en-US" sz="100">
                <a:effectLst/>
              </a:rPr>
              <a:t> </a:t>
            </a:r>
            <a:endParaRPr lang="en-US">
              <a:latin typeface="Barlow Condensed Light" panose="00000406000000000000" pitchFamily="2" charset="0"/>
            </a:endParaRPr>
          </a:p>
        </p:txBody>
      </p:sp>
      <p:sp>
        <p:nvSpPr>
          <p:cNvPr id="4694" name="Rectangle 4693">
            <a:extLst>
              <a:ext uri="{FF2B5EF4-FFF2-40B4-BE49-F238E27FC236}">
                <a16:creationId xmlns:a16="http://schemas.microsoft.com/office/drawing/2014/main" id="{7257ADC2-D5BF-C1B1-D9E9-200F3F3A62ED}"/>
              </a:ext>
            </a:extLst>
          </p:cNvPr>
          <p:cNvSpPr/>
          <p:nvPr/>
        </p:nvSpPr>
        <p:spPr>
          <a:xfrm>
            <a:off x="468000" y="3750000"/>
            <a:ext cx="6400000" cy="15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3C3D3E"/>
                </a:solidFill>
                <a:effectLst/>
              </a:rPr>
              <a:t>Gerne zeige ich die Demo-Umgebung, die MCP-Tools und das Berechtigungsmodell im Detail – im Anschluss oder per E-Mail.</a:t>
            </a:r>
          </a:p>
          <a:p>
            <a:pPr algn="l">
              <a:buNone/>
            </a:pPr>
            <a:r>
              <a:rPr lang="en-US" sz="100">
                <a:effectLst/>
              </a:rPr>
              <a:t> </a:t>
            </a:r>
            <a:endParaRPr lang="en-US">
              <a:latin typeface="Barlow Condensed Light" panose="00000406000000000000" pitchFamily="2" charset="0"/>
            </a:endParaRPr>
          </a:p>
        </p:txBody>
      </p:sp>
      <p:sp>
        <p:nvSpPr>
          <p:cNvPr id="4698" name="Rectangle 4697">
            <a:extLst>
              <a:ext uri="{FF2B5EF4-FFF2-40B4-BE49-F238E27FC236}">
                <a16:creationId xmlns:a16="http://schemas.microsoft.com/office/drawing/2014/main" id="{766F991F-08A0-F02D-EE11-C06FF84C1507}"/>
              </a:ext>
            </a:extLst>
          </p:cNvPr>
          <p:cNvSpPr/>
          <p:nvPr/>
        </p:nvSpPr>
        <p:spPr>
          <a:xfrm>
            <a:off x="7300000" y="2000000"/>
            <a:ext cx="3618825" cy="3600000"/>
          </a:xfrm>
          <a:prstGeom prst="rect">
            <a:avLst/>
          </a:prstGeom>
          <a:solidFill>
            <a:srgbClr val="004068"/>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400" b="1" dirty="0" err="1">
                <a:solidFill>
                  <a:srgbClr val="00ACC4"/>
                </a:solidFill>
                <a:effectLst/>
                <a:latin typeface="Barlow Condensed Medium" panose="00000606000000000000" pitchFamily="2" charset="0"/>
              </a:rPr>
              <a:t>Kontakt</a:t>
            </a:r>
            <a:endParaRPr lang="en-US" sz="1400" b="1" dirty="0">
              <a:solidFill>
                <a:srgbClr val="00ACC4"/>
              </a:solidFill>
              <a:effectLst/>
              <a:latin typeface="Barlow Condensed Medium" panose="00000606000000000000" pitchFamily="2" charset="0"/>
            </a:endParaRPr>
          </a:p>
          <a:p>
            <a:pPr algn="ctr">
              <a:buNone/>
            </a:pPr>
            <a:r>
              <a:rPr lang="en-US" sz="2000" b="1" dirty="0">
                <a:solidFill>
                  <a:srgbClr val="FFFFFF"/>
                </a:solidFill>
                <a:effectLst/>
                <a:latin typeface="Barlow Condensed Medium" panose="00000606000000000000" pitchFamily="2" charset="0"/>
              </a:rPr>
              <a:t>Michael Herpers</a:t>
            </a:r>
          </a:p>
          <a:p>
            <a:pPr algn="ctr">
              <a:buNone/>
            </a:pPr>
            <a:r>
              <a:rPr lang="en-US" sz="1300" dirty="0">
                <a:solidFill>
                  <a:srgbClr val="FFFFFF"/>
                </a:solidFill>
                <a:effectLst/>
                <a:latin typeface="Barlow Condensed Medium" panose="00000606000000000000" pitchFamily="2" charset="0"/>
              </a:rPr>
              <a:t>Senior Manager</a:t>
            </a:r>
          </a:p>
          <a:p>
            <a:pPr algn="ctr">
              <a:buNone/>
            </a:pPr>
            <a:r>
              <a:rPr lang="en-US" sz="1300" dirty="0">
                <a:solidFill>
                  <a:srgbClr val="FFFFFF"/>
                </a:solidFill>
                <a:effectLst/>
                <a:latin typeface="Barlow Condensed Medium" panose="00000606000000000000" pitchFamily="2" charset="0"/>
              </a:rPr>
              <a:t>Technology Consulting – Microsoft</a:t>
            </a:r>
          </a:p>
          <a:p>
            <a:pPr algn="ctr">
              <a:buNone/>
            </a:pPr>
            <a:r>
              <a:rPr lang="en-US" sz="1300" dirty="0">
                <a:solidFill>
                  <a:srgbClr val="FFFFFF"/>
                </a:solidFill>
                <a:effectLst/>
                <a:latin typeface="Barlow Condensed Medium" panose="00000606000000000000" pitchFamily="2" charset="0"/>
              </a:rPr>
              <a:t>Protiviti GmbH · Düsseldorf</a:t>
            </a:r>
          </a:p>
          <a:p>
            <a:pPr algn="ctr">
              <a:buNone/>
            </a:pPr>
            <a:r>
              <a:rPr lang="en-US" sz="800" dirty="0">
                <a:solidFill>
                  <a:srgbClr val="FFFFFF"/>
                </a:solidFill>
                <a:effectLst/>
                <a:latin typeface="Barlow Condensed Medium" panose="00000606000000000000" pitchFamily="2" charset="0"/>
              </a:rPr>
              <a:t> </a:t>
            </a:r>
          </a:p>
          <a:p>
            <a:pPr algn="ctr">
              <a:buNone/>
            </a:pPr>
            <a:r>
              <a:rPr lang="en-US" sz="1300" dirty="0">
                <a:solidFill>
                  <a:srgbClr val="FFFFFF"/>
                </a:solidFill>
                <a:effectLst/>
                <a:latin typeface="Barlow Condensed Medium" panose="00000606000000000000" pitchFamily="2" charset="0"/>
              </a:rPr>
              <a:t>michael.herpers@protiviti.com</a:t>
            </a:r>
          </a:p>
          <a:p>
            <a:pPr algn="ctr">
              <a:buNone/>
            </a:pPr>
            <a:r>
              <a:rPr lang="en-US" sz="1300" dirty="0">
                <a:solidFill>
                  <a:srgbClr val="FFFFFF"/>
                </a:solidFill>
                <a:effectLst/>
                <a:latin typeface="Barlow Condensed Medium" panose="00000606000000000000" pitchFamily="2" charset="0"/>
              </a:rPr>
              <a:t>+49 </a:t>
            </a:r>
            <a:r>
              <a:rPr lang="en-US" sz="1300" dirty="0">
                <a:solidFill>
                  <a:srgbClr val="FFFFFF"/>
                </a:solidFill>
                <a:latin typeface="Barlow Condensed Medium" panose="00000606000000000000" pitchFamily="2" charset="0"/>
              </a:rPr>
              <a:t>151 52234253</a:t>
            </a:r>
            <a:endParaRPr lang="en-US" sz="1300" dirty="0">
              <a:solidFill>
                <a:srgbClr val="FFFFFF"/>
              </a:solidFill>
              <a:effectLst/>
              <a:latin typeface="Barlow Condensed Medium" panose="00000606000000000000" pitchFamily="2" charset="0"/>
            </a:endParaRPr>
          </a:p>
          <a:p>
            <a:pPr algn="ctr">
              <a:buNone/>
            </a:pPr>
            <a:r>
              <a:rPr lang="en-US" sz="1300" dirty="0">
                <a:solidFill>
                  <a:srgbClr val="FFFFFF"/>
                </a:solidFill>
                <a:effectLst/>
                <a:latin typeface="Barlow Condensed Medium" panose="00000606000000000000" pitchFamily="2" charset="0"/>
              </a:rPr>
              <a:t>www.protiviti.de</a:t>
            </a:r>
            <a:endParaRPr lang="en-US" dirty="0">
              <a:latin typeface="Barlow Condensed Light" panose="00000406000000000000" pitchFamily="2" charset="0"/>
            </a:endParaRPr>
          </a:p>
        </p:txBody>
      </p:sp>
      <p:sp>
        <p:nvSpPr>
          <p:cNvPr id="4703" name="Rectangle 4702">
            <a:extLst>
              <a:ext uri="{FF2B5EF4-FFF2-40B4-BE49-F238E27FC236}">
                <a16:creationId xmlns:a16="http://schemas.microsoft.com/office/drawing/2014/main" id="{A7D4FE60-179D-F677-0079-B1F4DD3C92F1}"/>
              </a:ext>
            </a:extLst>
          </p:cNvPr>
          <p:cNvSpPr/>
          <p:nvPr/>
        </p:nvSpPr>
        <p:spPr>
          <a:xfrm>
            <a:off x="468000" y="5900000"/>
            <a:ext cx="10450825" cy="4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5D7B9A"/>
                </a:solidFill>
                <a:effectLst/>
              </a:rPr>
              <a:t>© 2026 Protiviti GmbH. Alle Rechte vorbehalten.</a:t>
            </a:r>
          </a:p>
          <a:p>
            <a:pPr algn="l">
              <a:buNone/>
            </a:pPr>
            <a:r>
              <a:rPr lang="en-US" sz="100">
                <a:effectLst/>
              </a:rPr>
              <a:t> </a:t>
            </a:r>
            <a:endParaRPr lang="en-US">
              <a:latin typeface="Barlow Condensed Light" panose="00000406000000000000" pitchFamily="2" charset="0"/>
            </a:endParaRPr>
          </a:p>
        </p:txBody>
      </p:sp>
    </p:spTree>
    <p:extLst>
      <p:ext uri="{BB962C8B-B14F-4D97-AF65-F5344CB8AC3E}">
        <p14:creationId xmlns:p14="http://schemas.microsoft.com/office/powerpoint/2010/main" val="6452664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Untertitel 6">
            <a:extLst>
              <a:ext uri="{FF2B5EF4-FFF2-40B4-BE49-F238E27FC236}">
                <a16:creationId xmlns:a16="http://schemas.microsoft.com/office/drawing/2014/main" id="{C255CA80-702A-2F18-1DAA-D490892E5A65}"/>
              </a:ext>
            </a:extLst>
          </p:cNvPr>
          <p:cNvSpPr>
            <a:spLocks noGrp="1"/>
          </p:cNvSpPr>
          <p:nvPr>
            <p:ph type="subTitle" idx="1"/>
          </p:nvPr>
        </p:nvSpPr>
        <p:spPr/>
        <p:txBody>
          <a:bodyPr/>
          <a:lstStyle/>
          <a:p>
            <a:r>
              <a:rPr lang="de-DE"/>
              <a:t>Vom natürlichsprachigen Auftrag bis zur unabhängigen Verifikation</a:t>
            </a:r>
          </a:p>
        </p:txBody>
      </p:sp>
      <p:sp>
        <p:nvSpPr>
          <p:cNvPr id="2" name="Slide Number Placeholder 1">
            <a:extLst>
              <a:ext uri="{FF2B5EF4-FFF2-40B4-BE49-F238E27FC236}">
                <a16:creationId xmlns:a16="http://schemas.microsoft.com/office/drawing/2014/main" id="{822DBF39-C400-6D47-46AA-452876941AD0}"/>
              </a:ext>
            </a:extLst>
          </p:cNvPr>
          <p:cNvSpPr>
            <a:spLocks noGrp="1"/>
          </p:cNvSpPr>
          <p:nvPr>
            <p:ph type="sldNum" sz="quarter" idx="11"/>
          </p:nvPr>
        </p:nvSpPr>
        <p:spPr>
          <a:xfrm>
            <a:off x="11277376" y="417380"/>
            <a:ext cx="914622" cy="365125"/>
          </a:xfrm>
        </p:spPr>
        <p:txBody>
          <a:bodyPr/>
          <a:lstStyle/>
          <a:p>
            <a:fld id="{9678312F-8BDE-4502-9E53-473B40D118CD}" type="slidenum">
              <a:rPr lang="de-DE" smtClean="0"/>
              <a:pPr/>
              <a:t>22</a:t>
            </a:fld>
            <a:endParaRPr lang="de-DE"/>
          </a:p>
        </p:txBody>
      </p:sp>
      <p:sp>
        <p:nvSpPr>
          <p:cNvPr id="6" name="Titel 5">
            <a:extLst>
              <a:ext uri="{FF2B5EF4-FFF2-40B4-BE49-F238E27FC236}">
                <a16:creationId xmlns:a16="http://schemas.microsoft.com/office/drawing/2014/main" id="{C7CE2544-7F8C-4E83-64ED-8CD236C4365B}"/>
              </a:ext>
            </a:extLst>
          </p:cNvPr>
          <p:cNvSpPr>
            <a:spLocks noGrp="1"/>
          </p:cNvSpPr>
          <p:nvPr>
            <p:ph type="title"/>
          </p:nvPr>
        </p:nvSpPr>
        <p:spPr/>
        <p:txBody>
          <a:bodyPr/>
          <a:lstStyle/>
          <a:p>
            <a:r>
              <a:rPr lang="de-DE"/>
              <a:t>Was haben wir gerade gesehen?</a:t>
            </a:r>
          </a:p>
        </p:txBody>
      </p:sp>
      <p:sp>
        <p:nvSpPr>
          <p:cNvPr id="2426" name="Rectangle 2425">
            <a:extLst>
              <a:ext uri="{FF2B5EF4-FFF2-40B4-BE49-F238E27FC236}">
                <a16:creationId xmlns:a16="http://schemas.microsoft.com/office/drawing/2014/main" id="{39D3188F-4425-DC92-2647-0BB1E2267E1B}"/>
              </a:ext>
            </a:extLst>
          </p:cNvPr>
          <p:cNvSpPr/>
          <p:nvPr/>
        </p:nvSpPr>
        <p:spPr>
          <a:xfrm>
            <a:off x="468000" y="2850000"/>
            <a:ext cx="5075412" cy="2500000"/>
          </a:xfrm>
          <a:prstGeom prst="rect">
            <a:avLst/>
          </a:prstGeom>
          <a:solidFill>
            <a:srgbClr val="F2F4F6"/>
          </a:solidFill>
          <a:ln w="19050">
            <a:solidFill>
              <a:srgbClr val="CAC9C7"/>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5D7B9A"/>
                </a:solidFill>
                <a:effectLst/>
              </a:rPr>
              <a:t>[SCREENSHOT: Foundry Security Assessment]</a:t>
            </a:r>
          </a:p>
          <a:p>
            <a:pPr algn="ctr">
              <a:buNone/>
            </a:pPr>
            <a:r>
              <a:rPr lang="en-US" sz="100">
                <a:effectLst/>
              </a:rPr>
              <a:t> </a:t>
            </a:r>
            <a:endParaRPr lang="en-US">
              <a:latin typeface="Barlow Condensed Light" panose="00000406000000000000" pitchFamily="2" charset="0"/>
            </a:endParaRPr>
          </a:p>
        </p:txBody>
      </p:sp>
      <p:sp>
        <p:nvSpPr>
          <p:cNvPr id="2435" name="Rectangle 2434">
            <a:extLst>
              <a:ext uri="{FF2B5EF4-FFF2-40B4-BE49-F238E27FC236}">
                <a16:creationId xmlns:a16="http://schemas.microsoft.com/office/drawing/2014/main" id="{9DAD292E-BAF9-6517-5898-13228CAD5CE9}"/>
              </a:ext>
            </a:extLst>
          </p:cNvPr>
          <p:cNvSpPr/>
          <p:nvPr/>
        </p:nvSpPr>
        <p:spPr>
          <a:xfrm>
            <a:off x="468000" y="5450000"/>
            <a:ext cx="5075412" cy="7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300">
                <a:solidFill>
                  <a:srgbClr val="3C3D3E"/>
                </a:solidFill>
                <a:effectLst/>
              </a:rPr>
              <a:t>Der Agent orchestriert mehrere Tools und erstellt den Assessment Report mit evidenzbasierten Findings.</a:t>
            </a:r>
          </a:p>
          <a:p>
            <a:pPr algn="l">
              <a:buNone/>
            </a:pPr>
            <a:r>
              <a:rPr lang="en-US" sz="100">
                <a:effectLst/>
              </a:rPr>
              <a:t> </a:t>
            </a:r>
            <a:endParaRPr lang="en-US">
              <a:latin typeface="Barlow Condensed Light" panose="00000406000000000000" pitchFamily="2" charset="0"/>
            </a:endParaRPr>
          </a:p>
        </p:txBody>
      </p:sp>
      <p:sp>
        <p:nvSpPr>
          <p:cNvPr id="2445" name="Rectangle 2444">
            <a:extLst>
              <a:ext uri="{FF2B5EF4-FFF2-40B4-BE49-F238E27FC236}">
                <a16:creationId xmlns:a16="http://schemas.microsoft.com/office/drawing/2014/main" id="{7F7CA5E4-EBC9-42ED-46E2-7A9DB66EDA1C}"/>
              </a:ext>
            </a:extLst>
          </p:cNvPr>
          <p:cNvSpPr/>
          <p:nvPr/>
        </p:nvSpPr>
        <p:spPr>
          <a:xfrm>
            <a:off x="5843412" y="2850000"/>
            <a:ext cx="5075412" cy="2500000"/>
          </a:xfrm>
          <a:prstGeom prst="rect">
            <a:avLst/>
          </a:prstGeom>
          <a:solidFill>
            <a:srgbClr val="F2F4F6"/>
          </a:solidFill>
          <a:ln w="19050">
            <a:solidFill>
              <a:srgbClr val="CAC9C7"/>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400" b="1">
                <a:solidFill>
                  <a:srgbClr val="5D7B9A"/>
                </a:solidFill>
                <a:effectLst/>
              </a:rPr>
              <a:t>[SCREENSHOT: Human Approval vor disable_user]</a:t>
            </a:r>
          </a:p>
          <a:p>
            <a:pPr algn="ctr">
              <a:buNone/>
            </a:pPr>
            <a:r>
              <a:rPr lang="en-US" sz="100">
                <a:effectLst/>
              </a:rPr>
              <a:t> </a:t>
            </a:r>
            <a:endParaRPr lang="en-US">
              <a:latin typeface="Barlow Condensed Light" panose="00000406000000000000" pitchFamily="2" charset="0"/>
            </a:endParaRPr>
          </a:p>
        </p:txBody>
      </p:sp>
      <p:sp>
        <p:nvSpPr>
          <p:cNvPr id="2456" name="Rectangle 2455">
            <a:extLst>
              <a:ext uri="{FF2B5EF4-FFF2-40B4-BE49-F238E27FC236}">
                <a16:creationId xmlns:a16="http://schemas.microsoft.com/office/drawing/2014/main" id="{03030F5E-BB17-9778-2501-1532205486BD}"/>
              </a:ext>
            </a:extLst>
          </p:cNvPr>
          <p:cNvSpPr/>
          <p:nvPr/>
        </p:nvSpPr>
        <p:spPr>
          <a:xfrm>
            <a:off x="5843412" y="5450000"/>
            <a:ext cx="5075412" cy="7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en-US" sz="1300">
                <a:solidFill>
                  <a:srgbClr val="3C3D3E"/>
                </a:solidFill>
                <a:effectLst/>
              </a:rPr>
              <a:t>Erst nach manueller Freigabe wird svc-backup deaktiviert – der Read-only MCP verifiziert anschließend: Enabled = false.</a:t>
            </a:r>
          </a:p>
          <a:p>
            <a:pPr algn="l">
              <a:buNone/>
            </a:pPr>
            <a:r>
              <a:rPr lang="en-US" sz="100">
                <a:effectLst/>
              </a:rPr>
              <a:t> </a:t>
            </a:r>
            <a:endParaRPr lang="en-US">
              <a:latin typeface="Barlow Condensed Light" panose="00000406000000000000" pitchFamily="2" charset="0"/>
            </a:endParaRPr>
          </a:p>
        </p:txBody>
      </p:sp>
      <p:sp>
        <p:nvSpPr>
          <p:cNvPr id="4195" name="Rectangle 4194">
            <a:extLst>
              <a:ext uri="{FF2B5EF4-FFF2-40B4-BE49-F238E27FC236}">
                <a16:creationId xmlns:a16="http://schemas.microsoft.com/office/drawing/2014/main" id="{A3BC8EDD-5F19-6340-6EA9-81EA60CA2339}"/>
              </a:ext>
            </a:extLst>
          </p:cNvPr>
          <p:cNvSpPr/>
          <p:nvPr/>
        </p:nvSpPr>
        <p:spPr>
          <a:xfrm>
            <a:off x="468000" y="1900000"/>
            <a:ext cx="1330117" cy="650000"/>
          </a:xfrm>
          <a:prstGeom prst="rect">
            <a:avLst/>
          </a:prstGeom>
          <a:solidFill>
            <a:srgbClr val="00ACC4"/>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000000"/>
                </a:solidFill>
                <a:effectLst/>
                <a:latin typeface="Barlow Condensed Medium" panose="00000606000000000000" pitchFamily="2" charset="0"/>
              </a:rPr>
              <a:t>Natural Language</a:t>
            </a:r>
          </a:p>
          <a:p>
            <a:pPr algn="ctr">
              <a:buNone/>
            </a:pPr>
            <a:r>
              <a:rPr lang="en-US" sz="100">
                <a:effectLst/>
              </a:rPr>
              <a:t> </a:t>
            </a:r>
            <a:endParaRPr lang="en-US">
              <a:latin typeface="Barlow Condensed Light" panose="00000406000000000000" pitchFamily="2" charset="0"/>
            </a:endParaRPr>
          </a:p>
        </p:txBody>
      </p:sp>
      <p:sp>
        <p:nvSpPr>
          <p:cNvPr id="4197" name="Arrow: Right 4196">
            <a:extLst>
              <a:ext uri="{FF2B5EF4-FFF2-40B4-BE49-F238E27FC236}">
                <a16:creationId xmlns:a16="http://schemas.microsoft.com/office/drawing/2014/main" id="{0F18627F-F097-FA79-63DC-29E856A65BB8}"/>
              </a:ext>
            </a:extLst>
          </p:cNvPr>
          <p:cNvSpPr/>
          <p:nvPr/>
        </p:nvSpPr>
        <p:spPr>
          <a:xfrm>
            <a:off x="1823117" y="2115000"/>
            <a:ext cx="140000" cy="220000"/>
          </a:xfrm>
          <a:prstGeom prst="rightArrow">
            <a:avLst/>
          </a:prstGeom>
          <a:solidFill>
            <a:srgbClr val="CAC9C7"/>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4200" name="Rectangle 4199">
            <a:extLst>
              <a:ext uri="{FF2B5EF4-FFF2-40B4-BE49-F238E27FC236}">
                <a16:creationId xmlns:a16="http://schemas.microsoft.com/office/drawing/2014/main" id="{877CFBE9-EC02-EE06-5509-1F78088D49E0}"/>
              </a:ext>
            </a:extLst>
          </p:cNvPr>
          <p:cNvSpPr/>
          <p:nvPr/>
        </p:nvSpPr>
        <p:spPr>
          <a:xfrm>
            <a:off x="1988117" y="1900000"/>
            <a:ext cx="1330118" cy="650000"/>
          </a:xfrm>
          <a:prstGeom prst="rect">
            <a:avLst/>
          </a:prstGeom>
          <a:solidFill>
            <a:srgbClr val="00ACC4"/>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000000"/>
                </a:solidFill>
                <a:effectLst/>
                <a:latin typeface="Barlow Condensed Medium" panose="00000606000000000000" pitchFamily="2" charset="0"/>
              </a:rPr>
              <a:t>Tool Orchestration</a:t>
            </a:r>
          </a:p>
          <a:p>
            <a:pPr algn="ctr">
              <a:buNone/>
            </a:pPr>
            <a:r>
              <a:rPr lang="en-US" sz="100">
                <a:effectLst/>
              </a:rPr>
              <a:t> </a:t>
            </a:r>
            <a:endParaRPr lang="en-US">
              <a:latin typeface="Barlow Condensed Light" panose="00000406000000000000" pitchFamily="2" charset="0"/>
            </a:endParaRPr>
          </a:p>
        </p:txBody>
      </p:sp>
      <p:sp>
        <p:nvSpPr>
          <p:cNvPr id="4204" name="Arrow: Right 4203">
            <a:extLst>
              <a:ext uri="{FF2B5EF4-FFF2-40B4-BE49-F238E27FC236}">
                <a16:creationId xmlns:a16="http://schemas.microsoft.com/office/drawing/2014/main" id="{59692BBF-E30E-013D-7877-FAF9A6BA2425}"/>
              </a:ext>
            </a:extLst>
          </p:cNvPr>
          <p:cNvSpPr/>
          <p:nvPr/>
        </p:nvSpPr>
        <p:spPr>
          <a:xfrm>
            <a:off x="3343235" y="2115000"/>
            <a:ext cx="140000" cy="220000"/>
          </a:xfrm>
          <a:prstGeom prst="rightArrow">
            <a:avLst/>
          </a:prstGeom>
          <a:solidFill>
            <a:srgbClr val="CAC9C7"/>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4209" name="Rectangle 4208">
            <a:extLst>
              <a:ext uri="{FF2B5EF4-FFF2-40B4-BE49-F238E27FC236}">
                <a16:creationId xmlns:a16="http://schemas.microsoft.com/office/drawing/2014/main" id="{68130278-DEC2-0E8D-F71C-EEB85540BB2A}"/>
              </a:ext>
            </a:extLst>
          </p:cNvPr>
          <p:cNvSpPr/>
          <p:nvPr/>
        </p:nvSpPr>
        <p:spPr>
          <a:xfrm>
            <a:off x="3508235" y="1900000"/>
            <a:ext cx="1330119" cy="650000"/>
          </a:xfrm>
          <a:prstGeom prst="rect">
            <a:avLst/>
          </a:prstGeom>
          <a:solidFill>
            <a:srgbClr val="00ACC4"/>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000000"/>
                </a:solidFill>
                <a:effectLst/>
                <a:latin typeface="Barlow Condensed Medium" panose="00000606000000000000" pitchFamily="2" charset="0"/>
              </a:rPr>
              <a:t>Evidence</a:t>
            </a:r>
          </a:p>
          <a:p>
            <a:pPr algn="ctr">
              <a:buNone/>
            </a:pPr>
            <a:r>
              <a:rPr lang="en-US" sz="100">
                <a:effectLst/>
              </a:rPr>
              <a:t> </a:t>
            </a:r>
            <a:endParaRPr lang="en-US">
              <a:latin typeface="Barlow Condensed Light" panose="00000406000000000000" pitchFamily="2" charset="0"/>
            </a:endParaRPr>
          </a:p>
        </p:txBody>
      </p:sp>
      <p:sp>
        <p:nvSpPr>
          <p:cNvPr id="4215" name="Arrow: Right 4214">
            <a:extLst>
              <a:ext uri="{FF2B5EF4-FFF2-40B4-BE49-F238E27FC236}">
                <a16:creationId xmlns:a16="http://schemas.microsoft.com/office/drawing/2014/main" id="{FC9B1F95-073B-8596-775A-32AAE3A42908}"/>
              </a:ext>
            </a:extLst>
          </p:cNvPr>
          <p:cNvSpPr/>
          <p:nvPr/>
        </p:nvSpPr>
        <p:spPr>
          <a:xfrm>
            <a:off x="4863353" y="2115000"/>
            <a:ext cx="140000" cy="220000"/>
          </a:xfrm>
          <a:prstGeom prst="rightArrow">
            <a:avLst/>
          </a:prstGeom>
          <a:solidFill>
            <a:srgbClr val="CAC9C7"/>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4222" name="Rectangle 4221">
            <a:extLst>
              <a:ext uri="{FF2B5EF4-FFF2-40B4-BE49-F238E27FC236}">
                <a16:creationId xmlns:a16="http://schemas.microsoft.com/office/drawing/2014/main" id="{C2DCDC51-1547-1792-8C7D-78D49FB41A85}"/>
              </a:ext>
            </a:extLst>
          </p:cNvPr>
          <p:cNvSpPr/>
          <p:nvPr/>
        </p:nvSpPr>
        <p:spPr>
          <a:xfrm>
            <a:off x="5028353" y="1900000"/>
            <a:ext cx="1330120" cy="650000"/>
          </a:xfrm>
          <a:prstGeom prst="rect">
            <a:avLst/>
          </a:prstGeom>
          <a:solidFill>
            <a:srgbClr val="00ACC4"/>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000000"/>
                </a:solidFill>
                <a:effectLst/>
                <a:latin typeface="Barlow Condensed Medium" panose="00000606000000000000" pitchFamily="2" charset="0"/>
              </a:rPr>
              <a:t>Finding</a:t>
            </a:r>
          </a:p>
          <a:p>
            <a:pPr algn="ctr">
              <a:buNone/>
            </a:pPr>
            <a:r>
              <a:rPr lang="en-US" sz="100">
                <a:effectLst/>
              </a:rPr>
              <a:t> </a:t>
            </a:r>
            <a:endParaRPr lang="en-US">
              <a:latin typeface="Barlow Condensed Light" panose="00000406000000000000" pitchFamily="2" charset="0"/>
            </a:endParaRPr>
          </a:p>
        </p:txBody>
      </p:sp>
      <p:sp>
        <p:nvSpPr>
          <p:cNvPr id="4230" name="Arrow: Right 4229">
            <a:extLst>
              <a:ext uri="{FF2B5EF4-FFF2-40B4-BE49-F238E27FC236}">
                <a16:creationId xmlns:a16="http://schemas.microsoft.com/office/drawing/2014/main" id="{071D0B82-1A25-E7BA-B7EA-028B6F2DE9DC}"/>
              </a:ext>
            </a:extLst>
          </p:cNvPr>
          <p:cNvSpPr/>
          <p:nvPr/>
        </p:nvSpPr>
        <p:spPr>
          <a:xfrm>
            <a:off x="6383471" y="2115000"/>
            <a:ext cx="140000" cy="220000"/>
          </a:xfrm>
          <a:prstGeom prst="rightArrow">
            <a:avLst/>
          </a:prstGeom>
          <a:solidFill>
            <a:srgbClr val="CAC9C7"/>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4239" name="Rectangle 4238">
            <a:extLst>
              <a:ext uri="{FF2B5EF4-FFF2-40B4-BE49-F238E27FC236}">
                <a16:creationId xmlns:a16="http://schemas.microsoft.com/office/drawing/2014/main" id="{716670C8-9B33-BDDE-6054-3DB3D9D7DE73}"/>
              </a:ext>
            </a:extLst>
          </p:cNvPr>
          <p:cNvSpPr/>
          <p:nvPr/>
        </p:nvSpPr>
        <p:spPr>
          <a:xfrm>
            <a:off x="6548471" y="1900000"/>
            <a:ext cx="1330121" cy="650000"/>
          </a:xfrm>
          <a:prstGeom prst="rect">
            <a:avLst/>
          </a:prstGeom>
          <a:solidFill>
            <a:srgbClr val="F6871F"/>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000000"/>
                </a:solidFill>
                <a:effectLst/>
                <a:latin typeface="Barlow Condensed Medium" panose="00000606000000000000" pitchFamily="2" charset="0"/>
              </a:rPr>
              <a:t>Approval</a:t>
            </a:r>
          </a:p>
          <a:p>
            <a:pPr algn="ctr">
              <a:buNone/>
            </a:pPr>
            <a:r>
              <a:rPr lang="en-US" sz="100">
                <a:effectLst/>
              </a:rPr>
              <a:t> </a:t>
            </a:r>
            <a:endParaRPr lang="en-US">
              <a:latin typeface="Barlow Condensed Light" panose="00000406000000000000" pitchFamily="2" charset="0"/>
            </a:endParaRPr>
          </a:p>
        </p:txBody>
      </p:sp>
      <p:sp>
        <p:nvSpPr>
          <p:cNvPr id="4249" name="Arrow: Right 4248">
            <a:extLst>
              <a:ext uri="{FF2B5EF4-FFF2-40B4-BE49-F238E27FC236}">
                <a16:creationId xmlns:a16="http://schemas.microsoft.com/office/drawing/2014/main" id="{01E1A53B-DDBB-299A-51E3-4FD0F4EA7C14}"/>
              </a:ext>
            </a:extLst>
          </p:cNvPr>
          <p:cNvSpPr/>
          <p:nvPr/>
        </p:nvSpPr>
        <p:spPr>
          <a:xfrm>
            <a:off x="7903589" y="2115000"/>
            <a:ext cx="140000" cy="220000"/>
          </a:xfrm>
          <a:prstGeom prst="rightArrow">
            <a:avLst/>
          </a:prstGeom>
          <a:solidFill>
            <a:srgbClr val="CAC9C7"/>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4260" name="Rectangle 4259">
            <a:extLst>
              <a:ext uri="{FF2B5EF4-FFF2-40B4-BE49-F238E27FC236}">
                <a16:creationId xmlns:a16="http://schemas.microsoft.com/office/drawing/2014/main" id="{E10C76DB-E70D-9FF2-6761-FAB58693D39F}"/>
              </a:ext>
            </a:extLst>
          </p:cNvPr>
          <p:cNvSpPr/>
          <p:nvPr/>
        </p:nvSpPr>
        <p:spPr>
          <a:xfrm>
            <a:off x="8068589" y="1900000"/>
            <a:ext cx="1330122" cy="650000"/>
          </a:xfrm>
          <a:prstGeom prst="rect">
            <a:avLst/>
          </a:prstGeom>
          <a:solidFill>
            <a:srgbClr val="004068"/>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FFFFFF"/>
                </a:solidFill>
                <a:effectLst/>
                <a:latin typeface="Barlow Condensed Medium" panose="00000606000000000000" pitchFamily="2" charset="0"/>
              </a:rPr>
              <a:t>Remediation</a:t>
            </a:r>
          </a:p>
          <a:p>
            <a:pPr algn="ctr">
              <a:buNone/>
            </a:pPr>
            <a:r>
              <a:rPr lang="en-US" sz="100">
                <a:effectLst/>
              </a:rPr>
              <a:t> </a:t>
            </a:r>
            <a:endParaRPr lang="en-US">
              <a:latin typeface="Barlow Condensed Light" panose="00000406000000000000" pitchFamily="2" charset="0"/>
            </a:endParaRPr>
          </a:p>
        </p:txBody>
      </p:sp>
      <p:sp>
        <p:nvSpPr>
          <p:cNvPr id="4272" name="Arrow: Right 4271">
            <a:extLst>
              <a:ext uri="{FF2B5EF4-FFF2-40B4-BE49-F238E27FC236}">
                <a16:creationId xmlns:a16="http://schemas.microsoft.com/office/drawing/2014/main" id="{62BE4515-67D8-2B66-A310-E4EE657E227B}"/>
              </a:ext>
            </a:extLst>
          </p:cNvPr>
          <p:cNvSpPr/>
          <p:nvPr/>
        </p:nvSpPr>
        <p:spPr>
          <a:xfrm>
            <a:off x="9423707" y="2115000"/>
            <a:ext cx="140000" cy="220000"/>
          </a:xfrm>
          <a:prstGeom prst="rightArrow">
            <a:avLst/>
          </a:prstGeom>
          <a:solidFill>
            <a:srgbClr val="CAC9C7"/>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rlow Condensed Light" panose="00000406000000000000" pitchFamily="2" charset="0"/>
            </a:endParaRPr>
          </a:p>
        </p:txBody>
      </p:sp>
      <p:sp>
        <p:nvSpPr>
          <p:cNvPr id="4285" name="Rectangle 4284">
            <a:extLst>
              <a:ext uri="{FF2B5EF4-FFF2-40B4-BE49-F238E27FC236}">
                <a16:creationId xmlns:a16="http://schemas.microsoft.com/office/drawing/2014/main" id="{FAD92A27-083C-5293-2D28-8F10CAA3D1CA}"/>
              </a:ext>
            </a:extLst>
          </p:cNvPr>
          <p:cNvSpPr/>
          <p:nvPr/>
        </p:nvSpPr>
        <p:spPr>
          <a:xfrm>
            <a:off x="9588707" y="1900000"/>
            <a:ext cx="1330123" cy="650000"/>
          </a:xfrm>
          <a:prstGeom prst="rect">
            <a:avLst/>
          </a:prstGeom>
          <a:solidFill>
            <a:srgbClr val="00A28F"/>
          </a:solidFill>
          <a:ln>
            <a:solidFill>
              <a:srgbClr val="FFFFFF">
                <a:alpha val="0"/>
              </a:srgbClr>
            </a:solidFill>
          </a:ln>
          <a:effectLst>
            <a:outerShdw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FFFFFF"/>
                </a:solidFill>
                <a:effectLst/>
                <a:latin typeface="Barlow Condensed Medium" panose="00000606000000000000" pitchFamily="2" charset="0"/>
              </a:rPr>
              <a:t>Verification</a:t>
            </a:r>
          </a:p>
          <a:p>
            <a:pPr algn="ctr">
              <a:buNone/>
            </a:pPr>
            <a:r>
              <a:rPr lang="en-US" sz="100">
                <a:effectLst/>
              </a:rPr>
              <a:t> </a:t>
            </a:r>
            <a:endParaRPr lang="en-US">
              <a:latin typeface="Barlow Condensed Light" panose="00000406000000000000" pitchFamily="2" charset="0"/>
            </a:endParaRPr>
          </a:p>
        </p:txBody>
      </p:sp>
    </p:spTree>
    <p:extLst>
      <p:ext uri="{BB962C8B-B14F-4D97-AF65-F5344CB8AC3E}">
        <p14:creationId xmlns:p14="http://schemas.microsoft.com/office/powerpoint/2010/main" val="202282771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LANGUAGE_ID" val="1031"/>
  <p:tag name="EE4P_STYLE_ID" val="109c4f21-bbd0-41cc-9e01-491342bfadb4"/>
</p:tagLst>
</file>

<file path=ppt/theme/theme1.xml><?xml version="1.0" encoding="utf-8"?>
<a:theme xmlns:a="http://schemas.openxmlformats.org/drawingml/2006/main" name="3_Protiviti_Master">
  <a:themeElements>
    <a:clrScheme name="Protiviti">
      <a:dk1>
        <a:srgbClr val="3C3D3E"/>
      </a:dk1>
      <a:lt1>
        <a:sysClr val="window" lastClr="FFFFFF"/>
      </a:lt1>
      <a:dk2>
        <a:srgbClr val="000000"/>
      </a:dk2>
      <a:lt2>
        <a:srgbClr val="CAC9C7"/>
      </a:lt2>
      <a:accent1>
        <a:srgbClr val="00ACC4"/>
      </a:accent1>
      <a:accent2>
        <a:srgbClr val="5D7B9A"/>
      </a:accent2>
      <a:accent3>
        <a:srgbClr val="00A28F"/>
      </a:accent3>
      <a:accent4>
        <a:srgbClr val="F6871F"/>
      </a:accent4>
      <a:accent5>
        <a:srgbClr val="004068"/>
      </a:accent5>
      <a:accent6>
        <a:srgbClr val="D74B29"/>
      </a:accent6>
      <a:hlink>
        <a:srgbClr val="004068"/>
      </a:hlink>
      <a:folHlink>
        <a:srgbClr val="954F72"/>
      </a:folHlink>
    </a:clrScheme>
    <a:fontScheme name="Benutzerdefiniert 2">
      <a:majorFont>
        <a:latin typeface="Barlow Condensed Medium"/>
        <a:ea typeface=""/>
        <a:cs typeface=""/>
      </a:majorFont>
      <a:minorFont>
        <a:latin typeface="Merriweath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smtClean="0">
            <a:latin typeface="Barlow Condensed Light" panose="00000406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otiviti_2026.pptx" id="{C4C9638A-4E0C-436E-8C7A-8DF62611625B}" vid="{D54F6E82-59D9-4C48-8287-3D5BBC57E94B}"/>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d69c72e8-3dd9-4ecb-b4eb-e57d6e0d22f8">
      <Terms xmlns="http://schemas.microsoft.com/office/infopath/2007/PartnerControls"/>
    </lcf76f155ced4ddcb4097134ff3c332f>
    <TaxCatchAll xmlns="8fd11335-c243-47b8-8a7e-7449550d754e"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61F4DADEE049FE438A8123F1FDA6D706" ma:contentTypeVersion="18" ma:contentTypeDescription="Create a new document." ma:contentTypeScope="" ma:versionID="bc028a07942dda8c554b1d8e3a64b215">
  <xsd:schema xmlns:xsd="http://www.w3.org/2001/XMLSchema" xmlns:xs="http://www.w3.org/2001/XMLSchema" xmlns:p="http://schemas.microsoft.com/office/2006/metadata/properties" xmlns:ns2="d69c72e8-3dd9-4ecb-b4eb-e57d6e0d22f8" xmlns:ns3="d6a2a0d2-6ce1-4e2d-a16d-37b9338c709f" xmlns:ns4="8fd11335-c243-47b8-8a7e-7449550d754e" targetNamespace="http://schemas.microsoft.com/office/2006/metadata/properties" ma:root="true" ma:fieldsID="360d561776febd9678e158d5edd5c99a" ns2:_="" ns3:_="" ns4:_="">
    <xsd:import namespace="d69c72e8-3dd9-4ecb-b4eb-e57d6e0d22f8"/>
    <xsd:import namespace="d6a2a0d2-6ce1-4e2d-a16d-37b9338c709f"/>
    <xsd:import namespace="8fd11335-c243-47b8-8a7e-7449550d754e"/>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GenerationTime" minOccurs="0"/>
                <xsd:element ref="ns2:MediaServiceEventHashCode" minOccurs="0"/>
                <xsd:element ref="ns2:MediaServiceOCR" minOccurs="0"/>
                <xsd:element ref="ns2:MediaServiceAutoKeyPoints" minOccurs="0"/>
                <xsd:element ref="ns2:MediaServiceKeyPoints" minOccurs="0"/>
                <xsd:element ref="ns2:MediaServiceLocation" minOccurs="0"/>
                <xsd:element ref="ns3:SharedWithUsers" minOccurs="0"/>
                <xsd:element ref="ns3:SharedWithDetails" minOccurs="0"/>
                <xsd:element ref="ns2:lcf76f155ced4ddcb4097134ff3c332f" minOccurs="0"/>
                <xsd:element ref="ns4:TaxCatchAll" minOccurs="0"/>
                <xsd:element ref="ns2:MediaLengthInSecond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69c72e8-3dd9-4ecb-b4eb-e57d6e0d22f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Location" ma:index="16" nillable="true" ma:displayName="Location" ma:internalName="MediaServiceLocation" ma:readOnly="true">
      <xsd:simpleType>
        <xsd:restriction base="dms:Text"/>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6e8f6321-3efa-45d8-abfe-eea1c039a715" ma:termSetId="09814cd3-568e-fe90-9814-8d621ff8fb84" ma:anchorId="fba54fb3-c3e1-fe81-a776-ca4b69148c4d" ma:open="true" ma:isKeyword="false">
      <xsd:complexType>
        <xsd:sequence>
          <xsd:element ref="pc:Terms" minOccurs="0" maxOccurs="1"/>
        </xsd:sequence>
      </xsd:complexType>
    </xsd:element>
    <xsd:element name="MediaLengthInSeconds" ma:index="22" nillable="true" ma:displayName="MediaLengthInSeconds" ma:hidden="true" ma:internalName="MediaLengthInSeconds" ma:readOnly="true">
      <xsd:simpleType>
        <xsd:restriction base="dms:Unknown"/>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6a2a0d2-6ce1-4e2d-a16d-37b9338c709f"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8fd11335-c243-47b8-8a7e-7449550d754e" elementFormDefault="qualified">
    <xsd:import namespace="http://schemas.microsoft.com/office/2006/documentManagement/types"/>
    <xsd:import namespace="http://schemas.microsoft.com/office/infopath/2007/PartnerControls"/>
    <xsd:element name="TaxCatchAll" ma:index="21" nillable="true" ma:displayName="Taxonomy Catch All Column" ma:hidden="true" ma:list="{6d3d5179-332c-4b88-a77d-d17f7bdbe8cb}" ma:internalName="TaxCatchAll" ma:showField="CatchAllData" ma:web="d6a2a0d2-6ce1-4e2d-a16d-37b9338c709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2B76DCC-57A0-4B99-B6DC-FB5EA245AECB}">
  <ds:schemaRefs>
    <ds:schemaRef ds:uri="8fd11335-c243-47b8-8a7e-7449550d754e"/>
    <ds:schemaRef ds:uri="d69c72e8-3dd9-4ecb-b4eb-e57d6e0d22f8"/>
    <ds:schemaRef ds:uri="d6a2a0d2-6ce1-4e2d-a16d-37b9338c709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AE93593B-38EA-41C5-86F4-FEBB01782573}">
  <ds:schemaRefs>
    <ds:schemaRef ds:uri="8fd11335-c243-47b8-8a7e-7449550d754e"/>
    <ds:schemaRef ds:uri="d69c72e8-3dd9-4ecb-b4eb-e57d6e0d22f8"/>
    <ds:schemaRef ds:uri="d6a2a0d2-6ce1-4e2d-a16d-37b9338c709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C8FBD1E0-1F86-4A8D-B587-6174283E24B5}">
  <ds:schemaRefs>
    <ds:schemaRef ds:uri="http://schemas.microsoft.com/sharepoint/v3/contenttype/forms"/>
  </ds:schemaRefs>
</ds:datastoreItem>
</file>

<file path=docMetadata/LabelInfo.xml><?xml version="1.0" encoding="utf-8"?>
<clbl:labelList xmlns:clbl="http://schemas.microsoft.com/office/2020/mipLabelMetadata">
  <clbl:label id="{da623df2-7a25-4a8f-b59b-3a3459c1375f}" enabled="1" method="Standard" siteId="{16532572-d567-4d67-8727-f12f7bb6aed3}" contentBits="0" removed="0"/>
</clbl:labelList>
</file>

<file path=docProps/app.xml><?xml version="1.0" encoding="utf-8"?>
<Properties xmlns="http://schemas.openxmlformats.org/officeDocument/2006/extended-properties" xmlns:vt="http://schemas.openxmlformats.org/officeDocument/2006/docPropsVTypes">
  <Template>Default Theme</Template>
  <TotalTime>41</TotalTime>
  <Words>7082</Words>
  <Application>Microsoft Office PowerPoint</Application>
  <PresentationFormat>Widescreen</PresentationFormat>
  <Paragraphs>881</Paragraphs>
  <Slides>22</Slides>
  <Notes>22</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Arial</vt:lpstr>
      <vt:lpstr>Barlow Condensed</vt:lpstr>
      <vt:lpstr>Barlow Condensed Light</vt:lpstr>
      <vt:lpstr>Barlow Condensed Medium</vt:lpstr>
      <vt:lpstr>Courier New</vt:lpstr>
      <vt:lpstr>Merriweather</vt:lpstr>
      <vt:lpstr>Merriweather Light</vt:lpstr>
      <vt:lpstr>3_Protiviti_Master</vt:lpstr>
      <vt:lpstr>Vom Finding zum Fix</vt:lpstr>
      <vt:lpstr>Agenda</vt:lpstr>
      <vt:lpstr>Warum ist das relevant?</vt:lpstr>
      <vt:lpstr>Active Directory unter Druck</vt:lpstr>
      <vt:lpstr>Die Begriffe des Tages</vt:lpstr>
      <vt:lpstr>Von Chatbots zu Agents</vt:lpstr>
      <vt:lpstr>Anatomie eines AI Agenten</vt:lpstr>
      <vt:lpstr>MCP in 90 Sekunden</vt:lpstr>
      <vt:lpstr>Ein Tool ist ein Vertrag</vt:lpstr>
      <vt:lpstr>Die Plattform-Bausteine</vt:lpstr>
      <vt:lpstr>Demo-Architektur</vt:lpstr>
      <vt:lpstr>Security by Design</vt:lpstr>
      <vt:lpstr>Human Approval im Detail</vt:lpstr>
      <vt:lpstr>Was kann der Agent untersuchen?</vt:lpstr>
      <vt:lpstr>So läuft die Demo</vt:lpstr>
      <vt:lpstr>Live Demo</vt:lpstr>
      <vt:lpstr>Governance-Checkliste</vt:lpstr>
      <vt:lpstr>Chancen und Grenzen</vt:lpstr>
      <vt:lpstr>Vom Piloten zum Betrieb</vt:lpstr>
      <vt:lpstr>Takeaways</vt:lpstr>
      <vt:lpstr>Vielen Dank</vt:lpstr>
      <vt:lpstr>Was haben wir gerade gesehen?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Michael Herpers (Protiviti)</dc:creator>
  <cp:keywords/>
  <dc:description/>
  <cp:lastModifiedBy>Michael Herpers (Protiviti)</cp:lastModifiedBy>
  <cp:revision>1</cp:revision>
  <cp:lastPrinted>1999-12-31T23:00:00Z</cp:lastPrinted>
  <dcterms:created xsi:type="dcterms:W3CDTF">2026-06-16T08:53:58Z</dcterms:created>
  <dcterms:modified xsi:type="dcterms:W3CDTF">2026-10-13T07:42:37Z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0x01010061F4DADEE049FE438A8123F1FDA6D706</vt:lpwstr>
  </property>
  <property fmtid="{D5CDD505-2E9C-101B-9397-08002B2CF9AE}" pid="3" name="MediaServiceImageTags">
    <vt:lpwstr/>
  </property>
</Properties>
</file>